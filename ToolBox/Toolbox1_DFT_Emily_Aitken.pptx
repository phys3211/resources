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23"/>
  </p:notesMasterIdLst>
  <p:sldIdLst>
    <p:sldId id="256" r:id="rId2"/>
    <p:sldId id="259" r:id="rId3"/>
    <p:sldId id="257" r:id="rId4"/>
    <p:sldId id="295" r:id="rId5"/>
    <p:sldId id="296" r:id="rId6"/>
    <p:sldId id="297" r:id="rId7"/>
    <p:sldId id="298" r:id="rId8"/>
    <p:sldId id="300" r:id="rId9"/>
    <p:sldId id="299" r:id="rId10"/>
    <p:sldId id="258" r:id="rId11"/>
    <p:sldId id="301" r:id="rId12"/>
    <p:sldId id="260" r:id="rId13"/>
    <p:sldId id="302" r:id="rId14"/>
    <p:sldId id="303" r:id="rId15"/>
    <p:sldId id="304" r:id="rId16"/>
    <p:sldId id="305" r:id="rId17"/>
    <p:sldId id="262" r:id="rId18"/>
    <p:sldId id="261" r:id="rId19"/>
    <p:sldId id="306" r:id="rId20"/>
    <p:sldId id="307" r:id="rId21"/>
    <p:sldId id="308" r:id="rId22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4"/>
    </p:embeddedFont>
    <p:embeddedFont>
      <p:font typeface="Catamaran" panose="02040503050406030204" pitchFamily="18" charset="0"/>
      <p:regular r:id="rId25"/>
      <p:bold r:id="rId25"/>
    </p:embeddedFont>
    <p:embeddedFont>
      <p:font typeface="Catamaran Thin" panose="02040503050406030204" pitchFamily="18" charset="0"/>
      <p:regular r:id="rId25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778BD7-CB1E-45C7-9444-F9178D188997}">
  <a:tblStyle styleId="{31778BD7-CB1E-45C7-9444-F9178D18899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A729D15-B007-41AA-B28D-3FF0FDEF818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58"/>
  </p:normalViewPr>
  <p:slideViewPr>
    <p:cSldViewPr snapToGrid="0">
      <p:cViewPr varScale="1">
        <p:scale>
          <a:sx n="160" d="100"/>
          <a:sy n="160" d="100"/>
        </p:scale>
        <p:origin x="1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>
          <a:extLst>
            <a:ext uri="{FF2B5EF4-FFF2-40B4-BE49-F238E27FC236}">
              <a16:creationId xmlns:a16="http://schemas.microsoft.com/office/drawing/2014/main" id="{78258949-2B5A-2B51-2C44-B19CF2611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606f1c2d_30:notes">
            <a:extLst>
              <a:ext uri="{FF2B5EF4-FFF2-40B4-BE49-F238E27FC236}">
                <a16:creationId xmlns:a16="http://schemas.microsoft.com/office/drawing/2014/main" id="{4E88F55F-247B-C31E-5668-932161452A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606f1c2d_30:notes">
            <a:extLst>
              <a:ext uri="{FF2B5EF4-FFF2-40B4-BE49-F238E27FC236}">
                <a16:creationId xmlns:a16="http://schemas.microsoft.com/office/drawing/2014/main" id="{0C83AC38-F6FC-C514-D830-892FF24A09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300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>
          <a:extLst>
            <a:ext uri="{FF2B5EF4-FFF2-40B4-BE49-F238E27FC236}">
              <a16:creationId xmlns:a16="http://schemas.microsoft.com/office/drawing/2014/main" id="{EECE8E12-06DA-BE43-DE63-875334757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606f1c2d_30:notes">
            <a:extLst>
              <a:ext uri="{FF2B5EF4-FFF2-40B4-BE49-F238E27FC236}">
                <a16:creationId xmlns:a16="http://schemas.microsoft.com/office/drawing/2014/main" id="{E0B86990-ECE2-F98B-36D5-7B25E28356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606f1c2d_30:notes">
            <a:extLst>
              <a:ext uri="{FF2B5EF4-FFF2-40B4-BE49-F238E27FC236}">
                <a16:creationId xmlns:a16="http://schemas.microsoft.com/office/drawing/2014/main" id="{78B09AE6-5FC3-A8C7-E641-B8C6BC50EA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0682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>
          <a:extLst>
            <a:ext uri="{FF2B5EF4-FFF2-40B4-BE49-F238E27FC236}">
              <a16:creationId xmlns:a16="http://schemas.microsoft.com/office/drawing/2014/main" id="{D685BACD-A985-324B-647A-46C3C6542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606f1c2d_30:notes">
            <a:extLst>
              <a:ext uri="{FF2B5EF4-FFF2-40B4-BE49-F238E27FC236}">
                <a16:creationId xmlns:a16="http://schemas.microsoft.com/office/drawing/2014/main" id="{22E5401A-6043-04F7-8410-09D62D2433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606f1c2d_30:notes">
            <a:extLst>
              <a:ext uri="{FF2B5EF4-FFF2-40B4-BE49-F238E27FC236}">
                <a16:creationId xmlns:a16="http://schemas.microsoft.com/office/drawing/2014/main" id="{3ABD832F-F07C-CC92-022B-C39BF492B8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03415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>
          <a:extLst>
            <a:ext uri="{FF2B5EF4-FFF2-40B4-BE49-F238E27FC236}">
              <a16:creationId xmlns:a16="http://schemas.microsoft.com/office/drawing/2014/main" id="{24B83C20-905F-B0F9-BDCC-BA752B494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606f1c2d_30:notes">
            <a:extLst>
              <a:ext uri="{FF2B5EF4-FFF2-40B4-BE49-F238E27FC236}">
                <a16:creationId xmlns:a16="http://schemas.microsoft.com/office/drawing/2014/main" id="{0B292D5A-1F00-CB53-AED6-0D68AA5E8B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606f1c2d_30:notes">
            <a:extLst>
              <a:ext uri="{FF2B5EF4-FFF2-40B4-BE49-F238E27FC236}">
                <a16:creationId xmlns:a16="http://schemas.microsoft.com/office/drawing/2014/main" id="{D7C06BC6-7138-A888-224A-8CAE3EA886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3838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>
          <a:extLst>
            <a:ext uri="{FF2B5EF4-FFF2-40B4-BE49-F238E27FC236}">
              <a16:creationId xmlns:a16="http://schemas.microsoft.com/office/drawing/2014/main" id="{5EF77396-3D58-29A5-52ED-31A773791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606f1c2d_30:notes">
            <a:extLst>
              <a:ext uri="{FF2B5EF4-FFF2-40B4-BE49-F238E27FC236}">
                <a16:creationId xmlns:a16="http://schemas.microsoft.com/office/drawing/2014/main" id="{6AE96B54-2CCA-8955-DA10-B497ECA7BB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606f1c2d_30:notes">
            <a:extLst>
              <a:ext uri="{FF2B5EF4-FFF2-40B4-BE49-F238E27FC236}">
                <a16:creationId xmlns:a16="http://schemas.microsoft.com/office/drawing/2014/main" id="{FDD9D806-5A5A-E9FC-254F-1A150286FB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Based on the fact that the ground state is unique, and the real value minimizes the energy of the overall function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02273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>
          <a:extLst>
            <a:ext uri="{FF2B5EF4-FFF2-40B4-BE49-F238E27FC236}">
              <a16:creationId xmlns:a16="http://schemas.microsoft.com/office/drawing/2014/main" id="{18534CDC-9D06-FA38-8147-5717598BB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606f1c2d_30:notes">
            <a:extLst>
              <a:ext uri="{FF2B5EF4-FFF2-40B4-BE49-F238E27FC236}">
                <a16:creationId xmlns:a16="http://schemas.microsoft.com/office/drawing/2014/main" id="{D80B8FAE-488D-3693-DA31-06952482EB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606f1c2d_30:notes">
            <a:extLst>
              <a:ext uri="{FF2B5EF4-FFF2-40B4-BE49-F238E27FC236}">
                <a16:creationId xmlns:a16="http://schemas.microsoft.com/office/drawing/2014/main" id="{30F9CCB8-9D7A-C352-74E5-11E205A344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Based on the fact that the ground state is unique, and the real value minimizes the energy of the overall function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24308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>
          <a:extLst>
            <a:ext uri="{FF2B5EF4-FFF2-40B4-BE49-F238E27FC236}">
              <a16:creationId xmlns:a16="http://schemas.microsoft.com/office/drawing/2014/main" id="{A1905FC7-6D5E-F3E7-BDA2-83A958E68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5f391192_029:notes">
            <a:extLst>
              <a:ext uri="{FF2B5EF4-FFF2-40B4-BE49-F238E27FC236}">
                <a16:creationId xmlns:a16="http://schemas.microsoft.com/office/drawing/2014/main" id="{A7F4E7F2-DFC9-9BBC-5D3F-CF50B336C8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35f391192_029:notes">
            <a:extLst>
              <a:ext uri="{FF2B5EF4-FFF2-40B4-BE49-F238E27FC236}">
                <a16:creationId xmlns:a16="http://schemas.microsoft.com/office/drawing/2014/main" id="{F530DD36-8120-C6BA-3BBD-BEB1D63514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0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>
          <a:extLst>
            <a:ext uri="{FF2B5EF4-FFF2-40B4-BE49-F238E27FC236}">
              <a16:creationId xmlns:a16="http://schemas.microsoft.com/office/drawing/2014/main" id="{0F94D698-B9EA-5C56-A7B8-208265550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5f391192_09:notes">
            <a:extLst>
              <a:ext uri="{FF2B5EF4-FFF2-40B4-BE49-F238E27FC236}">
                <a16:creationId xmlns:a16="http://schemas.microsoft.com/office/drawing/2014/main" id="{6617FD1A-9343-B4A3-C43A-172250B561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35f391192_09:notes">
            <a:extLst>
              <a:ext uri="{FF2B5EF4-FFF2-40B4-BE49-F238E27FC236}">
                <a16:creationId xmlns:a16="http://schemas.microsoft.com/office/drawing/2014/main" id="{CC647B3F-A57F-9354-980D-8DF7230B14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24320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>
          <a:extLst>
            <a:ext uri="{FF2B5EF4-FFF2-40B4-BE49-F238E27FC236}">
              <a16:creationId xmlns:a16="http://schemas.microsoft.com/office/drawing/2014/main" id="{378F779A-C12B-751A-E6F4-0DDC1B2E5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5f391192_09:notes">
            <a:extLst>
              <a:ext uri="{FF2B5EF4-FFF2-40B4-BE49-F238E27FC236}">
                <a16:creationId xmlns:a16="http://schemas.microsoft.com/office/drawing/2014/main" id="{9602A000-D2D3-71A5-06D2-538BCB6A11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35f391192_09:notes">
            <a:extLst>
              <a:ext uri="{FF2B5EF4-FFF2-40B4-BE49-F238E27FC236}">
                <a16:creationId xmlns:a16="http://schemas.microsoft.com/office/drawing/2014/main" id="{1D4C254B-43F6-C847-00E9-8ABF361BC5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79839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>
          <a:extLst>
            <a:ext uri="{FF2B5EF4-FFF2-40B4-BE49-F238E27FC236}">
              <a16:creationId xmlns:a16="http://schemas.microsoft.com/office/drawing/2014/main" id="{813CF72B-96A6-4EC8-EDC3-E3943D3DD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5f391192_09:notes">
            <a:extLst>
              <a:ext uri="{FF2B5EF4-FFF2-40B4-BE49-F238E27FC236}">
                <a16:creationId xmlns:a16="http://schemas.microsoft.com/office/drawing/2014/main" id="{500C4980-5E55-AA2C-A466-372B17F2D8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35f391192_09:notes">
            <a:extLst>
              <a:ext uri="{FF2B5EF4-FFF2-40B4-BE49-F238E27FC236}">
                <a16:creationId xmlns:a16="http://schemas.microsoft.com/office/drawing/2014/main" id="{6C176EA7-D3A1-09B4-5492-3C3460BD4B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97240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>
          <a:extLst>
            <a:ext uri="{FF2B5EF4-FFF2-40B4-BE49-F238E27FC236}">
              <a16:creationId xmlns:a16="http://schemas.microsoft.com/office/drawing/2014/main" id="{18F26D99-EA27-8792-4860-2D7CA1884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5f391192_09:notes">
            <a:extLst>
              <a:ext uri="{FF2B5EF4-FFF2-40B4-BE49-F238E27FC236}">
                <a16:creationId xmlns:a16="http://schemas.microsoft.com/office/drawing/2014/main" id="{39A826D8-F103-41C6-7EE2-B7EC6B3B73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35f391192_09:notes">
            <a:extLst>
              <a:ext uri="{FF2B5EF4-FFF2-40B4-BE49-F238E27FC236}">
                <a16:creationId xmlns:a16="http://schemas.microsoft.com/office/drawing/2014/main" id="{53C4819B-65DB-066B-FF3A-1E0E695D75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35268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>
          <a:extLst>
            <a:ext uri="{FF2B5EF4-FFF2-40B4-BE49-F238E27FC236}">
              <a16:creationId xmlns:a16="http://schemas.microsoft.com/office/drawing/2014/main" id="{55DB0EEA-FB61-454E-7D9D-D50AE4D4A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:notes">
            <a:extLst>
              <a:ext uri="{FF2B5EF4-FFF2-40B4-BE49-F238E27FC236}">
                <a16:creationId xmlns:a16="http://schemas.microsoft.com/office/drawing/2014/main" id="{FB1AAD1B-A06A-9F33-850B-1D8E1069AD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p:notes">
            <a:extLst>
              <a:ext uri="{FF2B5EF4-FFF2-40B4-BE49-F238E27FC236}">
                <a16:creationId xmlns:a16="http://schemas.microsoft.com/office/drawing/2014/main" id="{EF5C48F7-88CA-793E-110D-D4291292FD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40278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>
          <a:extLst>
            <a:ext uri="{FF2B5EF4-FFF2-40B4-BE49-F238E27FC236}">
              <a16:creationId xmlns:a16="http://schemas.microsoft.com/office/drawing/2014/main" id="{4AFA9BA2-7F87-F44C-1A01-89D6BE82A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5ed75ccf_015:notes">
            <a:extLst>
              <a:ext uri="{FF2B5EF4-FFF2-40B4-BE49-F238E27FC236}">
                <a16:creationId xmlns:a16="http://schemas.microsoft.com/office/drawing/2014/main" id="{BD795E31-2A1B-DE00-DCD8-3019E35E62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35ed75ccf_015:notes">
            <a:extLst>
              <a:ext uri="{FF2B5EF4-FFF2-40B4-BE49-F238E27FC236}">
                <a16:creationId xmlns:a16="http://schemas.microsoft.com/office/drawing/2014/main" id="{440AD7D2-D63D-AA7D-0EFF-C70BAA10F5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29638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>
          <a:extLst>
            <a:ext uri="{FF2B5EF4-FFF2-40B4-BE49-F238E27FC236}">
              <a16:creationId xmlns:a16="http://schemas.microsoft.com/office/drawing/2014/main" id="{50E9FC3E-40DE-5998-DB79-A1CBDF0CA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5f391192_029:notes">
            <a:extLst>
              <a:ext uri="{FF2B5EF4-FFF2-40B4-BE49-F238E27FC236}">
                <a16:creationId xmlns:a16="http://schemas.microsoft.com/office/drawing/2014/main" id="{E9F2252D-385C-F16D-D2EB-A38E4AD53E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35f391192_029:notes">
            <a:extLst>
              <a:ext uri="{FF2B5EF4-FFF2-40B4-BE49-F238E27FC236}">
                <a16:creationId xmlns:a16="http://schemas.microsoft.com/office/drawing/2014/main" id="{D753EDCC-CE92-DF56-1502-1C35079371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1531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855300" y="1115325"/>
            <a:ext cx="7433400" cy="1350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2396973"/>
            <a:ext cx="9144000" cy="2463363"/>
            <a:chOff x="0" y="1786473"/>
            <a:chExt cx="9144000" cy="2463363"/>
          </a:xfrm>
        </p:grpSpPr>
        <p:sp>
          <p:nvSpPr>
            <p:cNvPr id="12" name="Google Shape;12;p2"/>
            <p:cNvSpPr/>
            <p:nvPr/>
          </p:nvSpPr>
          <p:spPr>
            <a:xfrm>
              <a:off x="387953" y="3203434"/>
              <a:ext cx="1506902" cy="1046402"/>
            </a:xfrm>
            <a:custGeom>
              <a:avLst/>
              <a:gdLst/>
              <a:ahLst/>
              <a:cxnLst/>
              <a:rect l="l" t="t" r="r" b="b"/>
              <a:pathLst>
                <a:path w="2009203" h="1395202" extrusionOk="0">
                  <a:moveTo>
                    <a:pt x="1005142" y="1395202"/>
                  </a:moveTo>
                  <a:cubicBezTo>
                    <a:pt x="1434656" y="1395202"/>
                    <a:pt x="1742377" y="650418"/>
                    <a:pt x="2009204" y="0"/>
                  </a:cubicBezTo>
                  <a:lnTo>
                    <a:pt x="0" y="0"/>
                  </a:lnTo>
                  <a:cubicBezTo>
                    <a:pt x="310706" y="521742"/>
                    <a:pt x="470408" y="1395202"/>
                    <a:pt x="1005142" y="1395202"/>
                  </a:cubicBezTo>
                  <a:close/>
                </a:path>
              </a:pathLst>
            </a:custGeom>
            <a:gradFill>
              <a:gsLst>
                <a:gs pos="0">
                  <a:srgbClr val="FF826C"/>
                </a:gs>
                <a:gs pos="100000">
                  <a:srgbClr val="FF3E4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55961" y="3203339"/>
              <a:ext cx="1387697" cy="1027233"/>
            </a:xfrm>
            <a:custGeom>
              <a:avLst/>
              <a:gdLst/>
              <a:ahLst/>
              <a:cxnLst/>
              <a:rect l="l" t="t" r="r" b="b"/>
              <a:pathLst>
                <a:path w="1850262" h="1369644" extrusionOk="0">
                  <a:moveTo>
                    <a:pt x="750570" y="896291"/>
                  </a:moveTo>
                  <a:cubicBezTo>
                    <a:pt x="720268" y="896291"/>
                    <a:pt x="695706" y="920821"/>
                    <a:pt x="695706" y="951084"/>
                  </a:cubicBezTo>
                  <a:cubicBezTo>
                    <a:pt x="695706" y="981347"/>
                    <a:pt x="720268" y="1005877"/>
                    <a:pt x="750570" y="1005877"/>
                  </a:cubicBezTo>
                  <a:cubicBezTo>
                    <a:pt x="780872" y="1005877"/>
                    <a:pt x="805434" y="981347"/>
                    <a:pt x="805434" y="951084"/>
                  </a:cubicBezTo>
                  <a:cubicBezTo>
                    <a:pt x="805434" y="920821"/>
                    <a:pt x="780872" y="896291"/>
                    <a:pt x="750570" y="896291"/>
                  </a:cubicBezTo>
                  <a:close/>
                  <a:moveTo>
                    <a:pt x="750570" y="1261643"/>
                  </a:moveTo>
                  <a:cubicBezTo>
                    <a:pt x="720268" y="1261643"/>
                    <a:pt x="695706" y="1286173"/>
                    <a:pt x="695706" y="1316437"/>
                  </a:cubicBezTo>
                  <a:cubicBezTo>
                    <a:pt x="695700" y="1325842"/>
                    <a:pt x="698151" y="1335088"/>
                    <a:pt x="702818" y="1343263"/>
                  </a:cubicBezTo>
                  <a:cubicBezTo>
                    <a:pt x="722274" y="1353473"/>
                    <a:pt x="742436" y="1362294"/>
                    <a:pt x="763143" y="1369645"/>
                  </a:cubicBezTo>
                  <a:cubicBezTo>
                    <a:pt x="792499" y="1362288"/>
                    <a:pt x="810324" y="1332558"/>
                    <a:pt x="802964" y="1303239"/>
                  </a:cubicBezTo>
                  <a:cubicBezTo>
                    <a:pt x="796906" y="1279128"/>
                    <a:pt x="775335" y="1262119"/>
                    <a:pt x="750443" y="1261833"/>
                  </a:cubicBezTo>
                  <a:close/>
                  <a:moveTo>
                    <a:pt x="527939" y="127"/>
                  </a:moveTo>
                  <a:cubicBezTo>
                    <a:pt x="507054" y="22050"/>
                    <a:pt x="507924" y="56734"/>
                    <a:pt x="529876" y="77592"/>
                  </a:cubicBezTo>
                  <a:cubicBezTo>
                    <a:pt x="551828" y="98450"/>
                    <a:pt x="586556" y="97582"/>
                    <a:pt x="607441" y="75658"/>
                  </a:cubicBezTo>
                  <a:cubicBezTo>
                    <a:pt x="627590" y="54502"/>
                    <a:pt x="627590" y="21283"/>
                    <a:pt x="607441" y="127"/>
                  </a:cubicBezTo>
                  <a:close/>
                  <a:moveTo>
                    <a:pt x="567690" y="348357"/>
                  </a:moveTo>
                  <a:cubicBezTo>
                    <a:pt x="537388" y="348357"/>
                    <a:pt x="512826" y="372887"/>
                    <a:pt x="512826" y="403150"/>
                  </a:cubicBezTo>
                  <a:cubicBezTo>
                    <a:pt x="512731" y="405008"/>
                    <a:pt x="512731" y="406873"/>
                    <a:pt x="512826" y="408731"/>
                  </a:cubicBezTo>
                  <a:cubicBezTo>
                    <a:pt x="515912" y="438835"/>
                    <a:pt x="542855" y="460740"/>
                    <a:pt x="572999" y="457652"/>
                  </a:cubicBezTo>
                  <a:cubicBezTo>
                    <a:pt x="598875" y="455007"/>
                    <a:pt x="619328" y="434574"/>
                    <a:pt x="621983" y="408731"/>
                  </a:cubicBezTo>
                  <a:cubicBezTo>
                    <a:pt x="622186" y="406879"/>
                    <a:pt x="622294" y="405014"/>
                    <a:pt x="622300" y="403150"/>
                  </a:cubicBezTo>
                  <a:cubicBezTo>
                    <a:pt x="622300" y="372988"/>
                    <a:pt x="597891" y="348496"/>
                    <a:pt x="567690" y="348357"/>
                  </a:cubicBezTo>
                  <a:close/>
                  <a:moveTo>
                    <a:pt x="750570" y="165712"/>
                  </a:moveTo>
                  <a:cubicBezTo>
                    <a:pt x="720268" y="165712"/>
                    <a:pt x="695706" y="190242"/>
                    <a:pt x="695706" y="220505"/>
                  </a:cubicBezTo>
                  <a:cubicBezTo>
                    <a:pt x="695706" y="250769"/>
                    <a:pt x="720268" y="275299"/>
                    <a:pt x="750570" y="275299"/>
                  </a:cubicBezTo>
                  <a:cubicBezTo>
                    <a:pt x="780872" y="275299"/>
                    <a:pt x="805434" y="250769"/>
                    <a:pt x="805434" y="220505"/>
                  </a:cubicBezTo>
                  <a:cubicBezTo>
                    <a:pt x="805434" y="220486"/>
                    <a:pt x="805434" y="220461"/>
                    <a:pt x="805434" y="220442"/>
                  </a:cubicBezTo>
                  <a:cubicBezTo>
                    <a:pt x="805472" y="190179"/>
                    <a:pt x="780936" y="165623"/>
                    <a:pt x="750634" y="165585"/>
                  </a:cubicBezTo>
                  <a:cubicBezTo>
                    <a:pt x="750615" y="165585"/>
                    <a:pt x="750589" y="165585"/>
                    <a:pt x="750570" y="165585"/>
                  </a:cubicBezTo>
                  <a:close/>
                  <a:moveTo>
                    <a:pt x="933450" y="1078935"/>
                  </a:moveTo>
                  <a:cubicBezTo>
                    <a:pt x="931583" y="1078942"/>
                    <a:pt x="929716" y="1079049"/>
                    <a:pt x="927862" y="1079252"/>
                  </a:cubicBezTo>
                  <a:cubicBezTo>
                    <a:pt x="899884" y="1082112"/>
                    <a:pt x="878605" y="1105641"/>
                    <a:pt x="878586" y="1133729"/>
                  </a:cubicBezTo>
                  <a:cubicBezTo>
                    <a:pt x="878491" y="1135587"/>
                    <a:pt x="878491" y="1137451"/>
                    <a:pt x="878586" y="1139309"/>
                  </a:cubicBezTo>
                  <a:cubicBezTo>
                    <a:pt x="881272" y="1165159"/>
                    <a:pt x="901725" y="1185586"/>
                    <a:pt x="927608" y="1188268"/>
                  </a:cubicBezTo>
                  <a:cubicBezTo>
                    <a:pt x="929462" y="1188471"/>
                    <a:pt x="931329" y="1188579"/>
                    <a:pt x="933196" y="1188585"/>
                  </a:cubicBezTo>
                  <a:cubicBezTo>
                    <a:pt x="961333" y="1188535"/>
                    <a:pt x="984879" y="1167264"/>
                    <a:pt x="987743" y="1139309"/>
                  </a:cubicBezTo>
                  <a:cubicBezTo>
                    <a:pt x="987838" y="1137451"/>
                    <a:pt x="987838" y="1135587"/>
                    <a:pt x="987743" y="1133729"/>
                  </a:cubicBezTo>
                  <a:cubicBezTo>
                    <a:pt x="987812" y="1103637"/>
                    <a:pt x="963574" y="1079119"/>
                    <a:pt x="933450" y="1078808"/>
                  </a:cubicBezTo>
                  <a:close/>
                  <a:moveTo>
                    <a:pt x="750570" y="531001"/>
                  </a:moveTo>
                  <a:cubicBezTo>
                    <a:pt x="720268" y="531001"/>
                    <a:pt x="695706" y="555531"/>
                    <a:pt x="695706" y="585795"/>
                  </a:cubicBezTo>
                  <a:cubicBezTo>
                    <a:pt x="695706" y="616058"/>
                    <a:pt x="720268" y="640588"/>
                    <a:pt x="750570" y="640588"/>
                  </a:cubicBezTo>
                  <a:cubicBezTo>
                    <a:pt x="780872" y="640588"/>
                    <a:pt x="805434" y="616058"/>
                    <a:pt x="805434" y="585795"/>
                  </a:cubicBezTo>
                  <a:cubicBezTo>
                    <a:pt x="805434" y="555531"/>
                    <a:pt x="780872" y="531001"/>
                    <a:pt x="750570" y="531001"/>
                  </a:cubicBezTo>
                  <a:close/>
                  <a:moveTo>
                    <a:pt x="567690" y="713646"/>
                  </a:moveTo>
                  <a:cubicBezTo>
                    <a:pt x="537388" y="713646"/>
                    <a:pt x="512826" y="738176"/>
                    <a:pt x="512826" y="768439"/>
                  </a:cubicBezTo>
                  <a:cubicBezTo>
                    <a:pt x="512826" y="798702"/>
                    <a:pt x="537388" y="823233"/>
                    <a:pt x="567690" y="823233"/>
                  </a:cubicBezTo>
                  <a:cubicBezTo>
                    <a:pt x="597992" y="823233"/>
                    <a:pt x="622554" y="798702"/>
                    <a:pt x="622554" y="768439"/>
                  </a:cubicBezTo>
                  <a:cubicBezTo>
                    <a:pt x="622554" y="738176"/>
                    <a:pt x="597992" y="713646"/>
                    <a:pt x="567690" y="713646"/>
                  </a:cubicBezTo>
                  <a:close/>
                  <a:moveTo>
                    <a:pt x="384810" y="896291"/>
                  </a:moveTo>
                  <a:cubicBezTo>
                    <a:pt x="367494" y="896291"/>
                    <a:pt x="351193" y="904478"/>
                    <a:pt x="340868" y="918360"/>
                  </a:cubicBezTo>
                  <a:cubicBezTo>
                    <a:pt x="356699" y="948376"/>
                    <a:pt x="372872" y="977466"/>
                    <a:pt x="389382" y="1005624"/>
                  </a:cubicBezTo>
                  <a:cubicBezTo>
                    <a:pt x="419583" y="1003639"/>
                    <a:pt x="442455" y="977580"/>
                    <a:pt x="440461" y="947418"/>
                  </a:cubicBezTo>
                  <a:cubicBezTo>
                    <a:pt x="438544" y="918271"/>
                    <a:pt x="414052" y="895770"/>
                    <a:pt x="384810" y="896291"/>
                  </a:cubicBezTo>
                  <a:close/>
                  <a:moveTo>
                    <a:pt x="201930" y="348357"/>
                  </a:moveTo>
                  <a:cubicBezTo>
                    <a:pt x="171628" y="348357"/>
                    <a:pt x="147066" y="372887"/>
                    <a:pt x="147066" y="403150"/>
                  </a:cubicBezTo>
                  <a:cubicBezTo>
                    <a:pt x="146971" y="405008"/>
                    <a:pt x="146971" y="406873"/>
                    <a:pt x="147066" y="408731"/>
                  </a:cubicBezTo>
                  <a:cubicBezTo>
                    <a:pt x="150152" y="438835"/>
                    <a:pt x="177095" y="460740"/>
                    <a:pt x="207239" y="457652"/>
                  </a:cubicBezTo>
                  <a:cubicBezTo>
                    <a:pt x="233115" y="455007"/>
                    <a:pt x="253568" y="434574"/>
                    <a:pt x="256222" y="408731"/>
                  </a:cubicBezTo>
                  <a:cubicBezTo>
                    <a:pt x="256426" y="406879"/>
                    <a:pt x="256534" y="405014"/>
                    <a:pt x="256540" y="403150"/>
                  </a:cubicBezTo>
                  <a:cubicBezTo>
                    <a:pt x="256540" y="372988"/>
                    <a:pt x="232131" y="348496"/>
                    <a:pt x="201930" y="348357"/>
                  </a:cubicBezTo>
                  <a:close/>
                  <a:moveTo>
                    <a:pt x="19050" y="165585"/>
                  </a:moveTo>
                  <a:cubicBezTo>
                    <a:pt x="12548" y="165591"/>
                    <a:pt x="6098" y="166752"/>
                    <a:pt x="0" y="169010"/>
                  </a:cubicBezTo>
                  <a:cubicBezTo>
                    <a:pt x="15791" y="201226"/>
                    <a:pt x="31350" y="234077"/>
                    <a:pt x="46672" y="267562"/>
                  </a:cubicBezTo>
                  <a:cubicBezTo>
                    <a:pt x="72803" y="252303"/>
                    <a:pt x="81597" y="218787"/>
                    <a:pt x="66319" y="192690"/>
                  </a:cubicBezTo>
                  <a:cubicBezTo>
                    <a:pt x="56496" y="175916"/>
                    <a:pt x="38506" y="165598"/>
                    <a:pt x="19050" y="165585"/>
                  </a:cubicBezTo>
                  <a:close/>
                  <a:moveTo>
                    <a:pt x="162179" y="0"/>
                  </a:moveTo>
                  <a:cubicBezTo>
                    <a:pt x="141294" y="21924"/>
                    <a:pt x="142164" y="56607"/>
                    <a:pt x="164116" y="77465"/>
                  </a:cubicBezTo>
                  <a:cubicBezTo>
                    <a:pt x="186068" y="98324"/>
                    <a:pt x="220796" y="97455"/>
                    <a:pt x="241681" y="75531"/>
                  </a:cubicBezTo>
                  <a:cubicBezTo>
                    <a:pt x="261830" y="54375"/>
                    <a:pt x="261830" y="21156"/>
                    <a:pt x="241681" y="0"/>
                  </a:cubicBezTo>
                  <a:close/>
                  <a:moveTo>
                    <a:pt x="567690" y="1078808"/>
                  </a:moveTo>
                  <a:cubicBezTo>
                    <a:pt x="537388" y="1078808"/>
                    <a:pt x="512826" y="1103339"/>
                    <a:pt x="512826" y="1133602"/>
                  </a:cubicBezTo>
                  <a:cubicBezTo>
                    <a:pt x="512731" y="1135460"/>
                    <a:pt x="512731" y="1137324"/>
                    <a:pt x="512826" y="1139182"/>
                  </a:cubicBezTo>
                  <a:cubicBezTo>
                    <a:pt x="515912" y="1169287"/>
                    <a:pt x="542855" y="1191192"/>
                    <a:pt x="572999" y="1188103"/>
                  </a:cubicBezTo>
                  <a:cubicBezTo>
                    <a:pt x="598875" y="1185459"/>
                    <a:pt x="619328" y="1165026"/>
                    <a:pt x="621983" y="1139182"/>
                  </a:cubicBezTo>
                  <a:cubicBezTo>
                    <a:pt x="622186" y="1137331"/>
                    <a:pt x="622294" y="1135466"/>
                    <a:pt x="622300" y="1133602"/>
                  </a:cubicBezTo>
                  <a:cubicBezTo>
                    <a:pt x="622300" y="1103440"/>
                    <a:pt x="597891" y="1078948"/>
                    <a:pt x="567690" y="1078808"/>
                  </a:cubicBezTo>
                  <a:close/>
                  <a:moveTo>
                    <a:pt x="384810" y="165585"/>
                  </a:moveTo>
                  <a:cubicBezTo>
                    <a:pt x="354508" y="165585"/>
                    <a:pt x="329946" y="190115"/>
                    <a:pt x="329946" y="220379"/>
                  </a:cubicBezTo>
                  <a:cubicBezTo>
                    <a:pt x="329946" y="250642"/>
                    <a:pt x="354508" y="275172"/>
                    <a:pt x="384810" y="275172"/>
                  </a:cubicBezTo>
                  <a:cubicBezTo>
                    <a:pt x="415112" y="275172"/>
                    <a:pt x="439674" y="250642"/>
                    <a:pt x="439674" y="220379"/>
                  </a:cubicBezTo>
                  <a:cubicBezTo>
                    <a:pt x="439674" y="220359"/>
                    <a:pt x="439674" y="220334"/>
                    <a:pt x="439674" y="220315"/>
                  </a:cubicBezTo>
                  <a:cubicBezTo>
                    <a:pt x="439674" y="190090"/>
                    <a:pt x="415138" y="165585"/>
                    <a:pt x="384874" y="165585"/>
                  </a:cubicBezTo>
                  <a:cubicBezTo>
                    <a:pt x="384854" y="165585"/>
                    <a:pt x="384829" y="165585"/>
                    <a:pt x="384810" y="165585"/>
                  </a:cubicBezTo>
                  <a:close/>
                  <a:moveTo>
                    <a:pt x="933450" y="713519"/>
                  </a:moveTo>
                  <a:cubicBezTo>
                    <a:pt x="931590" y="713424"/>
                    <a:pt x="929723" y="713424"/>
                    <a:pt x="927862" y="713519"/>
                  </a:cubicBezTo>
                  <a:cubicBezTo>
                    <a:pt x="897700" y="716772"/>
                    <a:pt x="875894" y="743827"/>
                    <a:pt x="879151" y="773950"/>
                  </a:cubicBezTo>
                  <a:cubicBezTo>
                    <a:pt x="881920" y="799584"/>
                    <a:pt x="902195" y="819827"/>
                    <a:pt x="927862" y="822599"/>
                  </a:cubicBezTo>
                  <a:cubicBezTo>
                    <a:pt x="929704" y="822599"/>
                    <a:pt x="931545" y="822599"/>
                    <a:pt x="933450" y="822599"/>
                  </a:cubicBezTo>
                  <a:cubicBezTo>
                    <a:pt x="963752" y="822599"/>
                    <a:pt x="988314" y="798068"/>
                    <a:pt x="988314" y="767805"/>
                  </a:cubicBezTo>
                  <a:cubicBezTo>
                    <a:pt x="988314" y="737542"/>
                    <a:pt x="963752" y="713012"/>
                    <a:pt x="933450" y="713012"/>
                  </a:cubicBezTo>
                  <a:close/>
                  <a:moveTo>
                    <a:pt x="384810" y="530874"/>
                  </a:moveTo>
                  <a:cubicBezTo>
                    <a:pt x="354508" y="530874"/>
                    <a:pt x="329946" y="555404"/>
                    <a:pt x="329946" y="585668"/>
                  </a:cubicBezTo>
                  <a:cubicBezTo>
                    <a:pt x="329946" y="615931"/>
                    <a:pt x="354508" y="640461"/>
                    <a:pt x="384810" y="640461"/>
                  </a:cubicBezTo>
                  <a:cubicBezTo>
                    <a:pt x="415112" y="640461"/>
                    <a:pt x="439674" y="615931"/>
                    <a:pt x="439674" y="585668"/>
                  </a:cubicBezTo>
                  <a:cubicBezTo>
                    <a:pt x="439604" y="555455"/>
                    <a:pt x="415061" y="531001"/>
                    <a:pt x="384810" y="531001"/>
                  </a:cubicBezTo>
                  <a:close/>
                  <a:moveTo>
                    <a:pt x="1847850" y="165585"/>
                  </a:moveTo>
                  <a:cubicBezTo>
                    <a:pt x="1817586" y="165420"/>
                    <a:pt x="1792916" y="189786"/>
                    <a:pt x="1792745" y="220011"/>
                  </a:cubicBezTo>
                  <a:cubicBezTo>
                    <a:pt x="1792662" y="235485"/>
                    <a:pt x="1799139" y="250274"/>
                    <a:pt x="1810576" y="260712"/>
                  </a:cubicBezTo>
                  <a:cubicBezTo>
                    <a:pt x="1823911" y="229048"/>
                    <a:pt x="1837138" y="197440"/>
                    <a:pt x="1850263" y="165902"/>
                  </a:cubicBezTo>
                  <a:close/>
                  <a:moveTo>
                    <a:pt x="1427226" y="951084"/>
                  </a:moveTo>
                  <a:cubicBezTo>
                    <a:pt x="1427232" y="966767"/>
                    <a:pt x="1433982" y="981690"/>
                    <a:pt x="1445768" y="992052"/>
                  </a:cubicBezTo>
                  <a:cubicBezTo>
                    <a:pt x="1464818" y="962563"/>
                    <a:pt x="1483868" y="931868"/>
                    <a:pt x="1502346" y="900222"/>
                  </a:cubicBezTo>
                  <a:cubicBezTo>
                    <a:pt x="1474292" y="888978"/>
                    <a:pt x="1442422" y="902582"/>
                    <a:pt x="1431163" y="930600"/>
                  </a:cubicBezTo>
                  <a:cubicBezTo>
                    <a:pt x="1428560" y="937075"/>
                    <a:pt x="1427226" y="943981"/>
                    <a:pt x="1427226" y="950957"/>
                  </a:cubicBezTo>
                  <a:close/>
                  <a:moveTo>
                    <a:pt x="1482090" y="531001"/>
                  </a:moveTo>
                  <a:cubicBezTo>
                    <a:pt x="1451788" y="531001"/>
                    <a:pt x="1427226" y="555531"/>
                    <a:pt x="1427226" y="585795"/>
                  </a:cubicBezTo>
                  <a:cubicBezTo>
                    <a:pt x="1427226" y="616058"/>
                    <a:pt x="1451788" y="640588"/>
                    <a:pt x="1482090" y="640588"/>
                  </a:cubicBezTo>
                  <a:cubicBezTo>
                    <a:pt x="1512392" y="640588"/>
                    <a:pt x="1536954" y="616058"/>
                    <a:pt x="1536954" y="585795"/>
                  </a:cubicBezTo>
                  <a:cubicBezTo>
                    <a:pt x="1536954" y="555531"/>
                    <a:pt x="1512392" y="531001"/>
                    <a:pt x="1482090" y="531001"/>
                  </a:cubicBezTo>
                  <a:close/>
                  <a:moveTo>
                    <a:pt x="1259459" y="127"/>
                  </a:moveTo>
                  <a:cubicBezTo>
                    <a:pt x="1238574" y="22050"/>
                    <a:pt x="1239444" y="56734"/>
                    <a:pt x="1261396" y="77592"/>
                  </a:cubicBezTo>
                  <a:cubicBezTo>
                    <a:pt x="1283348" y="98450"/>
                    <a:pt x="1318076" y="97582"/>
                    <a:pt x="1338961" y="75658"/>
                  </a:cubicBezTo>
                  <a:cubicBezTo>
                    <a:pt x="1359110" y="54502"/>
                    <a:pt x="1359110" y="21283"/>
                    <a:pt x="1338961" y="127"/>
                  </a:cubicBezTo>
                  <a:close/>
                  <a:moveTo>
                    <a:pt x="1482090" y="165585"/>
                  </a:moveTo>
                  <a:cubicBezTo>
                    <a:pt x="1451788" y="165585"/>
                    <a:pt x="1427226" y="190115"/>
                    <a:pt x="1427226" y="220379"/>
                  </a:cubicBezTo>
                  <a:cubicBezTo>
                    <a:pt x="1427226" y="250642"/>
                    <a:pt x="1451788" y="275172"/>
                    <a:pt x="1482090" y="275172"/>
                  </a:cubicBezTo>
                  <a:cubicBezTo>
                    <a:pt x="1512392" y="275172"/>
                    <a:pt x="1536954" y="250642"/>
                    <a:pt x="1536954" y="220379"/>
                  </a:cubicBezTo>
                  <a:cubicBezTo>
                    <a:pt x="1536954" y="220359"/>
                    <a:pt x="1536954" y="220334"/>
                    <a:pt x="1536954" y="220315"/>
                  </a:cubicBezTo>
                  <a:cubicBezTo>
                    <a:pt x="1536922" y="190077"/>
                    <a:pt x="1512367" y="165585"/>
                    <a:pt x="1482090" y="165585"/>
                  </a:cubicBezTo>
                  <a:close/>
                  <a:moveTo>
                    <a:pt x="1625219" y="0"/>
                  </a:moveTo>
                  <a:cubicBezTo>
                    <a:pt x="1604334" y="21924"/>
                    <a:pt x="1605204" y="56607"/>
                    <a:pt x="1627156" y="77465"/>
                  </a:cubicBezTo>
                  <a:cubicBezTo>
                    <a:pt x="1649108" y="98324"/>
                    <a:pt x="1683836" y="97455"/>
                    <a:pt x="1704721" y="75531"/>
                  </a:cubicBezTo>
                  <a:cubicBezTo>
                    <a:pt x="1724870" y="54375"/>
                    <a:pt x="1724870" y="21156"/>
                    <a:pt x="1704721" y="0"/>
                  </a:cubicBezTo>
                  <a:close/>
                  <a:moveTo>
                    <a:pt x="1299210" y="348230"/>
                  </a:moveTo>
                  <a:cubicBezTo>
                    <a:pt x="1268908" y="348230"/>
                    <a:pt x="1244346" y="372760"/>
                    <a:pt x="1244346" y="403023"/>
                  </a:cubicBezTo>
                  <a:cubicBezTo>
                    <a:pt x="1244251" y="404881"/>
                    <a:pt x="1244251" y="406746"/>
                    <a:pt x="1244346" y="408604"/>
                  </a:cubicBezTo>
                  <a:cubicBezTo>
                    <a:pt x="1247604" y="438728"/>
                    <a:pt x="1274693" y="460505"/>
                    <a:pt x="1304855" y="457252"/>
                  </a:cubicBezTo>
                  <a:cubicBezTo>
                    <a:pt x="1330522" y="454487"/>
                    <a:pt x="1350791" y="434238"/>
                    <a:pt x="1353566" y="408604"/>
                  </a:cubicBezTo>
                  <a:cubicBezTo>
                    <a:pt x="1353566" y="406765"/>
                    <a:pt x="1353566" y="404926"/>
                    <a:pt x="1353566" y="403023"/>
                  </a:cubicBezTo>
                  <a:cubicBezTo>
                    <a:pt x="1353496" y="373007"/>
                    <a:pt x="1329265" y="348636"/>
                    <a:pt x="1299210" y="348357"/>
                  </a:cubicBezTo>
                  <a:close/>
                  <a:moveTo>
                    <a:pt x="1664970" y="348230"/>
                  </a:moveTo>
                  <a:cubicBezTo>
                    <a:pt x="1634668" y="348230"/>
                    <a:pt x="1610106" y="372760"/>
                    <a:pt x="1610106" y="403023"/>
                  </a:cubicBezTo>
                  <a:cubicBezTo>
                    <a:pt x="1610106" y="404926"/>
                    <a:pt x="1610106" y="406765"/>
                    <a:pt x="1610106" y="408604"/>
                  </a:cubicBezTo>
                  <a:cubicBezTo>
                    <a:pt x="1613192" y="438708"/>
                    <a:pt x="1640135" y="460613"/>
                    <a:pt x="1670279" y="457525"/>
                  </a:cubicBezTo>
                  <a:cubicBezTo>
                    <a:pt x="1696155" y="454880"/>
                    <a:pt x="1716608" y="434447"/>
                    <a:pt x="1719263" y="408604"/>
                  </a:cubicBezTo>
                  <a:cubicBezTo>
                    <a:pt x="1719466" y="406752"/>
                    <a:pt x="1719574" y="404888"/>
                    <a:pt x="1719580" y="403023"/>
                  </a:cubicBezTo>
                  <a:cubicBezTo>
                    <a:pt x="1719510" y="372912"/>
                    <a:pt x="1695120" y="348496"/>
                    <a:pt x="1664970" y="348357"/>
                  </a:cubicBezTo>
                  <a:close/>
                  <a:moveTo>
                    <a:pt x="1299210" y="713519"/>
                  </a:moveTo>
                  <a:cubicBezTo>
                    <a:pt x="1268908" y="713519"/>
                    <a:pt x="1244346" y="738049"/>
                    <a:pt x="1244346" y="768312"/>
                  </a:cubicBezTo>
                  <a:cubicBezTo>
                    <a:pt x="1244346" y="798576"/>
                    <a:pt x="1268908" y="823106"/>
                    <a:pt x="1299210" y="823106"/>
                  </a:cubicBezTo>
                  <a:cubicBezTo>
                    <a:pt x="1329512" y="823106"/>
                    <a:pt x="1354074" y="798576"/>
                    <a:pt x="1354074" y="768312"/>
                  </a:cubicBezTo>
                  <a:cubicBezTo>
                    <a:pt x="1354004" y="738100"/>
                    <a:pt x="1329462" y="713646"/>
                    <a:pt x="1299210" y="713646"/>
                  </a:cubicBezTo>
                  <a:close/>
                  <a:moveTo>
                    <a:pt x="1116330" y="1261516"/>
                  </a:moveTo>
                  <a:cubicBezTo>
                    <a:pt x="1086066" y="1261478"/>
                    <a:pt x="1061498" y="1285951"/>
                    <a:pt x="1061466" y="1316183"/>
                  </a:cubicBezTo>
                  <a:cubicBezTo>
                    <a:pt x="1061447" y="1331936"/>
                    <a:pt x="1068229" y="1346934"/>
                    <a:pt x="1080071" y="1357342"/>
                  </a:cubicBezTo>
                  <a:cubicBezTo>
                    <a:pt x="1111701" y="1342628"/>
                    <a:pt x="1141838" y="1324897"/>
                    <a:pt x="1170051" y="1304387"/>
                  </a:cubicBezTo>
                  <a:cubicBezTo>
                    <a:pt x="1164438" y="1279293"/>
                    <a:pt x="1142073" y="1261504"/>
                    <a:pt x="1116330" y="1261643"/>
                  </a:cubicBezTo>
                  <a:close/>
                  <a:moveTo>
                    <a:pt x="933450" y="348293"/>
                  </a:moveTo>
                  <a:cubicBezTo>
                    <a:pt x="931590" y="348198"/>
                    <a:pt x="929723" y="348198"/>
                    <a:pt x="927862" y="348293"/>
                  </a:cubicBezTo>
                  <a:cubicBezTo>
                    <a:pt x="899859" y="351160"/>
                    <a:pt x="878567" y="374719"/>
                    <a:pt x="878586" y="402833"/>
                  </a:cubicBezTo>
                  <a:cubicBezTo>
                    <a:pt x="878491" y="404691"/>
                    <a:pt x="878491" y="406556"/>
                    <a:pt x="878586" y="408414"/>
                  </a:cubicBezTo>
                  <a:cubicBezTo>
                    <a:pt x="881297" y="434250"/>
                    <a:pt x="901738" y="454665"/>
                    <a:pt x="927608" y="457373"/>
                  </a:cubicBezTo>
                  <a:cubicBezTo>
                    <a:pt x="929469" y="457468"/>
                    <a:pt x="931335" y="457468"/>
                    <a:pt x="933196" y="457373"/>
                  </a:cubicBezTo>
                  <a:cubicBezTo>
                    <a:pt x="961320" y="457353"/>
                    <a:pt x="984879" y="436102"/>
                    <a:pt x="987743" y="408160"/>
                  </a:cubicBezTo>
                  <a:cubicBezTo>
                    <a:pt x="987838" y="406302"/>
                    <a:pt x="987838" y="404437"/>
                    <a:pt x="987743" y="402579"/>
                  </a:cubicBezTo>
                  <a:cubicBezTo>
                    <a:pt x="987431" y="372760"/>
                    <a:pt x="963308" y="348667"/>
                    <a:pt x="933450" y="348357"/>
                  </a:cubicBezTo>
                  <a:close/>
                  <a:moveTo>
                    <a:pt x="1116330" y="896227"/>
                  </a:moveTo>
                  <a:cubicBezTo>
                    <a:pt x="1086028" y="896227"/>
                    <a:pt x="1061466" y="920757"/>
                    <a:pt x="1061466" y="951021"/>
                  </a:cubicBezTo>
                  <a:cubicBezTo>
                    <a:pt x="1061466" y="981284"/>
                    <a:pt x="1086028" y="1005814"/>
                    <a:pt x="1116330" y="1005814"/>
                  </a:cubicBezTo>
                  <a:cubicBezTo>
                    <a:pt x="1146632" y="1005814"/>
                    <a:pt x="1171194" y="981284"/>
                    <a:pt x="1171194" y="951021"/>
                  </a:cubicBezTo>
                  <a:cubicBezTo>
                    <a:pt x="1171156" y="920783"/>
                    <a:pt x="1146607" y="896291"/>
                    <a:pt x="1116330" y="896291"/>
                  </a:cubicBezTo>
                  <a:close/>
                  <a:moveTo>
                    <a:pt x="893636" y="127"/>
                  </a:moveTo>
                  <a:cubicBezTo>
                    <a:pt x="872788" y="22088"/>
                    <a:pt x="873709" y="56766"/>
                    <a:pt x="895699" y="77586"/>
                  </a:cubicBezTo>
                  <a:cubicBezTo>
                    <a:pt x="904494" y="85919"/>
                    <a:pt x="915803" y="91107"/>
                    <a:pt x="927862" y="92337"/>
                  </a:cubicBezTo>
                  <a:cubicBezTo>
                    <a:pt x="929716" y="92540"/>
                    <a:pt x="931583" y="92648"/>
                    <a:pt x="933450" y="92654"/>
                  </a:cubicBezTo>
                  <a:cubicBezTo>
                    <a:pt x="963752" y="92635"/>
                    <a:pt x="988301" y="68092"/>
                    <a:pt x="988282" y="37829"/>
                  </a:cubicBezTo>
                  <a:cubicBezTo>
                    <a:pt x="988276" y="23794"/>
                    <a:pt x="982878" y="10299"/>
                    <a:pt x="973201" y="127"/>
                  </a:cubicBezTo>
                  <a:close/>
                  <a:moveTo>
                    <a:pt x="1299210" y="1078808"/>
                  </a:moveTo>
                  <a:cubicBezTo>
                    <a:pt x="1268908" y="1078808"/>
                    <a:pt x="1244346" y="1103339"/>
                    <a:pt x="1244346" y="1133602"/>
                  </a:cubicBezTo>
                  <a:cubicBezTo>
                    <a:pt x="1244251" y="1135460"/>
                    <a:pt x="1244251" y="1137324"/>
                    <a:pt x="1244346" y="1139182"/>
                  </a:cubicBezTo>
                  <a:cubicBezTo>
                    <a:pt x="1247140" y="1166345"/>
                    <a:pt x="1269536" y="1187304"/>
                    <a:pt x="1296861" y="1188332"/>
                  </a:cubicBezTo>
                  <a:cubicBezTo>
                    <a:pt x="1315739" y="1167575"/>
                    <a:pt x="1334326" y="1145569"/>
                    <a:pt x="1352614" y="1122313"/>
                  </a:cubicBezTo>
                  <a:cubicBezTo>
                    <a:pt x="1347311" y="1097048"/>
                    <a:pt x="1325055" y="1078916"/>
                    <a:pt x="1299210" y="1078808"/>
                  </a:cubicBezTo>
                  <a:close/>
                  <a:moveTo>
                    <a:pt x="1116330" y="530874"/>
                  </a:moveTo>
                  <a:cubicBezTo>
                    <a:pt x="1086028" y="530874"/>
                    <a:pt x="1061466" y="555404"/>
                    <a:pt x="1061466" y="585668"/>
                  </a:cubicBezTo>
                  <a:cubicBezTo>
                    <a:pt x="1061466" y="615931"/>
                    <a:pt x="1086028" y="640461"/>
                    <a:pt x="1116330" y="640461"/>
                  </a:cubicBezTo>
                  <a:cubicBezTo>
                    <a:pt x="1146632" y="640461"/>
                    <a:pt x="1171194" y="615931"/>
                    <a:pt x="1171194" y="585668"/>
                  </a:cubicBezTo>
                  <a:cubicBezTo>
                    <a:pt x="1171124" y="555455"/>
                    <a:pt x="1146581" y="531001"/>
                    <a:pt x="1116330" y="531001"/>
                  </a:cubicBezTo>
                  <a:close/>
                  <a:moveTo>
                    <a:pt x="1116330" y="165585"/>
                  </a:moveTo>
                  <a:cubicBezTo>
                    <a:pt x="1086028" y="165585"/>
                    <a:pt x="1061466" y="190115"/>
                    <a:pt x="1061466" y="220379"/>
                  </a:cubicBezTo>
                  <a:cubicBezTo>
                    <a:pt x="1061466" y="250642"/>
                    <a:pt x="1086028" y="275172"/>
                    <a:pt x="1116330" y="275172"/>
                  </a:cubicBezTo>
                  <a:cubicBezTo>
                    <a:pt x="1146632" y="275172"/>
                    <a:pt x="1171194" y="250642"/>
                    <a:pt x="1171194" y="220379"/>
                  </a:cubicBezTo>
                  <a:cubicBezTo>
                    <a:pt x="1171194" y="220359"/>
                    <a:pt x="1171194" y="220334"/>
                    <a:pt x="1171194" y="220315"/>
                  </a:cubicBezTo>
                  <a:cubicBezTo>
                    <a:pt x="1171156" y="190077"/>
                    <a:pt x="1146607" y="165585"/>
                    <a:pt x="1116330" y="165585"/>
                  </a:cubicBezTo>
                  <a:close/>
                </a:path>
              </a:pathLst>
            </a:custGeom>
            <a:solidFill>
              <a:srgbClr val="04152C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64296" y="3203434"/>
              <a:ext cx="852487" cy="485578"/>
            </a:xfrm>
            <a:custGeom>
              <a:avLst/>
              <a:gdLst/>
              <a:ahLst/>
              <a:cxnLst/>
              <a:rect l="l" t="t" r="r" b="b"/>
              <a:pathLst>
                <a:path w="1136649" h="647437" extrusionOk="0">
                  <a:moveTo>
                    <a:pt x="632968" y="647437"/>
                  </a:moveTo>
                  <a:cubicBezTo>
                    <a:pt x="884492" y="647437"/>
                    <a:pt x="1023684" y="362626"/>
                    <a:pt x="1136650" y="0"/>
                  </a:cubicBezTo>
                  <a:lnTo>
                    <a:pt x="0" y="0"/>
                  </a:lnTo>
                  <a:cubicBezTo>
                    <a:pt x="142494" y="321467"/>
                    <a:pt x="282067" y="647437"/>
                    <a:pt x="632968" y="647437"/>
                  </a:cubicBezTo>
                  <a:close/>
                </a:path>
              </a:pathLst>
            </a:custGeom>
            <a:solidFill>
              <a:srgbClr val="002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894904" y="2489983"/>
              <a:ext cx="963930" cy="713456"/>
            </a:xfrm>
            <a:custGeom>
              <a:avLst/>
              <a:gdLst/>
              <a:ahLst/>
              <a:cxnLst/>
              <a:rect l="l" t="t" r="r" b="b"/>
              <a:pathLst>
                <a:path w="1285240" h="951274" extrusionOk="0">
                  <a:moveTo>
                    <a:pt x="584200" y="0"/>
                  </a:moveTo>
                  <a:cubicBezTo>
                    <a:pt x="388938" y="0"/>
                    <a:pt x="206692" y="447289"/>
                    <a:pt x="0" y="951274"/>
                  </a:cubicBezTo>
                  <a:lnTo>
                    <a:pt x="1285240" y="951274"/>
                  </a:lnTo>
                  <a:cubicBezTo>
                    <a:pt x="1028509" y="509883"/>
                    <a:pt x="837755" y="0"/>
                    <a:pt x="584200" y="0"/>
                  </a:cubicBezTo>
                  <a:close/>
                </a:path>
              </a:pathLst>
            </a:custGeom>
            <a:solidFill>
              <a:srgbClr val="83288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316783" y="2071853"/>
              <a:ext cx="1372123" cy="1131588"/>
            </a:xfrm>
            <a:custGeom>
              <a:avLst/>
              <a:gdLst/>
              <a:ahLst/>
              <a:cxnLst/>
              <a:rect l="l" t="t" r="r" b="b"/>
              <a:pathLst>
                <a:path w="1829498" h="1508784" extrusionOk="0">
                  <a:moveTo>
                    <a:pt x="815658" y="0"/>
                  </a:moveTo>
                  <a:cubicBezTo>
                    <a:pt x="315468" y="0"/>
                    <a:pt x="197866" y="873714"/>
                    <a:pt x="0" y="1508784"/>
                  </a:cubicBezTo>
                  <a:lnTo>
                    <a:pt x="1829498" y="1508784"/>
                  </a:lnTo>
                  <a:cubicBezTo>
                    <a:pt x="1541526" y="928000"/>
                    <a:pt x="1355789" y="0"/>
                    <a:pt x="815658" y="0"/>
                  </a:cubicBezTo>
                  <a:close/>
                </a:path>
              </a:pathLst>
            </a:custGeom>
            <a:solidFill>
              <a:srgbClr val="FFA22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688907" y="3203434"/>
              <a:ext cx="785813" cy="342887"/>
            </a:xfrm>
            <a:custGeom>
              <a:avLst/>
              <a:gdLst/>
              <a:ahLst/>
              <a:cxnLst/>
              <a:rect l="l" t="t" r="r" b="b"/>
              <a:pathLst>
                <a:path w="1047750" h="457182" extrusionOk="0">
                  <a:moveTo>
                    <a:pt x="500190" y="457182"/>
                  </a:moveTo>
                  <a:cubicBezTo>
                    <a:pt x="745744" y="457182"/>
                    <a:pt x="914019" y="257605"/>
                    <a:pt x="1047750" y="0"/>
                  </a:cubicBezTo>
                  <a:lnTo>
                    <a:pt x="0" y="0"/>
                  </a:lnTo>
                  <a:cubicBezTo>
                    <a:pt x="131191" y="264645"/>
                    <a:pt x="283528" y="457182"/>
                    <a:pt x="500190" y="457182"/>
                  </a:cubicBezTo>
                  <a:close/>
                </a:path>
              </a:pathLst>
            </a:custGeom>
            <a:gradFill>
              <a:gsLst>
                <a:gs pos="0">
                  <a:srgbClr val="A54FA6"/>
                </a:gs>
                <a:gs pos="100000">
                  <a:srgbClr val="F702A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347555" y="3203434"/>
              <a:ext cx="987313" cy="485530"/>
            </a:xfrm>
            <a:custGeom>
              <a:avLst/>
              <a:gdLst/>
              <a:ahLst/>
              <a:cxnLst/>
              <a:rect l="l" t="t" r="r" b="b"/>
              <a:pathLst>
                <a:path w="1316418" h="647373" extrusionOk="0">
                  <a:moveTo>
                    <a:pt x="475298" y="345376"/>
                  </a:moveTo>
                  <a:cubicBezTo>
                    <a:pt x="465201" y="345376"/>
                    <a:pt x="457010" y="353551"/>
                    <a:pt x="457010" y="363640"/>
                  </a:cubicBezTo>
                  <a:cubicBezTo>
                    <a:pt x="457010" y="373730"/>
                    <a:pt x="465201" y="381905"/>
                    <a:pt x="475298" y="381905"/>
                  </a:cubicBezTo>
                  <a:cubicBezTo>
                    <a:pt x="485394" y="381905"/>
                    <a:pt x="493586" y="373730"/>
                    <a:pt x="493586" y="363640"/>
                  </a:cubicBezTo>
                  <a:cubicBezTo>
                    <a:pt x="493586" y="353551"/>
                    <a:pt x="485394" y="345376"/>
                    <a:pt x="475298" y="345376"/>
                  </a:cubicBezTo>
                  <a:close/>
                  <a:moveTo>
                    <a:pt x="475298" y="436698"/>
                  </a:moveTo>
                  <a:cubicBezTo>
                    <a:pt x="465201" y="436698"/>
                    <a:pt x="457010" y="444873"/>
                    <a:pt x="457010" y="454963"/>
                  </a:cubicBezTo>
                  <a:cubicBezTo>
                    <a:pt x="457010" y="465053"/>
                    <a:pt x="465201" y="473227"/>
                    <a:pt x="475298" y="473227"/>
                  </a:cubicBezTo>
                  <a:cubicBezTo>
                    <a:pt x="485394" y="473227"/>
                    <a:pt x="493586" y="465053"/>
                    <a:pt x="493586" y="454963"/>
                  </a:cubicBezTo>
                  <a:cubicBezTo>
                    <a:pt x="493586" y="444873"/>
                    <a:pt x="485394" y="436698"/>
                    <a:pt x="475298" y="436698"/>
                  </a:cubicBezTo>
                  <a:close/>
                  <a:moveTo>
                    <a:pt x="475298" y="528021"/>
                  </a:moveTo>
                  <a:cubicBezTo>
                    <a:pt x="465138" y="527983"/>
                    <a:pt x="456947" y="536164"/>
                    <a:pt x="456883" y="546285"/>
                  </a:cubicBezTo>
                  <a:cubicBezTo>
                    <a:pt x="456819" y="556407"/>
                    <a:pt x="465011" y="564638"/>
                    <a:pt x="475171" y="564676"/>
                  </a:cubicBezTo>
                  <a:cubicBezTo>
                    <a:pt x="485331" y="564714"/>
                    <a:pt x="493523" y="556533"/>
                    <a:pt x="493586" y="546412"/>
                  </a:cubicBezTo>
                  <a:cubicBezTo>
                    <a:pt x="493586" y="546367"/>
                    <a:pt x="493586" y="546330"/>
                    <a:pt x="493586" y="546285"/>
                  </a:cubicBezTo>
                  <a:cubicBezTo>
                    <a:pt x="493586" y="536195"/>
                    <a:pt x="485394" y="528021"/>
                    <a:pt x="475298" y="528021"/>
                  </a:cubicBezTo>
                  <a:close/>
                  <a:moveTo>
                    <a:pt x="429578" y="25748"/>
                  </a:moveTo>
                  <a:cubicBezTo>
                    <a:pt x="419481" y="25748"/>
                    <a:pt x="411290" y="33922"/>
                    <a:pt x="411290" y="44012"/>
                  </a:cubicBezTo>
                  <a:cubicBezTo>
                    <a:pt x="411290" y="54102"/>
                    <a:pt x="419481" y="62277"/>
                    <a:pt x="429578" y="62277"/>
                  </a:cubicBezTo>
                  <a:cubicBezTo>
                    <a:pt x="439675" y="62277"/>
                    <a:pt x="447866" y="54102"/>
                    <a:pt x="447866" y="44012"/>
                  </a:cubicBezTo>
                  <a:cubicBezTo>
                    <a:pt x="447739" y="33998"/>
                    <a:pt x="439611" y="25938"/>
                    <a:pt x="429578" y="25938"/>
                  </a:cubicBezTo>
                  <a:close/>
                  <a:moveTo>
                    <a:pt x="475298" y="162731"/>
                  </a:moveTo>
                  <a:cubicBezTo>
                    <a:pt x="465201" y="162731"/>
                    <a:pt x="457010" y="170906"/>
                    <a:pt x="457010" y="180996"/>
                  </a:cubicBezTo>
                  <a:cubicBezTo>
                    <a:pt x="457010" y="191086"/>
                    <a:pt x="465201" y="199260"/>
                    <a:pt x="475298" y="199260"/>
                  </a:cubicBezTo>
                  <a:cubicBezTo>
                    <a:pt x="485394" y="199260"/>
                    <a:pt x="493586" y="191086"/>
                    <a:pt x="493586" y="180996"/>
                  </a:cubicBezTo>
                  <a:cubicBezTo>
                    <a:pt x="493586" y="170906"/>
                    <a:pt x="485394" y="162731"/>
                    <a:pt x="475298" y="162731"/>
                  </a:cubicBezTo>
                  <a:close/>
                  <a:moveTo>
                    <a:pt x="521018" y="573682"/>
                  </a:moveTo>
                  <a:cubicBezTo>
                    <a:pt x="510922" y="573682"/>
                    <a:pt x="502730" y="581856"/>
                    <a:pt x="502730" y="591946"/>
                  </a:cubicBezTo>
                  <a:cubicBezTo>
                    <a:pt x="502730" y="591946"/>
                    <a:pt x="502730" y="591946"/>
                    <a:pt x="502730" y="592263"/>
                  </a:cubicBezTo>
                  <a:cubicBezTo>
                    <a:pt x="512826" y="596747"/>
                    <a:pt x="523113" y="600971"/>
                    <a:pt x="533591" y="604947"/>
                  </a:cubicBezTo>
                  <a:cubicBezTo>
                    <a:pt x="541020" y="598123"/>
                    <a:pt x="541528" y="586568"/>
                    <a:pt x="534670" y="579142"/>
                  </a:cubicBezTo>
                  <a:cubicBezTo>
                    <a:pt x="531114" y="575293"/>
                    <a:pt x="526098" y="573143"/>
                    <a:pt x="520891" y="573238"/>
                  </a:cubicBezTo>
                  <a:close/>
                  <a:moveTo>
                    <a:pt x="475298" y="254054"/>
                  </a:moveTo>
                  <a:cubicBezTo>
                    <a:pt x="465201" y="254054"/>
                    <a:pt x="457010" y="262228"/>
                    <a:pt x="457010" y="272318"/>
                  </a:cubicBezTo>
                  <a:cubicBezTo>
                    <a:pt x="457010" y="282408"/>
                    <a:pt x="465201" y="290583"/>
                    <a:pt x="475298" y="290583"/>
                  </a:cubicBezTo>
                  <a:cubicBezTo>
                    <a:pt x="485394" y="290583"/>
                    <a:pt x="493586" y="282408"/>
                    <a:pt x="493586" y="272318"/>
                  </a:cubicBezTo>
                  <a:cubicBezTo>
                    <a:pt x="493459" y="262304"/>
                    <a:pt x="485331" y="254244"/>
                    <a:pt x="475298" y="254244"/>
                  </a:cubicBezTo>
                  <a:close/>
                  <a:moveTo>
                    <a:pt x="475298" y="71409"/>
                  </a:moveTo>
                  <a:cubicBezTo>
                    <a:pt x="465201" y="71409"/>
                    <a:pt x="457010" y="79584"/>
                    <a:pt x="457010" y="89673"/>
                  </a:cubicBezTo>
                  <a:cubicBezTo>
                    <a:pt x="457010" y="99763"/>
                    <a:pt x="465201" y="107938"/>
                    <a:pt x="475298" y="107938"/>
                  </a:cubicBezTo>
                  <a:cubicBezTo>
                    <a:pt x="485394" y="107938"/>
                    <a:pt x="493586" y="99763"/>
                    <a:pt x="493586" y="89673"/>
                  </a:cubicBezTo>
                  <a:cubicBezTo>
                    <a:pt x="493586" y="79584"/>
                    <a:pt x="485394" y="71409"/>
                    <a:pt x="475298" y="71409"/>
                  </a:cubicBezTo>
                  <a:close/>
                  <a:moveTo>
                    <a:pt x="521018" y="482359"/>
                  </a:moveTo>
                  <a:cubicBezTo>
                    <a:pt x="510922" y="482359"/>
                    <a:pt x="502730" y="490534"/>
                    <a:pt x="502730" y="500624"/>
                  </a:cubicBezTo>
                  <a:cubicBezTo>
                    <a:pt x="502730" y="510714"/>
                    <a:pt x="510922" y="518888"/>
                    <a:pt x="521018" y="518888"/>
                  </a:cubicBezTo>
                  <a:cubicBezTo>
                    <a:pt x="531114" y="518888"/>
                    <a:pt x="539306" y="510714"/>
                    <a:pt x="539306" y="500624"/>
                  </a:cubicBezTo>
                  <a:cubicBezTo>
                    <a:pt x="539179" y="490610"/>
                    <a:pt x="531051" y="482550"/>
                    <a:pt x="521018" y="482550"/>
                  </a:cubicBezTo>
                  <a:close/>
                  <a:moveTo>
                    <a:pt x="383858" y="162731"/>
                  </a:moveTo>
                  <a:cubicBezTo>
                    <a:pt x="373762" y="162731"/>
                    <a:pt x="365570" y="170906"/>
                    <a:pt x="365570" y="180996"/>
                  </a:cubicBezTo>
                  <a:cubicBezTo>
                    <a:pt x="365570" y="191086"/>
                    <a:pt x="373762" y="199260"/>
                    <a:pt x="383858" y="199260"/>
                  </a:cubicBezTo>
                  <a:cubicBezTo>
                    <a:pt x="393954" y="199260"/>
                    <a:pt x="402146" y="191086"/>
                    <a:pt x="402146" y="180996"/>
                  </a:cubicBezTo>
                  <a:cubicBezTo>
                    <a:pt x="402146" y="170906"/>
                    <a:pt x="393954" y="162731"/>
                    <a:pt x="383858" y="162731"/>
                  </a:cubicBezTo>
                  <a:close/>
                  <a:moveTo>
                    <a:pt x="383858" y="254054"/>
                  </a:moveTo>
                  <a:cubicBezTo>
                    <a:pt x="373762" y="254054"/>
                    <a:pt x="365570" y="262228"/>
                    <a:pt x="365570" y="272318"/>
                  </a:cubicBezTo>
                  <a:cubicBezTo>
                    <a:pt x="365570" y="282408"/>
                    <a:pt x="373762" y="290583"/>
                    <a:pt x="383858" y="290583"/>
                  </a:cubicBezTo>
                  <a:cubicBezTo>
                    <a:pt x="393954" y="290583"/>
                    <a:pt x="402146" y="282408"/>
                    <a:pt x="402146" y="272318"/>
                  </a:cubicBezTo>
                  <a:cubicBezTo>
                    <a:pt x="402019" y="262304"/>
                    <a:pt x="393891" y="254244"/>
                    <a:pt x="383858" y="254244"/>
                  </a:cubicBezTo>
                  <a:close/>
                  <a:moveTo>
                    <a:pt x="383858" y="71409"/>
                  </a:moveTo>
                  <a:cubicBezTo>
                    <a:pt x="373762" y="71409"/>
                    <a:pt x="365570" y="79584"/>
                    <a:pt x="365570" y="89673"/>
                  </a:cubicBezTo>
                  <a:cubicBezTo>
                    <a:pt x="365570" y="99763"/>
                    <a:pt x="373762" y="107938"/>
                    <a:pt x="383858" y="107938"/>
                  </a:cubicBezTo>
                  <a:cubicBezTo>
                    <a:pt x="393954" y="107938"/>
                    <a:pt x="402146" y="99763"/>
                    <a:pt x="402146" y="89673"/>
                  </a:cubicBezTo>
                  <a:cubicBezTo>
                    <a:pt x="402146" y="79584"/>
                    <a:pt x="393954" y="71409"/>
                    <a:pt x="383858" y="71409"/>
                  </a:cubicBezTo>
                  <a:close/>
                  <a:moveTo>
                    <a:pt x="383858" y="345376"/>
                  </a:moveTo>
                  <a:cubicBezTo>
                    <a:pt x="373762" y="345376"/>
                    <a:pt x="365570" y="353551"/>
                    <a:pt x="365570" y="363640"/>
                  </a:cubicBezTo>
                  <a:cubicBezTo>
                    <a:pt x="365570" y="373730"/>
                    <a:pt x="373762" y="381905"/>
                    <a:pt x="383858" y="381905"/>
                  </a:cubicBezTo>
                  <a:cubicBezTo>
                    <a:pt x="393954" y="381905"/>
                    <a:pt x="402146" y="373730"/>
                    <a:pt x="402146" y="363640"/>
                  </a:cubicBezTo>
                  <a:cubicBezTo>
                    <a:pt x="402146" y="353551"/>
                    <a:pt x="393954" y="345376"/>
                    <a:pt x="383858" y="345376"/>
                  </a:cubicBezTo>
                  <a:close/>
                  <a:moveTo>
                    <a:pt x="429578" y="208392"/>
                  </a:moveTo>
                  <a:cubicBezTo>
                    <a:pt x="419481" y="208392"/>
                    <a:pt x="411290" y="216567"/>
                    <a:pt x="411290" y="226657"/>
                  </a:cubicBezTo>
                  <a:cubicBezTo>
                    <a:pt x="411290" y="236747"/>
                    <a:pt x="419481" y="244921"/>
                    <a:pt x="429578" y="244921"/>
                  </a:cubicBezTo>
                  <a:cubicBezTo>
                    <a:pt x="439675" y="244921"/>
                    <a:pt x="447866" y="236747"/>
                    <a:pt x="447866" y="226657"/>
                  </a:cubicBezTo>
                  <a:cubicBezTo>
                    <a:pt x="447866" y="216567"/>
                    <a:pt x="439675" y="208392"/>
                    <a:pt x="429578" y="208392"/>
                  </a:cubicBezTo>
                  <a:close/>
                  <a:moveTo>
                    <a:pt x="429578" y="117070"/>
                  </a:moveTo>
                  <a:cubicBezTo>
                    <a:pt x="419481" y="117070"/>
                    <a:pt x="411290" y="125245"/>
                    <a:pt x="411290" y="135335"/>
                  </a:cubicBezTo>
                  <a:cubicBezTo>
                    <a:pt x="411290" y="145424"/>
                    <a:pt x="419481" y="153599"/>
                    <a:pt x="429578" y="153599"/>
                  </a:cubicBezTo>
                  <a:cubicBezTo>
                    <a:pt x="439675" y="153599"/>
                    <a:pt x="447866" y="145424"/>
                    <a:pt x="447866" y="135335"/>
                  </a:cubicBezTo>
                  <a:cubicBezTo>
                    <a:pt x="447866" y="125245"/>
                    <a:pt x="439675" y="117070"/>
                    <a:pt x="429578" y="117070"/>
                  </a:cubicBezTo>
                  <a:close/>
                  <a:moveTo>
                    <a:pt x="429578" y="299715"/>
                  </a:moveTo>
                  <a:cubicBezTo>
                    <a:pt x="419481" y="299715"/>
                    <a:pt x="411290" y="307890"/>
                    <a:pt x="411290" y="317979"/>
                  </a:cubicBezTo>
                  <a:cubicBezTo>
                    <a:pt x="411290" y="328069"/>
                    <a:pt x="419481" y="336244"/>
                    <a:pt x="429578" y="336244"/>
                  </a:cubicBezTo>
                  <a:cubicBezTo>
                    <a:pt x="439675" y="336244"/>
                    <a:pt x="447866" y="328069"/>
                    <a:pt x="447866" y="317979"/>
                  </a:cubicBezTo>
                  <a:cubicBezTo>
                    <a:pt x="447866" y="307890"/>
                    <a:pt x="439675" y="299715"/>
                    <a:pt x="429578" y="299715"/>
                  </a:cubicBezTo>
                  <a:close/>
                  <a:moveTo>
                    <a:pt x="429578" y="482359"/>
                  </a:moveTo>
                  <a:cubicBezTo>
                    <a:pt x="419481" y="482359"/>
                    <a:pt x="411290" y="490534"/>
                    <a:pt x="411290" y="500624"/>
                  </a:cubicBezTo>
                  <a:cubicBezTo>
                    <a:pt x="411290" y="510714"/>
                    <a:pt x="419481" y="518888"/>
                    <a:pt x="429578" y="518888"/>
                  </a:cubicBezTo>
                  <a:cubicBezTo>
                    <a:pt x="439675" y="518888"/>
                    <a:pt x="447866" y="510714"/>
                    <a:pt x="447866" y="500624"/>
                  </a:cubicBezTo>
                  <a:cubicBezTo>
                    <a:pt x="447739" y="490610"/>
                    <a:pt x="439611" y="482550"/>
                    <a:pt x="429578" y="482550"/>
                  </a:cubicBezTo>
                  <a:close/>
                  <a:moveTo>
                    <a:pt x="429578" y="391037"/>
                  </a:moveTo>
                  <a:cubicBezTo>
                    <a:pt x="419481" y="391037"/>
                    <a:pt x="411290" y="399212"/>
                    <a:pt x="411290" y="409302"/>
                  </a:cubicBezTo>
                  <a:cubicBezTo>
                    <a:pt x="411290" y="419391"/>
                    <a:pt x="419481" y="427566"/>
                    <a:pt x="429578" y="427566"/>
                  </a:cubicBezTo>
                  <a:cubicBezTo>
                    <a:pt x="439675" y="427566"/>
                    <a:pt x="447866" y="419391"/>
                    <a:pt x="447866" y="409302"/>
                  </a:cubicBezTo>
                  <a:cubicBezTo>
                    <a:pt x="447866" y="399212"/>
                    <a:pt x="439675" y="391037"/>
                    <a:pt x="429578" y="391037"/>
                  </a:cubicBezTo>
                  <a:close/>
                  <a:moveTo>
                    <a:pt x="566738" y="71409"/>
                  </a:moveTo>
                  <a:cubicBezTo>
                    <a:pt x="556641" y="71409"/>
                    <a:pt x="548450" y="79584"/>
                    <a:pt x="548450" y="89673"/>
                  </a:cubicBezTo>
                  <a:cubicBezTo>
                    <a:pt x="548450" y="99763"/>
                    <a:pt x="556641" y="107938"/>
                    <a:pt x="566738" y="107938"/>
                  </a:cubicBezTo>
                  <a:cubicBezTo>
                    <a:pt x="576835" y="107938"/>
                    <a:pt x="585026" y="99763"/>
                    <a:pt x="585026" y="89673"/>
                  </a:cubicBezTo>
                  <a:cubicBezTo>
                    <a:pt x="585026" y="79584"/>
                    <a:pt x="576835" y="71409"/>
                    <a:pt x="566738" y="71409"/>
                  </a:cubicBezTo>
                  <a:close/>
                  <a:moveTo>
                    <a:pt x="612458" y="391037"/>
                  </a:moveTo>
                  <a:cubicBezTo>
                    <a:pt x="602362" y="391037"/>
                    <a:pt x="594170" y="399212"/>
                    <a:pt x="594170" y="409302"/>
                  </a:cubicBezTo>
                  <a:cubicBezTo>
                    <a:pt x="594170" y="419391"/>
                    <a:pt x="602362" y="427566"/>
                    <a:pt x="612458" y="427566"/>
                  </a:cubicBezTo>
                  <a:cubicBezTo>
                    <a:pt x="622554" y="427566"/>
                    <a:pt x="630746" y="419391"/>
                    <a:pt x="630746" y="409302"/>
                  </a:cubicBezTo>
                  <a:cubicBezTo>
                    <a:pt x="630746" y="399212"/>
                    <a:pt x="622554" y="391037"/>
                    <a:pt x="612458" y="391037"/>
                  </a:cubicBezTo>
                  <a:close/>
                  <a:moveTo>
                    <a:pt x="612458" y="299715"/>
                  </a:moveTo>
                  <a:cubicBezTo>
                    <a:pt x="602362" y="299715"/>
                    <a:pt x="594170" y="307890"/>
                    <a:pt x="594170" y="317979"/>
                  </a:cubicBezTo>
                  <a:cubicBezTo>
                    <a:pt x="594170" y="328069"/>
                    <a:pt x="602362" y="336244"/>
                    <a:pt x="612458" y="336244"/>
                  </a:cubicBezTo>
                  <a:cubicBezTo>
                    <a:pt x="622554" y="336244"/>
                    <a:pt x="630746" y="328069"/>
                    <a:pt x="630746" y="317979"/>
                  </a:cubicBezTo>
                  <a:cubicBezTo>
                    <a:pt x="630746" y="307890"/>
                    <a:pt x="622554" y="299715"/>
                    <a:pt x="612458" y="299715"/>
                  </a:cubicBezTo>
                  <a:close/>
                  <a:moveTo>
                    <a:pt x="612458" y="482359"/>
                  </a:moveTo>
                  <a:cubicBezTo>
                    <a:pt x="602362" y="482359"/>
                    <a:pt x="594170" y="490534"/>
                    <a:pt x="594170" y="500624"/>
                  </a:cubicBezTo>
                  <a:cubicBezTo>
                    <a:pt x="594170" y="510714"/>
                    <a:pt x="602362" y="518888"/>
                    <a:pt x="612458" y="518888"/>
                  </a:cubicBezTo>
                  <a:cubicBezTo>
                    <a:pt x="622554" y="518888"/>
                    <a:pt x="630746" y="510714"/>
                    <a:pt x="630746" y="500624"/>
                  </a:cubicBezTo>
                  <a:cubicBezTo>
                    <a:pt x="630619" y="490610"/>
                    <a:pt x="622491" y="482550"/>
                    <a:pt x="612458" y="482550"/>
                  </a:cubicBezTo>
                  <a:close/>
                  <a:moveTo>
                    <a:pt x="521018" y="391037"/>
                  </a:moveTo>
                  <a:cubicBezTo>
                    <a:pt x="510922" y="391037"/>
                    <a:pt x="502730" y="399212"/>
                    <a:pt x="502730" y="409302"/>
                  </a:cubicBezTo>
                  <a:cubicBezTo>
                    <a:pt x="502730" y="419391"/>
                    <a:pt x="510922" y="427566"/>
                    <a:pt x="521018" y="427566"/>
                  </a:cubicBezTo>
                  <a:cubicBezTo>
                    <a:pt x="531114" y="427566"/>
                    <a:pt x="539306" y="419391"/>
                    <a:pt x="539306" y="409302"/>
                  </a:cubicBezTo>
                  <a:cubicBezTo>
                    <a:pt x="539306" y="399212"/>
                    <a:pt x="531114" y="391037"/>
                    <a:pt x="521018" y="391037"/>
                  </a:cubicBezTo>
                  <a:close/>
                  <a:moveTo>
                    <a:pt x="612458" y="25748"/>
                  </a:moveTo>
                  <a:cubicBezTo>
                    <a:pt x="602362" y="25748"/>
                    <a:pt x="594170" y="33922"/>
                    <a:pt x="594170" y="44012"/>
                  </a:cubicBezTo>
                  <a:cubicBezTo>
                    <a:pt x="594170" y="54102"/>
                    <a:pt x="602362" y="62277"/>
                    <a:pt x="612458" y="62277"/>
                  </a:cubicBezTo>
                  <a:cubicBezTo>
                    <a:pt x="622554" y="62277"/>
                    <a:pt x="630746" y="54102"/>
                    <a:pt x="630746" y="44012"/>
                  </a:cubicBezTo>
                  <a:cubicBezTo>
                    <a:pt x="630619" y="33998"/>
                    <a:pt x="622491" y="25938"/>
                    <a:pt x="612458" y="25938"/>
                  </a:cubicBezTo>
                  <a:close/>
                  <a:moveTo>
                    <a:pt x="658178" y="619343"/>
                  </a:moveTo>
                  <a:cubicBezTo>
                    <a:pt x="648970" y="619381"/>
                    <a:pt x="641224" y="626293"/>
                    <a:pt x="640144" y="635451"/>
                  </a:cubicBezTo>
                  <a:cubicBezTo>
                    <a:pt x="651891" y="637734"/>
                    <a:pt x="663829" y="639700"/>
                    <a:pt x="676085" y="641349"/>
                  </a:cubicBezTo>
                  <a:cubicBezTo>
                    <a:pt x="678180" y="631475"/>
                    <a:pt x="671830" y="621797"/>
                    <a:pt x="661925" y="619730"/>
                  </a:cubicBezTo>
                  <a:cubicBezTo>
                    <a:pt x="660718" y="619470"/>
                    <a:pt x="659448" y="619343"/>
                    <a:pt x="658178" y="619343"/>
                  </a:cubicBezTo>
                  <a:close/>
                  <a:moveTo>
                    <a:pt x="383858" y="436698"/>
                  </a:moveTo>
                  <a:cubicBezTo>
                    <a:pt x="373762" y="436698"/>
                    <a:pt x="365570" y="444873"/>
                    <a:pt x="365570" y="454963"/>
                  </a:cubicBezTo>
                  <a:cubicBezTo>
                    <a:pt x="365570" y="465053"/>
                    <a:pt x="373762" y="473227"/>
                    <a:pt x="383858" y="473227"/>
                  </a:cubicBezTo>
                  <a:cubicBezTo>
                    <a:pt x="393954" y="473227"/>
                    <a:pt x="402146" y="465053"/>
                    <a:pt x="402146" y="454963"/>
                  </a:cubicBezTo>
                  <a:cubicBezTo>
                    <a:pt x="402146" y="444873"/>
                    <a:pt x="393954" y="436698"/>
                    <a:pt x="383858" y="436698"/>
                  </a:cubicBezTo>
                  <a:close/>
                  <a:moveTo>
                    <a:pt x="612458" y="208392"/>
                  </a:moveTo>
                  <a:cubicBezTo>
                    <a:pt x="602362" y="208392"/>
                    <a:pt x="594170" y="216567"/>
                    <a:pt x="594170" y="226657"/>
                  </a:cubicBezTo>
                  <a:cubicBezTo>
                    <a:pt x="594170" y="236747"/>
                    <a:pt x="602362" y="244921"/>
                    <a:pt x="612458" y="244921"/>
                  </a:cubicBezTo>
                  <a:cubicBezTo>
                    <a:pt x="622554" y="244921"/>
                    <a:pt x="630746" y="236747"/>
                    <a:pt x="630746" y="226657"/>
                  </a:cubicBezTo>
                  <a:cubicBezTo>
                    <a:pt x="630746" y="216567"/>
                    <a:pt x="622554" y="208392"/>
                    <a:pt x="612458" y="208392"/>
                  </a:cubicBezTo>
                  <a:close/>
                  <a:moveTo>
                    <a:pt x="612458" y="117070"/>
                  </a:moveTo>
                  <a:cubicBezTo>
                    <a:pt x="602362" y="117070"/>
                    <a:pt x="594170" y="125245"/>
                    <a:pt x="594170" y="135335"/>
                  </a:cubicBezTo>
                  <a:cubicBezTo>
                    <a:pt x="594170" y="145424"/>
                    <a:pt x="602362" y="153599"/>
                    <a:pt x="612458" y="153599"/>
                  </a:cubicBezTo>
                  <a:cubicBezTo>
                    <a:pt x="622554" y="153599"/>
                    <a:pt x="630746" y="145424"/>
                    <a:pt x="630746" y="135335"/>
                  </a:cubicBezTo>
                  <a:cubicBezTo>
                    <a:pt x="630746" y="125245"/>
                    <a:pt x="622554" y="117070"/>
                    <a:pt x="612458" y="117070"/>
                  </a:cubicBezTo>
                  <a:close/>
                  <a:moveTo>
                    <a:pt x="612458" y="573682"/>
                  </a:moveTo>
                  <a:cubicBezTo>
                    <a:pt x="602362" y="573682"/>
                    <a:pt x="594170" y="581856"/>
                    <a:pt x="594170" y="591946"/>
                  </a:cubicBezTo>
                  <a:cubicBezTo>
                    <a:pt x="594170" y="602036"/>
                    <a:pt x="602362" y="610211"/>
                    <a:pt x="612458" y="610211"/>
                  </a:cubicBezTo>
                  <a:cubicBezTo>
                    <a:pt x="622554" y="610211"/>
                    <a:pt x="630746" y="602036"/>
                    <a:pt x="630746" y="591946"/>
                  </a:cubicBezTo>
                  <a:cubicBezTo>
                    <a:pt x="630746" y="581856"/>
                    <a:pt x="622554" y="573682"/>
                    <a:pt x="612458" y="573682"/>
                  </a:cubicBezTo>
                  <a:close/>
                  <a:moveTo>
                    <a:pt x="521018" y="25748"/>
                  </a:moveTo>
                  <a:cubicBezTo>
                    <a:pt x="510922" y="25748"/>
                    <a:pt x="502730" y="33922"/>
                    <a:pt x="502730" y="44012"/>
                  </a:cubicBezTo>
                  <a:cubicBezTo>
                    <a:pt x="502730" y="54102"/>
                    <a:pt x="510922" y="62277"/>
                    <a:pt x="521018" y="62277"/>
                  </a:cubicBezTo>
                  <a:cubicBezTo>
                    <a:pt x="531114" y="62277"/>
                    <a:pt x="539306" y="54102"/>
                    <a:pt x="539306" y="44012"/>
                  </a:cubicBezTo>
                  <a:cubicBezTo>
                    <a:pt x="539179" y="33998"/>
                    <a:pt x="531051" y="25938"/>
                    <a:pt x="521018" y="25938"/>
                  </a:cubicBezTo>
                  <a:close/>
                  <a:moveTo>
                    <a:pt x="521018" y="117070"/>
                  </a:moveTo>
                  <a:cubicBezTo>
                    <a:pt x="510922" y="117070"/>
                    <a:pt x="502730" y="125245"/>
                    <a:pt x="502730" y="135335"/>
                  </a:cubicBezTo>
                  <a:cubicBezTo>
                    <a:pt x="502730" y="145424"/>
                    <a:pt x="510922" y="153599"/>
                    <a:pt x="521018" y="153599"/>
                  </a:cubicBezTo>
                  <a:cubicBezTo>
                    <a:pt x="531114" y="153599"/>
                    <a:pt x="539306" y="145424"/>
                    <a:pt x="539306" y="135335"/>
                  </a:cubicBezTo>
                  <a:cubicBezTo>
                    <a:pt x="539306" y="125245"/>
                    <a:pt x="531114" y="117070"/>
                    <a:pt x="521018" y="117070"/>
                  </a:cubicBezTo>
                  <a:close/>
                  <a:moveTo>
                    <a:pt x="521018" y="208392"/>
                  </a:moveTo>
                  <a:cubicBezTo>
                    <a:pt x="510922" y="208392"/>
                    <a:pt x="502730" y="216567"/>
                    <a:pt x="502730" y="226657"/>
                  </a:cubicBezTo>
                  <a:cubicBezTo>
                    <a:pt x="502730" y="236747"/>
                    <a:pt x="510922" y="244921"/>
                    <a:pt x="521018" y="244921"/>
                  </a:cubicBezTo>
                  <a:cubicBezTo>
                    <a:pt x="531114" y="244921"/>
                    <a:pt x="539306" y="236747"/>
                    <a:pt x="539306" y="226657"/>
                  </a:cubicBezTo>
                  <a:cubicBezTo>
                    <a:pt x="539306" y="216567"/>
                    <a:pt x="531114" y="208392"/>
                    <a:pt x="521018" y="208392"/>
                  </a:cubicBezTo>
                  <a:close/>
                  <a:moveTo>
                    <a:pt x="521018" y="299715"/>
                  </a:moveTo>
                  <a:cubicBezTo>
                    <a:pt x="510922" y="299715"/>
                    <a:pt x="502730" y="307890"/>
                    <a:pt x="502730" y="317979"/>
                  </a:cubicBezTo>
                  <a:cubicBezTo>
                    <a:pt x="502730" y="328069"/>
                    <a:pt x="510922" y="336244"/>
                    <a:pt x="521018" y="336244"/>
                  </a:cubicBezTo>
                  <a:cubicBezTo>
                    <a:pt x="531114" y="336244"/>
                    <a:pt x="539306" y="328069"/>
                    <a:pt x="539306" y="317979"/>
                  </a:cubicBezTo>
                  <a:cubicBezTo>
                    <a:pt x="539306" y="307890"/>
                    <a:pt x="531114" y="299715"/>
                    <a:pt x="521018" y="299715"/>
                  </a:cubicBezTo>
                  <a:close/>
                  <a:moveTo>
                    <a:pt x="566738" y="162731"/>
                  </a:moveTo>
                  <a:cubicBezTo>
                    <a:pt x="556641" y="162731"/>
                    <a:pt x="548450" y="170906"/>
                    <a:pt x="548450" y="180996"/>
                  </a:cubicBezTo>
                  <a:cubicBezTo>
                    <a:pt x="548450" y="191086"/>
                    <a:pt x="556641" y="199260"/>
                    <a:pt x="566738" y="199260"/>
                  </a:cubicBezTo>
                  <a:cubicBezTo>
                    <a:pt x="576835" y="199260"/>
                    <a:pt x="585026" y="191086"/>
                    <a:pt x="585026" y="180996"/>
                  </a:cubicBezTo>
                  <a:cubicBezTo>
                    <a:pt x="585026" y="170906"/>
                    <a:pt x="576835" y="162731"/>
                    <a:pt x="566738" y="162731"/>
                  </a:cubicBezTo>
                  <a:close/>
                  <a:moveTo>
                    <a:pt x="566738" y="528021"/>
                  </a:moveTo>
                  <a:cubicBezTo>
                    <a:pt x="556578" y="527983"/>
                    <a:pt x="548387" y="536164"/>
                    <a:pt x="548323" y="546285"/>
                  </a:cubicBezTo>
                  <a:cubicBezTo>
                    <a:pt x="548260" y="556407"/>
                    <a:pt x="556451" y="564638"/>
                    <a:pt x="566611" y="564676"/>
                  </a:cubicBezTo>
                  <a:cubicBezTo>
                    <a:pt x="576771" y="564714"/>
                    <a:pt x="584962" y="556533"/>
                    <a:pt x="585026" y="546412"/>
                  </a:cubicBezTo>
                  <a:cubicBezTo>
                    <a:pt x="585026" y="546367"/>
                    <a:pt x="585026" y="546330"/>
                    <a:pt x="585026" y="546285"/>
                  </a:cubicBezTo>
                  <a:cubicBezTo>
                    <a:pt x="585026" y="536195"/>
                    <a:pt x="576835" y="528021"/>
                    <a:pt x="566738" y="528021"/>
                  </a:cubicBezTo>
                  <a:close/>
                  <a:moveTo>
                    <a:pt x="566738" y="254054"/>
                  </a:moveTo>
                  <a:cubicBezTo>
                    <a:pt x="556641" y="254054"/>
                    <a:pt x="548450" y="262228"/>
                    <a:pt x="548450" y="272318"/>
                  </a:cubicBezTo>
                  <a:cubicBezTo>
                    <a:pt x="548450" y="282408"/>
                    <a:pt x="556641" y="290583"/>
                    <a:pt x="566738" y="290583"/>
                  </a:cubicBezTo>
                  <a:cubicBezTo>
                    <a:pt x="576835" y="290583"/>
                    <a:pt x="585026" y="282408"/>
                    <a:pt x="585026" y="272318"/>
                  </a:cubicBezTo>
                  <a:cubicBezTo>
                    <a:pt x="584899" y="262304"/>
                    <a:pt x="576771" y="254244"/>
                    <a:pt x="566738" y="254244"/>
                  </a:cubicBezTo>
                  <a:close/>
                  <a:moveTo>
                    <a:pt x="566738" y="345376"/>
                  </a:moveTo>
                  <a:cubicBezTo>
                    <a:pt x="556641" y="345376"/>
                    <a:pt x="548450" y="353551"/>
                    <a:pt x="548450" y="363640"/>
                  </a:cubicBezTo>
                  <a:cubicBezTo>
                    <a:pt x="548450" y="373730"/>
                    <a:pt x="556641" y="381905"/>
                    <a:pt x="566738" y="381905"/>
                  </a:cubicBezTo>
                  <a:cubicBezTo>
                    <a:pt x="576835" y="381905"/>
                    <a:pt x="585026" y="373730"/>
                    <a:pt x="585026" y="363640"/>
                  </a:cubicBezTo>
                  <a:cubicBezTo>
                    <a:pt x="585026" y="353551"/>
                    <a:pt x="576835" y="345376"/>
                    <a:pt x="566738" y="345376"/>
                  </a:cubicBezTo>
                  <a:close/>
                  <a:moveTo>
                    <a:pt x="566738" y="436698"/>
                  </a:moveTo>
                  <a:cubicBezTo>
                    <a:pt x="556641" y="436698"/>
                    <a:pt x="548450" y="444873"/>
                    <a:pt x="548450" y="454963"/>
                  </a:cubicBezTo>
                  <a:cubicBezTo>
                    <a:pt x="548450" y="465053"/>
                    <a:pt x="556641" y="473227"/>
                    <a:pt x="566738" y="473227"/>
                  </a:cubicBezTo>
                  <a:cubicBezTo>
                    <a:pt x="576835" y="473227"/>
                    <a:pt x="585026" y="465053"/>
                    <a:pt x="585026" y="454963"/>
                  </a:cubicBezTo>
                  <a:cubicBezTo>
                    <a:pt x="585026" y="444873"/>
                    <a:pt x="576835" y="436698"/>
                    <a:pt x="566738" y="436698"/>
                  </a:cubicBezTo>
                  <a:close/>
                  <a:moveTo>
                    <a:pt x="338138" y="299715"/>
                  </a:moveTo>
                  <a:cubicBezTo>
                    <a:pt x="328041" y="299715"/>
                    <a:pt x="319849" y="307890"/>
                    <a:pt x="319849" y="317979"/>
                  </a:cubicBezTo>
                  <a:cubicBezTo>
                    <a:pt x="319849" y="328069"/>
                    <a:pt x="328041" y="336244"/>
                    <a:pt x="338138" y="336244"/>
                  </a:cubicBezTo>
                  <a:cubicBezTo>
                    <a:pt x="348235" y="336244"/>
                    <a:pt x="356426" y="328069"/>
                    <a:pt x="356426" y="317979"/>
                  </a:cubicBezTo>
                  <a:cubicBezTo>
                    <a:pt x="356426" y="307890"/>
                    <a:pt x="348235" y="299715"/>
                    <a:pt x="338138" y="299715"/>
                  </a:cubicBezTo>
                  <a:close/>
                  <a:moveTo>
                    <a:pt x="292418" y="16616"/>
                  </a:moveTo>
                  <a:cubicBezTo>
                    <a:pt x="301879" y="16590"/>
                    <a:pt x="309753" y="9392"/>
                    <a:pt x="310579" y="0"/>
                  </a:cubicBezTo>
                  <a:lnTo>
                    <a:pt x="274193" y="0"/>
                  </a:lnTo>
                  <a:cubicBezTo>
                    <a:pt x="275019" y="9443"/>
                    <a:pt x="282956" y="16679"/>
                    <a:pt x="292418" y="16616"/>
                  </a:cubicBezTo>
                  <a:close/>
                  <a:moveTo>
                    <a:pt x="200978" y="16616"/>
                  </a:moveTo>
                  <a:cubicBezTo>
                    <a:pt x="210439" y="16590"/>
                    <a:pt x="218313" y="9392"/>
                    <a:pt x="219139" y="0"/>
                  </a:cubicBezTo>
                  <a:lnTo>
                    <a:pt x="182880" y="0"/>
                  </a:lnTo>
                  <a:cubicBezTo>
                    <a:pt x="183642" y="9392"/>
                    <a:pt x="191516" y="16616"/>
                    <a:pt x="200978" y="16616"/>
                  </a:cubicBezTo>
                  <a:close/>
                  <a:moveTo>
                    <a:pt x="109538" y="16616"/>
                  </a:moveTo>
                  <a:cubicBezTo>
                    <a:pt x="119000" y="16590"/>
                    <a:pt x="126874" y="9392"/>
                    <a:pt x="127699" y="0"/>
                  </a:cubicBezTo>
                  <a:lnTo>
                    <a:pt x="91440" y="0"/>
                  </a:lnTo>
                  <a:cubicBezTo>
                    <a:pt x="92266" y="9380"/>
                    <a:pt x="100140" y="16584"/>
                    <a:pt x="109538" y="16616"/>
                  </a:cubicBezTo>
                  <a:close/>
                  <a:moveTo>
                    <a:pt x="383858" y="16616"/>
                  </a:moveTo>
                  <a:cubicBezTo>
                    <a:pt x="393319" y="16590"/>
                    <a:pt x="401193" y="9392"/>
                    <a:pt x="402019" y="0"/>
                  </a:cubicBezTo>
                  <a:lnTo>
                    <a:pt x="365761" y="0"/>
                  </a:lnTo>
                  <a:cubicBezTo>
                    <a:pt x="366523" y="9392"/>
                    <a:pt x="374397" y="16616"/>
                    <a:pt x="383858" y="16616"/>
                  </a:cubicBezTo>
                  <a:close/>
                  <a:moveTo>
                    <a:pt x="63818" y="25748"/>
                  </a:moveTo>
                  <a:cubicBezTo>
                    <a:pt x="53722" y="25748"/>
                    <a:pt x="45530" y="33922"/>
                    <a:pt x="45530" y="44012"/>
                  </a:cubicBezTo>
                  <a:cubicBezTo>
                    <a:pt x="45530" y="54102"/>
                    <a:pt x="53722" y="62277"/>
                    <a:pt x="63818" y="62277"/>
                  </a:cubicBezTo>
                  <a:cubicBezTo>
                    <a:pt x="73914" y="62277"/>
                    <a:pt x="82106" y="54102"/>
                    <a:pt x="82106" y="44012"/>
                  </a:cubicBezTo>
                  <a:cubicBezTo>
                    <a:pt x="81979" y="33998"/>
                    <a:pt x="73851" y="25938"/>
                    <a:pt x="63818" y="25938"/>
                  </a:cubicBezTo>
                  <a:close/>
                  <a:moveTo>
                    <a:pt x="63818" y="117070"/>
                  </a:moveTo>
                  <a:cubicBezTo>
                    <a:pt x="57341" y="117121"/>
                    <a:pt x="51436" y="120539"/>
                    <a:pt x="48133" y="126076"/>
                  </a:cubicBezTo>
                  <a:lnTo>
                    <a:pt x="65913" y="153409"/>
                  </a:lnTo>
                  <a:cubicBezTo>
                    <a:pt x="75947" y="152699"/>
                    <a:pt x="83503" y="143991"/>
                    <a:pt x="82804" y="133965"/>
                  </a:cubicBezTo>
                  <a:cubicBezTo>
                    <a:pt x="82106" y="124129"/>
                    <a:pt x="73661" y="116633"/>
                    <a:pt x="63818" y="117070"/>
                  </a:cubicBezTo>
                  <a:close/>
                  <a:moveTo>
                    <a:pt x="475298" y="16616"/>
                  </a:moveTo>
                  <a:cubicBezTo>
                    <a:pt x="484760" y="16590"/>
                    <a:pt x="492634" y="9392"/>
                    <a:pt x="493459" y="0"/>
                  </a:cubicBezTo>
                  <a:lnTo>
                    <a:pt x="457200" y="0"/>
                  </a:lnTo>
                  <a:cubicBezTo>
                    <a:pt x="457962" y="9392"/>
                    <a:pt x="465837" y="16616"/>
                    <a:pt x="475298" y="16616"/>
                  </a:cubicBezTo>
                  <a:close/>
                  <a:moveTo>
                    <a:pt x="18098" y="71409"/>
                  </a:moveTo>
                  <a:cubicBezTo>
                    <a:pt x="16511" y="71447"/>
                    <a:pt x="14923" y="71682"/>
                    <a:pt x="13399" y="72107"/>
                  </a:cubicBezTo>
                  <a:cubicBezTo>
                    <a:pt x="19749" y="81746"/>
                    <a:pt x="26099" y="91513"/>
                    <a:pt x="32449" y="101279"/>
                  </a:cubicBezTo>
                  <a:cubicBezTo>
                    <a:pt x="35179" y="98038"/>
                    <a:pt x="36703" y="93922"/>
                    <a:pt x="36703" y="89673"/>
                  </a:cubicBezTo>
                  <a:cubicBezTo>
                    <a:pt x="36703" y="79584"/>
                    <a:pt x="28512" y="71409"/>
                    <a:pt x="18415" y="71409"/>
                  </a:cubicBezTo>
                  <a:cubicBezTo>
                    <a:pt x="18288" y="71409"/>
                    <a:pt x="18224" y="71409"/>
                    <a:pt x="18098" y="71409"/>
                  </a:cubicBezTo>
                  <a:close/>
                  <a:moveTo>
                    <a:pt x="36259" y="0"/>
                  </a:moveTo>
                  <a:lnTo>
                    <a:pt x="0" y="0"/>
                  </a:lnTo>
                  <a:cubicBezTo>
                    <a:pt x="1016" y="10001"/>
                    <a:pt x="9970" y="17275"/>
                    <a:pt x="20003" y="16248"/>
                  </a:cubicBezTo>
                  <a:cubicBezTo>
                    <a:pt x="28575" y="15366"/>
                    <a:pt x="35370" y="8580"/>
                    <a:pt x="36259" y="0"/>
                  </a:cubicBezTo>
                  <a:close/>
                  <a:moveTo>
                    <a:pt x="1115378" y="16616"/>
                  </a:moveTo>
                  <a:cubicBezTo>
                    <a:pt x="1124839" y="16616"/>
                    <a:pt x="1132713" y="9392"/>
                    <a:pt x="1133475" y="0"/>
                  </a:cubicBezTo>
                  <a:lnTo>
                    <a:pt x="1097280" y="0"/>
                  </a:lnTo>
                  <a:cubicBezTo>
                    <a:pt x="1098042" y="9392"/>
                    <a:pt x="1105916" y="16616"/>
                    <a:pt x="1115378" y="16616"/>
                  </a:cubicBezTo>
                  <a:close/>
                  <a:moveTo>
                    <a:pt x="1023938" y="16616"/>
                  </a:moveTo>
                  <a:cubicBezTo>
                    <a:pt x="1033400" y="16616"/>
                    <a:pt x="1041274" y="9392"/>
                    <a:pt x="1042036" y="0"/>
                  </a:cubicBezTo>
                  <a:lnTo>
                    <a:pt x="1005840" y="0"/>
                  </a:lnTo>
                  <a:cubicBezTo>
                    <a:pt x="1006602" y="9392"/>
                    <a:pt x="1014476" y="16616"/>
                    <a:pt x="1023938" y="16616"/>
                  </a:cubicBezTo>
                  <a:close/>
                  <a:moveTo>
                    <a:pt x="932498" y="16616"/>
                  </a:moveTo>
                  <a:cubicBezTo>
                    <a:pt x="941960" y="16616"/>
                    <a:pt x="949834" y="9392"/>
                    <a:pt x="950595" y="0"/>
                  </a:cubicBezTo>
                  <a:lnTo>
                    <a:pt x="914400" y="0"/>
                  </a:lnTo>
                  <a:cubicBezTo>
                    <a:pt x="915162" y="9392"/>
                    <a:pt x="923037" y="16616"/>
                    <a:pt x="932498" y="16616"/>
                  </a:cubicBezTo>
                  <a:close/>
                  <a:moveTo>
                    <a:pt x="109538" y="162478"/>
                  </a:moveTo>
                  <a:cubicBezTo>
                    <a:pt x="99441" y="162478"/>
                    <a:pt x="91249" y="170652"/>
                    <a:pt x="91249" y="180742"/>
                  </a:cubicBezTo>
                  <a:cubicBezTo>
                    <a:pt x="91249" y="190832"/>
                    <a:pt x="99441" y="199007"/>
                    <a:pt x="109538" y="199007"/>
                  </a:cubicBezTo>
                  <a:cubicBezTo>
                    <a:pt x="119635" y="199007"/>
                    <a:pt x="127826" y="190832"/>
                    <a:pt x="127826" y="180742"/>
                  </a:cubicBezTo>
                  <a:cubicBezTo>
                    <a:pt x="127699" y="170754"/>
                    <a:pt x="119571" y="162731"/>
                    <a:pt x="109538" y="162731"/>
                  </a:cubicBezTo>
                  <a:close/>
                  <a:moveTo>
                    <a:pt x="566738" y="16616"/>
                  </a:moveTo>
                  <a:cubicBezTo>
                    <a:pt x="576200" y="16590"/>
                    <a:pt x="584074" y="9392"/>
                    <a:pt x="584899" y="0"/>
                  </a:cubicBezTo>
                  <a:lnTo>
                    <a:pt x="548640" y="0"/>
                  </a:lnTo>
                  <a:cubicBezTo>
                    <a:pt x="549402" y="9392"/>
                    <a:pt x="557276" y="16616"/>
                    <a:pt x="566738" y="16616"/>
                  </a:cubicBezTo>
                  <a:close/>
                  <a:moveTo>
                    <a:pt x="1206818" y="16616"/>
                  </a:moveTo>
                  <a:cubicBezTo>
                    <a:pt x="1216279" y="16616"/>
                    <a:pt x="1224153" y="9392"/>
                    <a:pt x="1224915" y="0"/>
                  </a:cubicBezTo>
                  <a:lnTo>
                    <a:pt x="1188593" y="0"/>
                  </a:lnTo>
                  <a:cubicBezTo>
                    <a:pt x="1189419" y="9443"/>
                    <a:pt x="1197356" y="16679"/>
                    <a:pt x="1206818" y="16616"/>
                  </a:cubicBezTo>
                  <a:close/>
                  <a:moveTo>
                    <a:pt x="841058" y="16616"/>
                  </a:moveTo>
                  <a:cubicBezTo>
                    <a:pt x="850519" y="16616"/>
                    <a:pt x="858393" y="9392"/>
                    <a:pt x="859155" y="0"/>
                  </a:cubicBezTo>
                  <a:lnTo>
                    <a:pt x="822961" y="0"/>
                  </a:lnTo>
                  <a:cubicBezTo>
                    <a:pt x="823723" y="9392"/>
                    <a:pt x="831597" y="16616"/>
                    <a:pt x="841058" y="16616"/>
                  </a:cubicBezTo>
                  <a:close/>
                  <a:moveTo>
                    <a:pt x="658178" y="16616"/>
                  </a:moveTo>
                  <a:cubicBezTo>
                    <a:pt x="667639" y="16590"/>
                    <a:pt x="675513" y="9392"/>
                    <a:pt x="676339" y="0"/>
                  </a:cubicBezTo>
                  <a:lnTo>
                    <a:pt x="640080" y="0"/>
                  </a:lnTo>
                  <a:cubicBezTo>
                    <a:pt x="640842" y="9392"/>
                    <a:pt x="648716" y="16616"/>
                    <a:pt x="658178" y="16616"/>
                  </a:cubicBezTo>
                  <a:close/>
                  <a:moveTo>
                    <a:pt x="749618" y="16616"/>
                  </a:moveTo>
                  <a:cubicBezTo>
                    <a:pt x="759079" y="16616"/>
                    <a:pt x="766953" y="9392"/>
                    <a:pt x="767715" y="0"/>
                  </a:cubicBezTo>
                  <a:lnTo>
                    <a:pt x="731393" y="0"/>
                  </a:lnTo>
                  <a:cubicBezTo>
                    <a:pt x="732219" y="9443"/>
                    <a:pt x="740156" y="16679"/>
                    <a:pt x="749618" y="16616"/>
                  </a:cubicBezTo>
                  <a:close/>
                  <a:moveTo>
                    <a:pt x="200978" y="71409"/>
                  </a:moveTo>
                  <a:cubicBezTo>
                    <a:pt x="190881" y="71409"/>
                    <a:pt x="182690" y="79584"/>
                    <a:pt x="182690" y="89673"/>
                  </a:cubicBezTo>
                  <a:cubicBezTo>
                    <a:pt x="182690" y="99763"/>
                    <a:pt x="190881" y="107938"/>
                    <a:pt x="200978" y="107938"/>
                  </a:cubicBezTo>
                  <a:cubicBezTo>
                    <a:pt x="211075" y="107938"/>
                    <a:pt x="219266" y="99763"/>
                    <a:pt x="219266" y="89673"/>
                  </a:cubicBezTo>
                  <a:cubicBezTo>
                    <a:pt x="219266" y="79584"/>
                    <a:pt x="211075" y="71409"/>
                    <a:pt x="200978" y="71409"/>
                  </a:cubicBezTo>
                  <a:close/>
                  <a:moveTo>
                    <a:pt x="292418" y="162731"/>
                  </a:moveTo>
                  <a:cubicBezTo>
                    <a:pt x="282322" y="162731"/>
                    <a:pt x="274130" y="170906"/>
                    <a:pt x="274130" y="180996"/>
                  </a:cubicBezTo>
                  <a:cubicBezTo>
                    <a:pt x="274130" y="191086"/>
                    <a:pt x="282322" y="199260"/>
                    <a:pt x="292418" y="199260"/>
                  </a:cubicBezTo>
                  <a:cubicBezTo>
                    <a:pt x="302514" y="199260"/>
                    <a:pt x="310706" y="191086"/>
                    <a:pt x="310706" y="180996"/>
                  </a:cubicBezTo>
                  <a:cubicBezTo>
                    <a:pt x="310706" y="170906"/>
                    <a:pt x="302514" y="162731"/>
                    <a:pt x="292418" y="162731"/>
                  </a:cubicBezTo>
                  <a:close/>
                  <a:moveTo>
                    <a:pt x="292418" y="71409"/>
                  </a:moveTo>
                  <a:cubicBezTo>
                    <a:pt x="282322" y="71409"/>
                    <a:pt x="274130" y="79584"/>
                    <a:pt x="274130" y="89673"/>
                  </a:cubicBezTo>
                  <a:cubicBezTo>
                    <a:pt x="274130" y="99763"/>
                    <a:pt x="282322" y="107938"/>
                    <a:pt x="292418" y="107938"/>
                  </a:cubicBezTo>
                  <a:cubicBezTo>
                    <a:pt x="302514" y="107938"/>
                    <a:pt x="310706" y="99763"/>
                    <a:pt x="310706" y="89673"/>
                  </a:cubicBezTo>
                  <a:cubicBezTo>
                    <a:pt x="310706" y="79584"/>
                    <a:pt x="302514" y="71409"/>
                    <a:pt x="292418" y="71409"/>
                  </a:cubicBezTo>
                  <a:close/>
                  <a:moveTo>
                    <a:pt x="292418" y="254054"/>
                  </a:moveTo>
                  <a:cubicBezTo>
                    <a:pt x="282322" y="254054"/>
                    <a:pt x="274130" y="262228"/>
                    <a:pt x="274130" y="272318"/>
                  </a:cubicBezTo>
                  <a:cubicBezTo>
                    <a:pt x="274130" y="282408"/>
                    <a:pt x="282322" y="290583"/>
                    <a:pt x="292418" y="290583"/>
                  </a:cubicBezTo>
                  <a:cubicBezTo>
                    <a:pt x="302514" y="290583"/>
                    <a:pt x="310706" y="282408"/>
                    <a:pt x="310706" y="272318"/>
                  </a:cubicBezTo>
                  <a:cubicBezTo>
                    <a:pt x="310579" y="262304"/>
                    <a:pt x="302451" y="254244"/>
                    <a:pt x="292418" y="254244"/>
                  </a:cubicBezTo>
                  <a:close/>
                  <a:moveTo>
                    <a:pt x="292418" y="345376"/>
                  </a:moveTo>
                  <a:cubicBezTo>
                    <a:pt x="282322" y="345376"/>
                    <a:pt x="274130" y="353551"/>
                    <a:pt x="274130" y="363640"/>
                  </a:cubicBezTo>
                  <a:cubicBezTo>
                    <a:pt x="274130" y="373730"/>
                    <a:pt x="282322" y="381905"/>
                    <a:pt x="292418" y="381905"/>
                  </a:cubicBezTo>
                  <a:cubicBezTo>
                    <a:pt x="302514" y="381905"/>
                    <a:pt x="310706" y="373730"/>
                    <a:pt x="310706" y="363640"/>
                  </a:cubicBezTo>
                  <a:cubicBezTo>
                    <a:pt x="310706" y="353551"/>
                    <a:pt x="302514" y="345376"/>
                    <a:pt x="292418" y="345376"/>
                  </a:cubicBezTo>
                  <a:close/>
                  <a:moveTo>
                    <a:pt x="338138" y="208392"/>
                  </a:moveTo>
                  <a:cubicBezTo>
                    <a:pt x="328041" y="208392"/>
                    <a:pt x="319849" y="216567"/>
                    <a:pt x="319849" y="226657"/>
                  </a:cubicBezTo>
                  <a:cubicBezTo>
                    <a:pt x="319849" y="236747"/>
                    <a:pt x="328041" y="244921"/>
                    <a:pt x="338138" y="244921"/>
                  </a:cubicBezTo>
                  <a:cubicBezTo>
                    <a:pt x="348235" y="244921"/>
                    <a:pt x="356426" y="236747"/>
                    <a:pt x="356426" y="226657"/>
                  </a:cubicBezTo>
                  <a:cubicBezTo>
                    <a:pt x="356426" y="216567"/>
                    <a:pt x="348235" y="208392"/>
                    <a:pt x="338138" y="208392"/>
                  </a:cubicBezTo>
                  <a:close/>
                  <a:moveTo>
                    <a:pt x="109538" y="71409"/>
                  </a:moveTo>
                  <a:cubicBezTo>
                    <a:pt x="99441" y="71409"/>
                    <a:pt x="91249" y="79584"/>
                    <a:pt x="91249" y="89673"/>
                  </a:cubicBezTo>
                  <a:cubicBezTo>
                    <a:pt x="91249" y="99763"/>
                    <a:pt x="99441" y="107938"/>
                    <a:pt x="109538" y="107938"/>
                  </a:cubicBezTo>
                  <a:cubicBezTo>
                    <a:pt x="119635" y="107938"/>
                    <a:pt x="127826" y="99763"/>
                    <a:pt x="127826" y="89673"/>
                  </a:cubicBezTo>
                  <a:cubicBezTo>
                    <a:pt x="127826" y="79584"/>
                    <a:pt x="119635" y="71409"/>
                    <a:pt x="109538" y="71409"/>
                  </a:cubicBezTo>
                  <a:close/>
                  <a:moveTo>
                    <a:pt x="246698" y="25748"/>
                  </a:moveTo>
                  <a:cubicBezTo>
                    <a:pt x="236601" y="25748"/>
                    <a:pt x="228410" y="33922"/>
                    <a:pt x="228410" y="44012"/>
                  </a:cubicBezTo>
                  <a:cubicBezTo>
                    <a:pt x="228410" y="54102"/>
                    <a:pt x="236601" y="62277"/>
                    <a:pt x="246698" y="62277"/>
                  </a:cubicBezTo>
                  <a:cubicBezTo>
                    <a:pt x="256794" y="62277"/>
                    <a:pt x="264986" y="54102"/>
                    <a:pt x="264986" y="44012"/>
                  </a:cubicBezTo>
                  <a:cubicBezTo>
                    <a:pt x="264859" y="33998"/>
                    <a:pt x="256731" y="25938"/>
                    <a:pt x="246698" y="25938"/>
                  </a:cubicBezTo>
                  <a:close/>
                  <a:moveTo>
                    <a:pt x="338138" y="117070"/>
                  </a:moveTo>
                  <a:cubicBezTo>
                    <a:pt x="328041" y="117070"/>
                    <a:pt x="319849" y="125245"/>
                    <a:pt x="319849" y="135335"/>
                  </a:cubicBezTo>
                  <a:cubicBezTo>
                    <a:pt x="319849" y="145424"/>
                    <a:pt x="328041" y="153599"/>
                    <a:pt x="338138" y="153599"/>
                  </a:cubicBezTo>
                  <a:cubicBezTo>
                    <a:pt x="348235" y="153599"/>
                    <a:pt x="356426" y="145424"/>
                    <a:pt x="356426" y="135335"/>
                  </a:cubicBezTo>
                  <a:cubicBezTo>
                    <a:pt x="356426" y="125245"/>
                    <a:pt x="348235" y="117070"/>
                    <a:pt x="338138" y="117070"/>
                  </a:cubicBezTo>
                  <a:close/>
                  <a:moveTo>
                    <a:pt x="658178" y="528021"/>
                  </a:moveTo>
                  <a:cubicBezTo>
                    <a:pt x="648018" y="527983"/>
                    <a:pt x="639826" y="536164"/>
                    <a:pt x="639763" y="546285"/>
                  </a:cubicBezTo>
                  <a:cubicBezTo>
                    <a:pt x="639700" y="556407"/>
                    <a:pt x="647891" y="564638"/>
                    <a:pt x="658051" y="564676"/>
                  </a:cubicBezTo>
                  <a:cubicBezTo>
                    <a:pt x="668211" y="564714"/>
                    <a:pt x="676402" y="556533"/>
                    <a:pt x="676466" y="546412"/>
                  </a:cubicBezTo>
                  <a:cubicBezTo>
                    <a:pt x="676466" y="546367"/>
                    <a:pt x="676466" y="546330"/>
                    <a:pt x="676466" y="546285"/>
                  </a:cubicBezTo>
                  <a:cubicBezTo>
                    <a:pt x="676466" y="536195"/>
                    <a:pt x="668275" y="528021"/>
                    <a:pt x="658178" y="528021"/>
                  </a:cubicBezTo>
                  <a:close/>
                  <a:moveTo>
                    <a:pt x="338138" y="391037"/>
                  </a:moveTo>
                  <a:cubicBezTo>
                    <a:pt x="328041" y="391037"/>
                    <a:pt x="319849" y="399212"/>
                    <a:pt x="319849" y="409302"/>
                  </a:cubicBezTo>
                  <a:cubicBezTo>
                    <a:pt x="319849" y="419391"/>
                    <a:pt x="328041" y="427566"/>
                    <a:pt x="338138" y="427566"/>
                  </a:cubicBezTo>
                  <a:cubicBezTo>
                    <a:pt x="348235" y="427566"/>
                    <a:pt x="356426" y="419391"/>
                    <a:pt x="356426" y="409302"/>
                  </a:cubicBezTo>
                  <a:cubicBezTo>
                    <a:pt x="356426" y="399212"/>
                    <a:pt x="348235" y="391037"/>
                    <a:pt x="338138" y="391037"/>
                  </a:cubicBezTo>
                  <a:close/>
                  <a:moveTo>
                    <a:pt x="155258" y="25748"/>
                  </a:moveTo>
                  <a:cubicBezTo>
                    <a:pt x="145162" y="25748"/>
                    <a:pt x="136970" y="33922"/>
                    <a:pt x="136970" y="44012"/>
                  </a:cubicBezTo>
                  <a:cubicBezTo>
                    <a:pt x="136970" y="54102"/>
                    <a:pt x="145162" y="62277"/>
                    <a:pt x="155258" y="62277"/>
                  </a:cubicBezTo>
                  <a:cubicBezTo>
                    <a:pt x="165354" y="62277"/>
                    <a:pt x="173546" y="54102"/>
                    <a:pt x="173546" y="44012"/>
                  </a:cubicBezTo>
                  <a:cubicBezTo>
                    <a:pt x="173419" y="33998"/>
                    <a:pt x="165291" y="25938"/>
                    <a:pt x="155258" y="25938"/>
                  </a:cubicBezTo>
                  <a:close/>
                  <a:moveTo>
                    <a:pt x="155258" y="117070"/>
                  </a:moveTo>
                  <a:cubicBezTo>
                    <a:pt x="145162" y="117070"/>
                    <a:pt x="136970" y="125245"/>
                    <a:pt x="136970" y="135335"/>
                  </a:cubicBezTo>
                  <a:cubicBezTo>
                    <a:pt x="136970" y="145424"/>
                    <a:pt x="145162" y="153599"/>
                    <a:pt x="155258" y="153599"/>
                  </a:cubicBezTo>
                  <a:cubicBezTo>
                    <a:pt x="165354" y="153599"/>
                    <a:pt x="173546" y="145424"/>
                    <a:pt x="173546" y="135335"/>
                  </a:cubicBezTo>
                  <a:cubicBezTo>
                    <a:pt x="173546" y="125245"/>
                    <a:pt x="165354" y="117070"/>
                    <a:pt x="155258" y="117070"/>
                  </a:cubicBezTo>
                  <a:close/>
                  <a:moveTo>
                    <a:pt x="200978" y="254054"/>
                  </a:moveTo>
                  <a:cubicBezTo>
                    <a:pt x="190881" y="254054"/>
                    <a:pt x="182690" y="262228"/>
                    <a:pt x="182690" y="272318"/>
                  </a:cubicBezTo>
                  <a:cubicBezTo>
                    <a:pt x="182690" y="282408"/>
                    <a:pt x="190881" y="290583"/>
                    <a:pt x="200978" y="290583"/>
                  </a:cubicBezTo>
                  <a:cubicBezTo>
                    <a:pt x="211075" y="290583"/>
                    <a:pt x="219266" y="282408"/>
                    <a:pt x="219266" y="272318"/>
                  </a:cubicBezTo>
                  <a:cubicBezTo>
                    <a:pt x="219139" y="262304"/>
                    <a:pt x="211011" y="254244"/>
                    <a:pt x="200978" y="254244"/>
                  </a:cubicBezTo>
                  <a:close/>
                  <a:moveTo>
                    <a:pt x="155258" y="208392"/>
                  </a:moveTo>
                  <a:cubicBezTo>
                    <a:pt x="145162" y="208392"/>
                    <a:pt x="136970" y="216567"/>
                    <a:pt x="136970" y="226657"/>
                  </a:cubicBezTo>
                  <a:cubicBezTo>
                    <a:pt x="136970" y="236747"/>
                    <a:pt x="145162" y="244921"/>
                    <a:pt x="155258" y="244921"/>
                  </a:cubicBezTo>
                  <a:cubicBezTo>
                    <a:pt x="165354" y="244921"/>
                    <a:pt x="173546" y="236747"/>
                    <a:pt x="173546" y="226657"/>
                  </a:cubicBezTo>
                  <a:cubicBezTo>
                    <a:pt x="173546" y="216567"/>
                    <a:pt x="165354" y="208392"/>
                    <a:pt x="155258" y="208392"/>
                  </a:cubicBezTo>
                  <a:close/>
                  <a:moveTo>
                    <a:pt x="200978" y="162731"/>
                  </a:moveTo>
                  <a:cubicBezTo>
                    <a:pt x="190881" y="162731"/>
                    <a:pt x="182690" y="170906"/>
                    <a:pt x="182690" y="180996"/>
                  </a:cubicBezTo>
                  <a:cubicBezTo>
                    <a:pt x="182690" y="191086"/>
                    <a:pt x="190881" y="199260"/>
                    <a:pt x="200978" y="199260"/>
                  </a:cubicBezTo>
                  <a:cubicBezTo>
                    <a:pt x="211075" y="199260"/>
                    <a:pt x="219266" y="191086"/>
                    <a:pt x="219266" y="180996"/>
                  </a:cubicBezTo>
                  <a:cubicBezTo>
                    <a:pt x="219266" y="170906"/>
                    <a:pt x="211075" y="162731"/>
                    <a:pt x="200978" y="162731"/>
                  </a:cubicBezTo>
                  <a:close/>
                  <a:moveTo>
                    <a:pt x="246698" y="208392"/>
                  </a:moveTo>
                  <a:cubicBezTo>
                    <a:pt x="236601" y="208392"/>
                    <a:pt x="228410" y="216567"/>
                    <a:pt x="228410" y="226657"/>
                  </a:cubicBezTo>
                  <a:cubicBezTo>
                    <a:pt x="228410" y="236747"/>
                    <a:pt x="236601" y="244921"/>
                    <a:pt x="246698" y="244921"/>
                  </a:cubicBezTo>
                  <a:cubicBezTo>
                    <a:pt x="256794" y="244921"/>
                    <a:pt x="264986" y="236747"/>
                    <a:pt x="264986" y="226657"/>
                  </a:cubicBezTo>
                  <a:cubicBezTo>
                    <a:pt x="264986" y="216567"/>
                    <a:pt x="256794" y="208392"/>
                    <a:pt x="246698" y="208392"/>
                  </a:cubicBezTo>
                  <a:close/>
                  <a:moveTo>
                    <a:pt x="246698" y="299715"/>
                  </a:moveTo>
                  <a:cubicBezTo>
                    <a:pt x="236601" y="299715"/>
                    <a:pt x="228410" y="307890"/>
                    <a:pt x="228410" y="317979"/>
                  </a:cubicBezTo>
                  <a:cubicBezTo>
                    <a:pt x="228410" y="328069"/>
                    <a:pt x="236601" y="336244"/>
                    <a:pt x="246698" y="336244"/>
                  </a:cubicBezTo>
                  <a:cubicBezTo>
                    <a:pt x="256794" y="336244"/>
                    <a:pt x="264986" y="328069"/>
                    <a:pt x="264986" y="317979"/>
                  </a:cubicBezTo>
                  <a:cubicBezTo>
                    <a:pt x="264986" y="307890"/>
                    <a:pt x="256794" y="299715"/>
                    <a:pt x="246698" y="299715"/>
                  </a:cubicBezTo>
                  <a:close/>
                  <a:moveTo>
                    <a:pt x="338138" y="25748"/>
                  </a:moveTo>
                  <a:cubicBezTo>
                    <a:pt x="328041" y="25748"/>
                    <a:pt x="319849" y="33922"/>
                    <a:pt x="319849" y="44012"/>
                  </a:cubicBezTo>
                  <a:cubicBezTo>
                    <a:pt x="319849" y="54102"/>
                    <a:pt x="328041" y="62277"/>
                    <a:pt x="338138" y="62277"/>
                  </a:cubicBezTo>
                  <a:cubicBezTo>
                    <a:pt x="348235" y="62277"/>
                    <a:pt x="356426" y="54102"/>
                    <a:pt x="356426" y="44012"/>
                  </a:cubicBezTo>
                  <a:cubicBezTo>
                    <a:pt x="356299" y="33998"/>
                    <a:pt x="348171" y="25938"/>
                    <a:pt x="338138" y="25938"/>
                  </a:cubicBezTo>
                  <a:close/>
                  <a:moveTo>
                    <a:pt x="246698" y="117070"/>
                  </a:moveTo>
                  <a:cubicBezTo>
                    <a:pt x="236601" y="117070"/>
                    <a:pt x="228410" y="125245"/>
                    <a:pt x="228410" y="135335"/>
                  </a:cubicBezTo>
                  <a:cubicBezTo>
                    <a:pt x="228410" y="145424"/>
                    <a:pt x="236601" y="153599"/>
                    <a:pt x="246698" y="153599"/>
                  </a:cubicBezTo>
                  <a:cubicBezTo>
                    <a:pt x="256794" y="153599"/>
                    <a:pt x="264986" y="145424"/>
                    <a:pt x="264986" y="135335"/>
                  </a:cubicBezTo>
                  <a:cubicBezTo>
                    <a:pt x="264986" y="125245"/>
                    <a:pt x="256794" y="117070"/>
                    <a:pt x="246698" y="117070"/>
                  </a:cubicBezTo>
                  <a:close/>
                  <a:moveTo>
                    <a:pt x="1023938" y="345376"/>
                  </a:moveTo>
                  <a:cubicBezTo>
                    <a:pt x="1013841" y="345376"/>
                    <a:pt x="1005650" y="353551"/>
                    <a:pt x="1005650" y="363640"/>
                  </a:cubicBezTo>
                  <a:cubicBezTo>
                    <a:pt x="1005650" y="373730"/>
                    <a:pt x="1013841" y="381905"/>
                    <a:pt x="1023938" y="381905"/>
                  </a:cubicBezTo>
                  <a:cubicBezTo>
                    <a:pt x="1034035" y="381905"/>
                    <a:pt x="1042226" y="373730"/>
                    <a:pt x="1042226" y="363640"/>
                  </a:cubicBezTo>
                  <a:cubicBezTo>
                    <a:pt x="1042226" y="353551"/>
                    <a:pt x="1034035" y="345376"/>
                    <a:pt x="1023938" y="345376"/>
                  </a:cubicBezTo>
                  <a:close/>
                  <a:moveTo>
                    <a:pt x="978218" y="25748"/>
                  </a:moveTo>
                  <a:cubicBezTo>
                    <a:pt x="968122" y="25748"/>
                    <a:pt x="959930" y="33922"/>
                    <a:pt x="959930" y="44012"/>
                  </a:cubicBezTo>
                  <a:cubicBezTo>
                    <a:pt x="959930" y="54102"/>
                    <a:pt x="968122" y="62277"/>
                    <a:pt x="978218" y="62277"/>
                  </a:cubicBezTo>
                  <a:cubicBezTo>
                    <a:pt x="988314" y="62277"/>
                    <a:pt x="996506" y="54102"/>
                    <a:pt x="996506" y="44012"/>
                  </a:cubicBezTo>
                  <a:cubicBezTo>
                    <a:pt x="996379" y="33998"/>
                    <a:pt x="988251" y="25938"/>
                    <a:pt x="978218" y="25938"/>
                  </a:cubicBezTo>
                  <a:close/>
                  <a:moveTo>
                    <a:pt x="1023938" y="436698"/>
                  </a:moveTo>
                  <a:cubicBezTo>
                    <a:pt x="1013841" y="436698"/>
                    <a:pt x="1005650" y="444873"/>
                    <a:pt x="1005650" y="454963"/>
                  </a:cubicBezTo>
                  <a:cubicBezTo>
                    <a:pt x="1005650" y="465053"/>
                    <a:pt x="1013841" y="473227"/>
                    <a:pt x="1023938" y="473227"/>
                  </a:cubicBezTo>
                  <a:cubicBezTo>
                    <a:pt x="1034035" y="473227"/>
                    <a:pt x="1042226" y="465053"/>
                    <a:pt x="1042226" y="454963"/>
                  </a:cubicBezTo>
                  <a:cubicBezTo>
                    <a:pt x="1042226" y="444873"/>
                    <a:pt x="1034035" y="436698"/>
                    <a:pt x="1023938" y="436698"/>
                  </a:cubicBezTo>
                  <a:close/>
                  <a:moveTo>
                    <a:pt x="978218" y="117070"/>
                  </a:moveTo>
                  <a:cubicBezTo>
                    <a:pt x="968122" y="117070"/>
                    <a:pt x="959930" y="125245"/>
                    <a:pt x="959930" y="135335"/>
                  </a:cubicBezTo>
                  <a:cubicBezTo>
                    <a:pt x="959930" y="145424"/>
                    <a:pt x="968122" y="153599"/>
                    <a:pt x="978218" y="153599"/>
                  </a:cubicBezTo>
                  <a:cubicBezTo>
                    <a:pt x="988314" y="153599"/>
                    <a:pt x="996506" y="145424"/>
                    <a:pt x="996506" y="135335"/>
                  </a:cubicBezTo>
                  <a:cubicBezTo>
                    <a:pt x="996506" y="125245"/>
                    <a:pt x="988314" y="117070"/>
                    <a:pt x="978218" y="117070"/>
                  </a:cubicBezTo>
                  <a:close/>
                  <a:moveTo>
                    <a:pt x="1069658" y="391037"/>
                  </a:moveTo>
                  <a:cubicBezTo>
                    <a:pt x="1059562" y="391037"/>
                    <a:pt x="1051370" y="399212"/>
                    <a:pt x="1051370" y="409302"/>
                  </a:cubicBezTo>
                  <a:cubicBezTo>
                    <a:pt x="1051370" y="419391"/>
                    <a:pt x="1059562" y="427566"/>
                    <a:pt x="1069658" y="427566"/>
                  </a:cubicBezTo>
                  <a:cubicBezTo>
                    <a:pt x="1079754" y="427566"/>
                    <a:pt x="1087946" y="419391"/>
                    <a:pt x="1087946" y="409302"/>
                  </a:cubicBezTo>
                  <a:cubicBezTo>
                    <a:pt x="1087946" y="399212"/>
                    <a:pt x="1079754" y="391037"/>
                    <a:pt x="1069658" y="391037"/>
                  </a:cubicBezTo>
                  <a:close/>
                  <a:moveTo>
                    <a:pt x="1023938" y="254054"/>
                  </a:moveTo>
                  <a:cubicBezTo>
                    <a:pt x="1013841" y="254054"/>
                    <a:pt x="1005650" y="262228"/>
                    <a:pt x="1005650" y="272318"/>
                  </a:cubicBezTo>
                  <a:cubicBezTo>
                    <a:pt x="1005650" y="282408"/>
                    <a:pt x="1013841" y="290583"/>
                    <a:pt x="1023938" y="290583"/>
                  </a:cubicBezTo>
                  <a:cubicBezTo>
                    <a:pt x="1034035" y="290583"/>
                    <a:pt x="1042226" y="282408"/>
                    <a:pt x="1042226" y="272318"/>
                  </a:cubicBezTo>
                  <a:cubicBezTo>
                    <a:pt x="1042099" y="262304"/>
                    <a:pt x="1033971" y="254244"/>
                    <a:pt x="1023938" y="254244"/>
                  </a:cubicBezTo>
                  <a:close/>
                  <a:moveTo>
                    <a:pt x="1023938" y="71409"/>
                  </a:moveTo>
                  <a:cubicBezTo>
                    <a:pt x="1013841" y="71409"/>
                    <a:pt x="1005650" y="79584"/>
                    <a:pt x="1005650" y="89673"/>
                  </a:cubicBezTo>
                  <a:cubicBezTo>
                    <a:pt x="1005650" y="99763"/>
                    <a:pt x="1013841" y="107938"/>
                    <a:pt x="1023938" y="107938"/>
                  </a:cubicBezTo>
                  <a:cubicBezTo>
                    <a:pt x="1034035" y="107938"/>
                    <a:pt x="1042226" y="99763"/>
                    <a:pt x="1042226" y="89673"/>
                  </a:cubicBezTo>
                  <a:cubicBezTo>
                    <a:pt x="1042226" y="79584"/>
                    <a:pt x="1034035" y="71409"/>
                    <a:pt x="1023938" y="71409"/>
                  </a:cubicBezTo>
                  <a:close/>
                  <a:moveTo>
                    <a:pt x="978218" y="208392"/>
                  </a:moveTo>
                  <a:cubicBezTo>
                    <a:pt x="968122" y="208392"/>
                    <a:pt x="959930" y="216567"/>
                    <a:pt x="959930" y="226657"/>
                  </a:cubicBezTo>
                  <a:cubicBezTo>
                    <a:pt x="959930" y="236747"/>
                    <a:pt x="968122" y="244921"/>
                    <a:pt x="978218" y="244921"/>
                  </a:cubicBezTo>
                  <a:cubicBezTo>
                    <a:pt x="988314" y="244921"/>
                    <a:pt x="996506" y="236747"/>
                    <a:pt x="996506" y="226657"/>
                  </a:cubicBezTo>
                  <a:cubicBezTo>
                    <a:pt x="996506" y="216567"/>
                    <a:pt x="988314" y="208392"/>
                    <a:pt x="978218" y="208392"/>
                  </a:cubicBezTo>
                  <a:close/>
                  <a:moveTo>
                    <a:pt x="1023938" y="162731"/>
                  </a:moveTo>
                  <a:cubicBezTo>
                    <a:pt x="1013841" y="162731"/>
                    <a:pt x="1005650" y="170906"/>
                    <a:pt x="1005650" y="180996"/>
                  </a:cubicBezTo>
                  <a:cubicBezTo>
                    <a:pt x="1005650" y="191086"/>
                    <a:pt x="1013841" y="199260"/>
                    <a:pt x="1023938" y="199260"/>
                  </a:cubicBezTo>
                  <a:cubicBezTo>
                    <a:pt x="1034035" y="199260"/>
                    <a:pt x="1042226" y="191086"/>
                    <a:pt x="1042226" y="180996"/>
                  </a:cubicBezTo>
                  <a:cubicBezTo>
                    <a:pt x="1042226" y="170906"/>
                    <a:pt x="1034035" y="162731"/>
                    <a:pt x="1023938" y="162731"/>
                  </a:cubicBezTo>
                  <a:close/>
                  <a:moveTo>
                    <a:pt x="932498" y="528021"/>
                  </a:moveTo>
                  <a:cubicBezTo>
                    <a:pt x="922338" y="527983"/>
                    <a:pt x="914147" y="536164"/>
                    <a:pt x="914083" y="546285"/>
                  </a:cubicBezTo>
                  <a:cubicBezTo>
                    <a:pt x="914019" y="556407"/>
                    <a:pt x="922211" y="564638"/>
                    <a:pt x="932371" y="564676"/>
                  </a:cubicBezTo>
                  <a:cubicBezTo>
                    <a:pt x="942531" y="564714"/>
                    <a:pt x="950723" y="556533"/>
                    <a:pt x="950786" y="546412"/>
                  </a:cubicBezTo>
                  <a:cubicBezTo>
                    <a:pt x="950786" y="546367"/>
                    <a:pt x="950786" y="546330"/>
                    <a:pt x="950786" y="546285"/>
                  </a:cubicBezTo>
                  <a:cubicBezTo>
                    <a:pt x="950786" y="536195"/>
                    <a:pt x="942594" y="528021"/>
                    <a:pt x="932498" y="528021"/>
                  </a:cubicBezTo>
                  <a:close/>
                  <a:moveTo>
                    <a:pt x="932498" y="436698"/>
                  </a:moveTo>
                  <a:cubicBezTo>
                    <a:pt x="922401" y="436698"/>
                    <a:pt x="914210" y="444873"/>
                    <a:pt x="914210" y="454963"/>
                  </a:cubicBezTo>
                  <a:cubicBezTo>
                    <a:pt x="914210" y="465053"/>
                    <a:pt x="922401" y="473227"/>
                    <a:pt x="932498" y="473227"/>
                  </a:cubicBezTo>
                  <a:cubicBezTo>
                    <a:pt x="942594" y="473227"/>
                    <a:pt x="950786" y="465053"/>
                    <a:pt x="950786" y="454963"/>
                  </a:cubicBezTo>
                  <a:cubicBezTo>
                    <a:pt x="950786" y="444873"/>
                    <a:pt x="942594" y="436698"/>
                    <a:pt x="932498" y="436698"/>
                  </a:cubicBezTo>
                  <a:close/>
                  <a:moveTo>
                    <a:pt x="932498" y="345376"/>
                  </a:moveTo>
                  <a:cubicBezTo>
                    <a:pt x="922401" y="345376"/>
                    <a:pt x="914210" y="353551"/>
                    <a:pt x="914210" y="363640"/>
                  </a:cubicBezTo>
                  <a:cubicBezTo>
                    <a:pt x="914210" y="373730"/>
                    <a:pt x="922401" y="381905"/>
                    <a:pt x="932498" y="381905"/>
                  </a:cubicBezTo>
                  <a:cubicBezTo>
                    <a:pt x="942594" y="381905"/>
                    <a:pt x="950786" y="373730"/>
                    <a:pt x="950786" y="363640"/>
                  </a:cubicBezTo>
                  <a:cubicBezTo>
                    <a:pt x="950786" y="353551"/>
                    <a:pt x="942594" y="345376"/>
                    <a:pt x="932498" y="345376"/>
                  </a:cubicBezTo>
                  <a:close/>
                  <a:moveTo>
                    <a:pt x="1069658" y="299715"/>
                  </a:moveTo>
                  <a:cubicBezTo>
                    <a:pt x="1059562" y="299715"/>
                    <a:pt x="1051370" y="307890"/>
                    <a:pt x="1051370" y="317979"/>
                  </a:cubicBezTo>
                  <a:cubicBezTo>
                    <a:pt x="1051370" y="328069"/>
                    <a:pt x="1059562" y="336244"/>
                    <a:pt x="1069658" y="336244"/>
                  </a:cubicBezTo>
                  <a:cubicBezTo>
                    <a:pt x="1079754" y="336244"/>
                    <a:pt x="1087946" y="328069"/>
                    <a:pt x="1087946" y="317979"/>
                  </a:cubicBezTo>
                  <a:cubicBezTo>
                    <a:pt x="1087946" y="307890"/>
                    <a:pt x="1079754" y="299715"/>
                    <a:pt x="1069658" y="299715"/>
                  </a:cubicBezTo>
                  <a:close/>
                  <a:moveTo>
                    <a:pt x="886778" y="25748"/>
                  </a:moveTo>
                  <a:cubicBezTo>
                    <a:pt x="876681" y="25748"/>
                    <a:pt x="868490" y="33922"/>
                    <a:pt x="868490" y="44012"/>
                  </a:cubicBezTo>
                  <a:cubicBezTo>
                    <a:pt x="868490" y="54102"/>
                    <a:pt x="876681" y="62277"/>
                    <a:pt x="886778" y="62277"/>
                  </a:cubicBezTo>
                  <a:cubicBezTo>
                    <a:pt x="896875" y="62277"/>
                    <a:pt x="905066" y="54102"/>
                    <a:pt x="905066" y="44012"/>
                  </a:cubicBezTo>
                  <a:cubicBezTo>
                    <a:pt x="904939" y="33998"/>
                    <a:pt x="896811" y="25938"/>
                    <a:pt x="886778" y="25938"/>
                  </a:cubicBezTo>
                  <a:close/>
                  <a:moveTo>
                    <a:pt x="932498" y="162731"/>
                  </a:moveTo>
                  <a:cubicBezTo>
                    <a:pt x="922401" y="162731"/>
                    <a:pt x="914210" y="170906"/>
                    <a:pt x="914210" y="180996"/>
                  </a:cubicBezTo>
                  <a:cubicBezTo>
                    <a:pt x="914210" y="191086"/>
                    <a:pt x="922401" y="199260"/>
                    <a:pt x="932498" y="199260"/>
                  </a:cubicBezTo>
                  <a:cubicBezTo>
                    <a:pt x="942594" y="199260"/>
                    <a:pt x="950786" y="191086"/>
                    <a:pt x="950786" y="180996"/>
                  </a:cubicBezTo>
                  <a:cubicBezTo>
                    <a:pt x="950786" y="170906"/>
                    <a:pt x="942594" y="162731"/>
                    <a:pt x="932498" y="162731"/>
                  </a:cubicBezTo>
                  <a:close/>
                  <a:moveTo>
                    <a:pt x="978218" y="482359"/>
                  </a:moveTo>
                  <a:cubicBezTo>
                    <a:pt x="968122" y="482359"/>
                    <a:pt x="959930" y="490534"/>
                    <a:pt x="959930" y="500624"/>
                  </a:cubicBezTo>
                  <a:cubicBezTo>
                    <a:pt x="959930" y="510714"/>
                    <a:pt x="968122" y="518888"/>
                    <a:pt x="978218" y="518888"/>
                  </a:cubicBezTo>
                  <a:cubicBezTo>
                    <a:pt x="988314" y="518888"/>
                    <a:pt x="996506" y="510714"/>
                    <a:pt x="996506" y="500624"/>
                  </a:cubicBezTo>
                  <a:cubicBezTo>
                    <a:pt x="996379" y="490610"/>
                    <a:pt x="988251" y="482550"/>
                    <a:pt x="978218" y="482550"/>
                  </a:cubicBezTo>
                  <a:close/>
                  <a:moveTo>
                    <a:pt x="978218" y="299715"/>
                  </a:moveTo>
                  <a:cubicBezTo>
                    <a:pt x="968122" y="299715"/>
                    <a:pt x="959930" y="307890"/>
                    <a:pt x="959930" y="317979"/>
                  </a:cubicBezTo>
                  <a:cubicBezTo>
                    <a:pt x="959930" y="328069"/>
                    <a:pt x="968122" y="336244"/>
                    <a:pt x="978218" y="336244"/>
                  </a:cubicBezTo>
                  <a:cubicBezTo>
                    <a:pt x="988314" y="336244"/>
                    <a:pt x="996506" y="328069"/>
                    <a:pt x="996506" y="317979"/>
                  </a:cubicBezTo>
                  <a:cubicBezTo>
                    <a:pt x="996506" y="307890"/>
                    <a:pt x="988314" y="299715"/>
                    <a:pt x="978218" y="299715"/>
                  </a:cubicBezTo>
                  <a:close/>
                  <a:moveTo>
                    <a:pt x="978218" y="391037"/>
                  </a:moveTo>
                  <a:cubicBezTo>
                    <a:pt x="968122" y="391037"/>
                    <a:pt x="959930" y="399212"/>
                    <a:pt x="959930" y="409302"/>
                  </a:cubicBezTo>
                  <a:cubicBezTo>
                    <a:pt x="959930" y="419391"/>
                    <a:pt x="968122" y="427566"/>
                    <a:pt x="978218" y="427566"/>
                  </a:cubicBezTo>
                  <a:cubicBezTo>
                    <a:pt x="988314" y="427566"/>
                    <a:pt x="996506" y="419391"/>
                    <a:pt x="996506" y="409302"/>
                  </a:cubicBezTo>
                  <a:cubicBezTo>
                    <a:pt x="996506" y="399212"/>
                    <a:pt x="988314" y="391037"/>
                    <a:pt x="978218" y="391037"/>
                  </a:cubicBezTo>
                  <a:close/>
                  <a:moveTo>
                    <a:pt x="932498" y="71409"/>
                  </a:moveTo>
                  <a:cubicBezTo>
                    <a:pt x="922401" y="71409"/>
                    <a:pt x="914210" y="79584"/>
                    <a:pt x="914210" y="89673"/>
                  </a:cubicBezTo>
                  <a:cubicBezTo>
                    <a:pt x="914210" y="99763"/>
                    <a:pt x="922401" y="107938"/>
                    <a:pt x="932498" y="107938"/>
                  </a:cubicBezTo>
                  <a:cubicBezTo>
                    <a:pt x="942594" y="107938"/>
                    <a:pt x="950786" y="99763"/>
                    <a:pt x="950786" y="89673"/>
                  </a:cubicBezTo>
                  <a:cubicBezTo>
                    <a:pt x="950786" y="79584"/>
                    <a:pt x="942594" y="71409"/>
                    <a:pt x="932498" y="71409"/>
                  </a:cubicBezTo>
                  <a:close/>
                  <a:moveTo>
                    <a:pt x="932498" y="254054"/>
                  </a:moveTo>
                  <a:cubicBezTo>
                    <a:pt x="922401" y="254054"/>
                    <a:pt x="914210" y="262228"/>
                    <a:pt x="914210" y="272318"/>
                  </a:cubicBezTo>
                  <a:cubicBezTo>
                    <a:pt x="914210" y="282408"/>
                    <a:pt x="922401" y="290583"/>
                    <a:pt x="932498" y="290583"/>
                  </a:cubicBezTo>
                  <a:cubicBezTo>
                    <a:pt x="942594" y="290583"/>
                    <a:pt x="950786" y="282408"/>
                    <a:pt x="950786" y="272318"/>
                  </a:cubicBezTo>
                  <a:cubicBezTo>
                    <a:pt x="950659" y="262304"/>
                    <a:pt x="942531" y="254244"/>
                    <a:pt x="932498" y="254244"/>
                  </a:cubicBezTo>
                  <a:close/>
                  <a:moveTo>
                    <a:pt x="1206818" y="162731"/>
                  </a:moveTo>
                  <a:cubicBezTo>
                    <a:pt x="1196722" y="162731"/>
                    <a:pt x="1188530" y="170906"/>
                    <a:pt x="1188530" y="180996"/>
                  </a:cubicBezTo>
                  <a:cubicBezTo>
                    <a:pt x="1188530" y="191086"/>
                    <a:pt x="1196722" y="199260"/>
                    <a:pt x="1206818" y="199260"/>
                  </a:cubicBezTo>
                  <a:cubicBezTo>
                    <a:pt x="1216914" y="199260"/>
                    <a:pt x="1225106" y="191086"/>
                    <a:pt x="1225106" y="180996"/>
                  </a:cubicBezTo>
                  <a:cubicBezTo>
                    <a:pt x="1225106" y="170906"/>
                    <a:pt x="1216914" y="162731"/>
                    <a:pt x="1206818" y="162731"/>
                  </a:cubicBezTo>
                  <a:close/>
                  <a:moveTo>
                    <a:pt x="1206818" y="71409"/>
                  </a:moveTo>
                  <a:cubicBezTo>
                    <a:pt x="1196722" y="71409"/>
                    <a:pt x="1188530" y="79584"/>
                    <a:pt x="1188530" y="89673"/>
                  </a:cubicBezTo>
                  <a:cubicBezTo>
                    <a:pt x="1188530" y="99763"/>
                    <a:pt x="1196722" y="107938"/>
                    <a:pt x="1206818" y="107938"/>
                  </a:cubicBezTo>
                  <a:cubicBezTo>
                    <a:pt x="1216914" y="107938"/>
                    <a:pt x="1225106" y="99763"/>
                    <a:pt x="1225106" y="89673"/>
                  </a:cubicBezTo>
                  <a:cubicBezTo>
                    <a:pt x="1225106" y="79584"/>
                    <a:pt x="1216914" y="71409"/>
                    <a:pt x="1206818" y="71409"/>
                  </a:cubicBezTo>
                  <a:close/>
                  <a:moveTo>
                    <a:pt x="1188593" y="272318"/>
                  </a:moveTo>
                  <a:cubicBezTo>
                    <a:pt x="1188593" y="276599"/>
                    <a:pt x="1190117" y="280734"/>
                    <a:pt x="1192912" y="283987"/>
                  </a:cubicBezTo>
                  <a:cubicBezTo>
                    <a:pt x="1198309" y="274221"/>
                    <a:pt x="1203706" y="264327"/>
                    <a:pt x="1209104" y="254307"/>
                  </a:cubicBezTo>
                  <a:cubicBezTo>
                    <a:pt x="1208342" y="254244"/>
                    <a:pt x="1207643" y="254244"/>
                    <a:pt x="1206881" y="254307"/>
                  </a:cubicBezTo>
                  <a:cubicBezTo>
                    <a:pt x="1196849" y="254307"/>
                    <a:pt x="1188721" y="262330"/>
                    <a:pt x="1188593" y="272318"/>
                  </a:cubicBezTo>
                  <a:close/>
                  <a:moveTo>
                    <a:pt x="658241" y="436698"/>
                  </a:moveTo>
                  <a:cubicBezTo>
                    <a:pt x="648145" y="436698"/>
                    <a:pt x="639953" y="444873"/>
                    <a:pt x="639953" y="454963"/>
                  </a:cubicBezTo>
                  <a:cubicBezTo>
                    <a:pt x="639953" y="465053"/>
                    <a:pt x="648145" y="473227"/>
                    <a:pt x="658241" y="473227"/>
                  </a:cubicBezTo>
                  <a:cubicBezTo>
                    <a:pt x="668338" y="473227"/>
                    <a:pt x="676529" y="465053"/>
                    <a:pt x="676529" y="454963"/>
                  </a:cubicBezTo>
                  <a:cubicBezTo>
                    <a:pt x="676529" y="444873"/>
                    <a:pt x="668338" y="436698"/>
                    <a:pt x="658241" y="436698"/>
                  </a:cubicBezTo>
                  <a:cubicBezTo>
                    <a:pt x="658241" y="436698"/>
                    <a:pt x="658178" y="436698"/>
                    <a:pt x="658178" y="436698"/>
                  </a:cubicBezTo>
                  <a:close/>
                  <a:moveTo>
                    <a:pt x="1161162" y="25748"/>
                  </a:moveTo>
                  <a:cubicBezTo>
                    <a:pt x="1151065" y="25748"/>
                    <a:pt x="1142874" y="33922"/>
                    <a:pt x="1142874" y="44012"/>
                  </a:cubicBezTo>
                  <a:cubicBezTo>
                    <a:pt x="1142874" y="54102"/>
                    <a:pt x="1151065" y="62277"/>
                    <a:pt x="1161162" y="62277"/>
                  </a:cubicBezTo>
                  <a:cubicBezTo>
                    <a:pt x="1171258" y="62277"/>
                    <a:pt x="1179450" y="54102"/>
                    <a:pt x="1179450" y="44012"/>
                  </a:cubicBezTo>
                  <a:cubicBezTo>
                    <a:pt x="1179323" y="33973"/>
                    <a:pt x="1171131" y="25900"/>
                    <a:pt x="1161098" y="25938"/>
                  </a:cubicBezTo>
                  <a:close/>
                  <a:moveTo>
                    <a:pt x="1280034" y="89673"/>
                  </a:moveTo>
                  <a:cubicBezTo>
                    <a:pt x="1280034" y="93859"/>
                    <a:pt x="1281494" y="97911"/>
                    <a:pt x="1284161" y="101152"/>
                  </a:cubicBezTo>
                  <a:cubicBezTo>
                    <a:pt x="1288606" y="91322"/>
                    <a:pt x="1293051" y="81493"/>
                    <a:pt x="1297432" y="71536"/>
                  </a:cubicBezTo>
                  <a:cubicBezTo>
                    <a:pt x="1287717" y="71942"/>
                    <a:pt x="1279970" y="79939"/>
                    <a:pt x="1279970" y="89673"/>
                  </a:cubicBezTo>
                  <a:close/>
                  <a:moveTo>
                    <a:pt x="1069722" y="208392"/>
                  </a:moveTo>
                  <a:cubicBezTo>
                    <a:pt x="1059625" y="208392"/>
                    <a:pt x="1051434" y="216567"/>
                    <a:pt x="1051434" y="226657"/>
                  </a:cubicBezTo>
                  <a:cubicBezTo>
                    <a:pt x="1051434" y="236747"/>
                    <a:pt x="1059625" y="244921"/>
                    <a:pt x="1069722" y="244921"/>
                  </a:cubicBezTo>
                  <a:cubicBezTo>
                    <a:pt x="1079818" y="244921"/>
                    <a:pt x="1088010" y="236747"/>
                    <a:pt x="1088010" y="226657"/>
                  </a:cubicBezTo>
                  <a:cubicBezTo>
                    <a:pt x="1088010" y="216567"/>
                    <a:pt x="1079818" y="208392"/>
                    <a:pt x="1069722" y="208392"/>
                  </a:cubicBezTo>
                  <a:cubicBezTo>
                    <a:pt x="1069722" y="208392"/>
                    <a:pt x="1069658" y="208392"/>
                    <a:pt x="1069658" y="208392"/>
                  </a:cubicBezTo>
                  <a:close/>
                  <a:moveTo>
                    <a:pt x="1252601" y="25748"/>
                  </a:moveTo>
                  <a:cubicBezTo>
                    <a:pt x="1242505" y="25748"/>
                    <a:pt x="1234313" y="33922"/>
                    <a:pt x="1234313" y="44012"/>
                  </a:cubicBezTo>
                  <a:cubicBezTo>
                    <a:pt x="1234313" y="54102"/>
                    <a:pt x="1242505" y="62277"/>
                    <a:pt x="1252601" y="62277"/>
                  </a:cubicBezTo>
                  <a:cubicBezTo>
                    <a:pt x="1262698" y="62277"/>
                    <a:pt x="1270889" y="54102"/>
                    <a:pt x="1270889" y="44012"/>
                  </a:cubicBezTo>
                  <a:cubicBezTo>
                    <a:pt x="1270762" y="33973"/>
                    <a:pt x="1262571" y="25900"/>
                    <a:pt x="1252538" y="25938"/>
                  </a:cubicBezTo>
                  <a:close/>
                  <a:moveTo>
                    <a:pt x="1252601" y="117070"/>
                  </a:moveTo>
                  <a:cubicBezTo>
                    <a:pt x="1242505" y="117070"/>
                    <a:pt x="1234313" y="125245"/>
                    <a:pt x="1234313" y="135335"/>
                  </a:cubicBezTo>
                  <a:cubicBezTo>
                    <a:pt x="1234313" y="145424"/>
                    <a:pt x="1242505" y="153599"/>
                    <a:pt x="1252601" y="153599"/>
                  </a:cubicBezTo>
                  <a:cubicBezTo>
                    <a:pt x="1255396" y="153574"/>
                    <a:pt x="1258189" y="152901"/>
                    <a:pt x="1260729" y="151633"/>
                  </a:cubicBezTo>
                  <a:cubicBezTo>
                    <a:pt x="1263904" y="144847"/>
                    <a:pt x="1267079" y="138062"/>
                    <a:pt x="1270318" y="131149"/>
                  </a:cubicBezTo>
                  <a:cubicBezTo>
                    <a:pt x="1268413" y="122879"/>
                    <a:pt x="1261047" y="117032"/>
                    <a:pt x="1252538" y="117070"/>
                  </a:cubicBezTo>
                  <a:close/>
                  <a:moveTo>
                    <a:pt x="1280224" y="0"/>
                  </a:moveTo>
                  <a:cubicBezTo>
                    <a:pt x="1281050" y="9982"/>
                    <a:pt x="1289812" y="17396"/>
                    <a:pt x="1299846" y="16558"/>
                  </a:cubicBezTo>
                  <a:cubicBezTo>
                    <a:pt x="1308672" y="15816"/>
                    <a:pt x="1315657" y="8821"/>
                    <a:pt x="1316419" y="0"/>
                  </a:cubicBezTo>
                  <a:close/>
                  <a:moveTo>
                    <a:pt x="1115124" y="345376"/>
                  </a:moveTo>
                  <a:cubicBezTo>
                    <a:pt x="1105027" y="345376"/>
                    <a:pt x="1096836" y="353551"/>
                    <a:pt x="1096836" y="363640"/>
                  </a:cubicBezTo>
                  <a:cubicBezTo>
                    <a:pt x="1096836" y="373730"/>
                    <a:pt x="1105027" y="381905"/>
                    <a:pt x="1115124" y="381905"/>
                  </a:cubicBezTo>
                  <a:cubicBezTo>
                    <a:pt x="1125221" y="381905"/>
                    <a:pt x="1133412" y="373730"/>
                    <a:pt x="1133412" y="363640"/>
                  </a:cubicBezTo>
                  <a:cubicBezTo>
                    <a:pt x="1133412" y="353652"/>
                    <a:pt x="1125411" y="345515"/>
                    <a:pt x="1115378" y="345376"/>
                  </a:cubicBezTo>
                  <a:close/>
                  <a:moveTo>
                    <a:pt x="1115124" y="254054"/>
                  </a:moveTo>
                  <a:cubicBezTo>
                    <a:pt x="1105027" y="254054"/>
                    <a:pt x="1096836" y="262228"/>
                    <a:pt x="1096836" y="272318"/>
                  </a:cubicBezTo>
                  <a:cubicBezTo>
                    <a:pt x="1096836" y="282408"/>
                    <a:pt x="1105027" y="290583"/>
                    <a:pt x="1115124" y="290583"/>
                  </a:cubicBezTo>
                  <a:cubicBezTo>
                    <a:pt x="1125221" y="290583"/>
                    <a:pt x="1133412" y="282408"/>
                    <a:pt x="1133412" y="272318"/>
                  </a:cubicBezTo>
                  <a:cubicBezTo>
                    <a:pt x="1133285" y="262406"/>
                    <a:pt x="1125284" y="254383"/>
                    <a:pt x="1115378" y="254244"/>
                  </a:cubicBezTo>
                  <a:close/>
                  <a:moveTo>
                    <a:pt x="1069404" y="25748"/>
                  </a:moveTo>
                  <a:cubicBezTo>
                    <a:pt x="1059307" y="25748"/>
                    <a:pt x="1051116" y="33922"/>
                    <a:pt x="1051116" y="44012"/>
                  </a:cubicBezTo>
                  <a:cubicBezTo>
                    <a:pt x="1051116" y="54102"/>
                    <a:pt x="1059307" y="62277"/>
                    <a:pt x="1069404" y="62277"/>
                  </a:cubicBezTo>
                  <a:cubicBezTo>
                    <a:pt x="1079500" y="62277"/>
                    <a:pt x="1087692" y="54102"/>
                    <a:pt x="1087692" y="44012"/>
                  </a:cubicBezTo>
                  <a:cubicBezTo>
                    <a:pt x="1087565" y="34100"/>
                    <a:pt x="1079564" y="26078"/>
                    <a:pt x="1069658" y="25938"/>
                  </a:cubicBezTo>
                  <a:close/>
                  <a:moveTo>
                    <a:pt x="1069404" y="117070"/>
                  </a:moveTo>
                  <a:cubicBezTo>
                    <a:pt x="1059307" y="117070"/>
                    <a:pt x="1051116" y="125245"/>
                    <a:pt x="1051116" y="135335"/>
                  </a:cubicBezTo>
                  <a:cubicBezTo>
                    <a:pt x="1051116" y="145424"/>
                    <a:pt x="1059307" y="153599"/>
                    <a:pt x="1069404" y="153599"/>
                  </a:cubicBezTo>
                  <a:cubicBezTo>
                    <a:pt x="1079500" y="153599"/>
                    <a:pt x="1087692" y="145424"/>
                    <a:pt x="1087692" y="135335"/>
                  </a:cubicBezTo>
                  <a:cubicBezTo>
                    <a:pt x="1087692" y="125346"/>
                    <a:pt x="1079627" y="117210"/>
                    <a:pt x="1069658" y="117070"/>
                  </a:cubicBezTo>
                  <a:close/>
                  <a:moveTo>
                    <a:pt x="1160844" y="299715"/>
                  </a:moveTo>
                  <a:cubicBezTo>
                    <a:pt x="1150748" y="299715"/>
                    <a:pt x="1142556" y="307890"/>
                    <a:pt x="1142556" y="317979"/>
                  </a:cubicBezTo>
                  <a:cubicBezTo>
                    <a:pt x="1142556" y="328069"/>
                    <a:pt x="1150748" y="336244"/>
                    <a:pt x="1160844" y="336244"/>
                  </a:cubicBezTo>
                  <a:lnTo>
                    <a:pt x="1162495" y="336244"/>
                  </a:lnTo>
                  <a:cubicBezTo>
                    <a:pt x="1167512" y="327790"/>
                    <a:pt x="1172528" y="319330"/>
                    <a:pt x="1177544" y="310876"/>
                  </a:cubicBezTo>
                  <a:cubicBezTo>
                    <a:pt x="1174750" y="304255"/>
                    <a:pt x="1168274" y="299892"/>
                    <a:pt x="1161098" y="299715"/>
                  </a:cubicBezTo>
                  <a:close/>
                  <a:moveTo>
                    <a:pt x="1160844" y="208392"/>
                  </a:moveTo>
                  <a:cubicBezTo>
                    <a:pt x="1150748" y="208392"/>
                    <a:pt x="1142556" y="216567"/>
                    <a:pt x="1142556" y="226657"/>
                  </a:cubicBezTo>
                  <a:cubicBezTo>
                    <a:pt x="1142556" y="236747"/>
                    <a:pt x="1150748" y="244921"/>
                    <a:pt x="1160844" y="244921"/>
                  </a:cubicBezTo>
                  <a:cubicBezTo>
                    <a:pt x="1170940" y="244921"/>
                    <a:pt x="1179132" y="236747"/>
                    <a:pt x="1179132" y="226657"/>
                  </a:cubicBezTo>
                  <a:cubicBezTo>
                    <a:pt x="1179132" y="216669"/>
                    <a:pt x="1171067" y="208532"/>
                    <a:pt x="1161098" y="208392"/>
                  </a:cubicBezTo>
                  <a:close/>
                  <a:moveTo>
                    <a:pt x="1115124" y="162731"/>
                  </a:moveTo>
                  <a:cubicBezTo>
                    <a:pt x="1105027" y="162731"/>
                    <a:pt x="1096836" y="170906"/>
                    <a:pt x="1096836" y="180996"/>
                  </a:cubicBezTo>
                  <a:cubicBezTo>
                    <a:pt x="1096836" y="191086"/>
                    <a:pt x="1105027" y="199260"/>
                    <a:pt x="1115124" y="199260"/>
                  </a:cubicBezTo>
                  <a:cubicBezTo>
                    <a:pt x="1125221" y="199260"/>
                    <a:pt x="1133412" y="191086"/>
                    <a:pt x="1133412" y="180996"/>
                  </a:cubicBezTo>
                  <a:cubicBezTo>
                    <a:pt x="1133412" y="171007"/>
                    <a:pt x="1125411" y="162871"/>
                    <a:pt x="1115378" y="162731"/>
                  </a:cubicBezTo>
                  <a:close/>
                  <a:moveTo>
                    <a:pt x="1115124" y="71409"/>
                  </a:moveTo>
                  <a:cubicBezTo>
                    <a:pt x="1105027" y="71409"/>
                    <a:pt x="1096836" y="79584"/>
                    <a:pt x="1096836" y="89673"/>
                  </a:cubicBezTo>
                  <a:cubicBezTo>
                    <a:pt x="1096836" y="99763"/>
                    <a:pt x="1105027" y="107938"/>
                    <a:pt x="1115124" y="107938"/>
                  </a:cubicBezTo>
                  <a:cubicBezTo>
                    <a:pt x="1125221" y="107938"/>
                    <a:pt x="1133412" y="99763"/>
                    <a:pt x="1133412" y="89673"/>
                  </a:cubicBezTo>
                  <a:cubicBezTo>
                    <a:pt x="1133412" y="79685"/>
                    <a:pt x="1125411" y="71548"/>
                    <a:pt x="1115378" y="71409"/>
                  </a:cubicBezTo>
                  <a:close/>
                  <a:moveTo>
                    <a:pt x="1160844" y="117070"/>
                  </a:moveTo>
                  <a:cubicBezTo>
                    <a:pt x="1150748" y="117070"/>
                    <a:pt x="1142556" y="125245"/>
                    <a:pt x="1142556" y="135335"/>
                  </a:cubicBezTo>
                  <a:cubicBezTo>
                    <a:pt x="1142556" y="145424"/>
                    <a:pt x="1150748" y="153599"/>
                    <a:pt x="1160844" y="153599"/>
                  </a:cubicBezTo>
                  <a:cubicBezTo>
                    <a:pt x="1170940" y="153599"/>
                    <a:pt x="1179132" y="145424"/>
                    <a:pt x="1179132" y="135335"/>
                  </a:cubicBezTo>
                  <a:cubicBezTo>
                    <a:pt x="1179132" y="125346"/>
                    <a:pt x="1171067" y="117210"/>
                    <a:pt x="1161098" y="117070"/>
                  </a:cubicBezTo>
                  <a:close/>
                  <a:moveTo>
                    <a:pt x="749364" y="619343"/>
                  </a:moveTo>
                  <a:cubicBezTo>
                    <a:pt x="739267" y="619343"/>
                    <a:pt x="731076" y="627518"/>
                    <a:pt x="731076" y="637607"/>
                  </a:cubicBezTo>
                  <a:cubicBezTo>
                    <a:pt x="731076" y="640747"/>
                    <a:pt x="731965" y="643822"/>
                    <a:pt x="733489" y="646549"/>
                  </a:cubicBezTo>
                  <a:cubicBezTo>
                    <a:pt x="743776" y="647057"/>
                    <a:pt x="754190" y="647310"/>
                    <a:pt x="764794" y="647374"/>
                  </a:cubicBezTo>
                  <a:cubicBezTo>
                    <a:pt x="770192" y="638850"/>
                    <a:pt x="767652" y="627568"/>
                    <a:pt x="759143" y="622171"/>
                  </a:cubicBezTo>
                  <a:cubicBezTo>
                    <a:pt x="756222" y="620326"/>
                    <a:pt x="752793" y="619349"/>
                    <a:pt x="749364" y="619343"/>
                  </a:cubicBezTo>
                  <a:close/>
                  <a:moveTo>
                    <a:pt x="749364" y="436698"/>
                  </a:moveTo>
                  <a:cubicBezTo>
                    <a:pt x="739267" y="436698"/>
                    <a:pt x="731076" y="444873"/>
                    <a:pt x="731076" y="454963"/>
                  </a:cubicBezTo>
                  <a:cubicBezTo>
                    <a:pt x="731076" y="465053"/>
                    <a:pt x="739267" y="473227"/>
                    <a:pt x="749364" y="473227"/>
                  </a:cubicBezTo>
                  <a:cubicBezTo>
                    <a:pt x="759461" y="473227"/>
                    <a:pt x="767652" y="465053"/>
                    <a:pt x="767652" y="454963"/>
                  </a:cubicBezTo>
                  <a:cubicBezTo>
                    <a:pt x="767652" y="444974"/>
                    <a:pt x="759587" y="436838"/>
                    <a:pt x="749618" y="436698"/>
                  </a:cubicBezTo>
                  <a:close/>
                  <a:moveTo>
                    <a:pt x="749364" y="528021"/>
                  </a:moveTo>
                  <a:cubicBezTo>
                    <a:pt x="739204" y="527983"/>
                    <a:pt x="731012" y="536164"/>
                    <a:pt x="730949" y="546285"/>
                  </a:cubicBezTo>
                  <a:cubicBezTo>
                    <a:pt x="730886" y="556407"/>
                    <a:pt x="739077" y="564638"/>
                    <a:pt x="749237" y="564676"/>
                  </a:cubicBezTo>
                  <a:cubicBezTo>
                    <a:pt x="759397" y="564714"/>
                    <a:pt x="767588" y="556533"/>
                    <a:pt x="767652" y="546412"/>
                  </a:cubicBezTo>
                  <a:cubicBezTo>
                    <a:pt x="767652" y="546367"/>
                    <a:pt x="767652" y="546330"/>
                    <a:pt x="767652" y="546285"/>
                  </a:cubicBezTo>
                  <a:cubicBezTo>
                    <a:pt x="767652" y="536297"/>
                    <a:pt x="759587" y="528160"/>
                    <a:pt x="749618" y="528021"/>
                  </a:cubicBezTo>
                  <a:close/>
                  <a:moveTo>
                    <a:pt x="703644" y="25748"/>
                  </a:moveTo>
                  <a:cubicBezTo>
                    <a:pt x="693548" y="25748"/>
                    <a:pt x="685356" y="33922"/>
                    <a:pt x="685356" y="44012"/>
                  </a:cubicBezTo>
                  <a:cubicBezTo>
                    <a:pt x="685356" y="54102"/>
                    <a:pt x="693548" y="62277"/>
                    <a:pt x="703644" y="62277"/>
                  </a:cubicBezTo>
                  <a:cubicBezTo>
                    <a:pt x="713740" y="62277"/>
                    <a:pt x="721932" y="54102"/>
                    <a:pt x="721932" y="44012"/>
                  </a:cubicBezTo>
                  <a:cubicBezTo>
                    <a:pt x="721805" y="34100"/>
                    <a:pt x="713804" y="26078"/>
                    <a:pt x="703898" y="25938"/>
                  </a:cubicBezTo>
                  <a:close/>
                  <a:moveTo>
                    <a:pt x="749364" y="162731"/>
                  </a:moveTo>
                  <a:cubicBezTo>
                    <a:pt x="739267" y="162731"/>
                    <a:pt x="731076" y="170906"/>
                    <a:pt x="731076" y="180996"/>
                  </a:cubicBezTo>
                  <a:cubicBezTo>
                    <a:pt x="731076" y="191086"/>
                    <a:pt x="739267" y="199260"/>
                    <a:pt x="749364" y="199260"/>
                  </a:cubicBezTo>
                  <a:cubicBezTo>
                    <a:pt x="759461" y="199260"/>
                    <a:pt x="767652" y="191086"/>
                    <a:pt x="767652" y="180996"/>
                  </a:cubicBezTo>
                  <a:cubicBezTo>
                    <a:pt x="767652" y="171007"/>
                    <a:pt x="759587" y="162871"/>
                    <a:pt x="749618" y="162731"/>
                  </a:cubicBezTo>
                  <a:close/>
                  <a:moveTo>
                    <a:pt x="749364" y="345376"/>
                  </a:moveTo>
                  <a:cubicBezTo>
                    <a:pt x="739267" y="345376"/>
                    <a:pt x="731076" y="353551"/>
                    <a:pt x="731076" y="363640"/>
                  </a:cubicBezTo>
                  <a:cubicBezTo>
                    <a:pt x="731076" y="373730"/>
                    <a:pt x="739267" y="381905"/>
                    <a:pt x="749364" y="381905"/>
                  </a:cubicBezTo>
                  <a:cubicBezTo>
                    <a:pt x="759461" y="381905"/>
                    <a:pt x="767652" y="373730"/>
                    <a:pt x="767652" y="363640"/>
                  </a:cubicBezTo>
                  <a:cubicBezTo>
                    <a:pt x="767652" y="353652"/>
                    <a:pt x="759587" y="345515"/>
                    <a:pt x="749618" y="345376"/>
                  </a:cubicBezTo>
                  <a:close/>
                  <a:moveTo>
                    <a:pt x="749364" y="71409"/>
                  </a:moveTo>
                  <a:cubicBezTo>
                    <a:pt x="739267" y="71409"/>
                    <a:pt x="731076" y="79584"/>
                    <a:pt x="731076" y="89673"/>
                  </a:cubicBezTo>
                  <a:cubicBezTo>
                    <a:pt x="731076" y="99763"/>
                    <a:pt x="739267" y="107938"/>
                    <a:pt x="749364" y="107938"/>
                  </a:cubicBezTo>
                  <a:cubicBezTo>
                    <a:pt x="759461" y="107938"/>
                    <a:pt x="767652" y="99763"/>
                    <a:pt x="767652" y="89673"/>
                  </a:cubicBezTo>
                  <a:cubicBezTo>
                    <a:pt x="767652" y="79685"/>
                    <a:pt x="759587" y="71548"/>
                    <a:pt x="749618" y="71409"/>
                  </a:cubicBezTo>
                  <a:close/>
                  <a:moveTo>
                    <a:pt x="703644" y="117070"/>
                  </a:moveTo>
                  <a:cubicBezTo>
                    <a:pt x="693548" y="117070"/>
                    <a:pt x="685356" y="125245"/>
                    <a:pt x="685356" y="135335"/>
                  </a:cubicBezTo>
                  <a:cubicBezTo>
                    <a:pt x="685356" y="145424"/>
                    <a:pt x="693548" y="153599"/>
                    <a:pt x="703644" y="153599"/>
                  </a:cubicBezTo>
                  <a:cubicBezTo>
                    <a:pt x="713740" y="153599"/>
                    <a:pt x="721932" y="145424"/>
                    <a:pt x="721932" y="135335"/>
                  </a:cubicBezTo>
                  <a:cubicBezTo>
                    <a:pt x="721932" y="125346"/>
                    <a:pt x="713867" y="117210"/>
                    <a:pt x="703898" y="117070"/>
                  </a:cubicBezTo>
                  <a:close/>
                  <a:moveTo>
                    <a:pt x="749364" y="254054"/>
                  </a:moveTo>
                  <a:cubicBezTo>
                    <a:pt x="739267" y="254054"/>
                    <a:pt x="731076" y="262228"/>
                    <a:pt x="731076" y="272318"/>
                  </a:cubicBezTo>
                  <a:cubicBezTo>
                    <a:pt x="731076" y="282408"/>
                    <a:pt x="739267" y="290583"/>
                    <a:pt x="749364" y="290583"/>
                  </a:cubicBezTo>
                  <a:cubicBezTo>
                    <a:pt x="759461" y="290583"/>
                    <a:pt x="767652" y="282408"/>
                    <a:pt x="767652" y="272318"/>
                  </a:cubicBezTo>
                  <a:cubicBezTo>
                    <a:pt x="767525" y="262406"/>
                    <a:pt x="759524" y="254383"/>
                    <a:pt x="749618" y="254244"/>
                  </a:cubicBezTo>
                  <a:close/>
                  <a:moveTo>
                    <a:pt x="703644" y="482359"/>
                  </a:moveTo>
                  <a:cubicBezTo>
                    <a:pt x="693548" y="482359"/>
                    <a:pt x="685356" y="490534"/>
                    <a:pt x="685356" y="500624"/>
                  </a:cubicBezTo>
                  <a:cubicBezTo>
                    <a:pt x="685356" y="510714"/>
                    <a:pt x="693548" y="518888"/>
                    <a:pt x="703644" y="518888"/>
                  </a:cubicBezTo>
                  <a:cubicBezTo>
                    <a:pt x="713740" y="518888"/>
                    <a:pt x="721932" y="510714"/>
                    <a:pt x="721932" y="500624"/>
                  </a:cubicBezTo>
                  <a:cubicBezTo>
                    <a:pt x="721805" y="490712"/>
                    <a:pt x="713804" y="482689"/>
                    <a:pt x="703898" y="482550"/>
                  </a:cubicBezTo>
                  <a:close/>
                  <a:moveTo>
                    <a:pt x="657924" y="71409"/>
                  </a:moveTo>
                  <a:cubicBezTo>
                    <a:pt x="647827" y="71409"/>
                    <a:pt x="639636" y="79584"/>
                    <a:pt x="639636" y="89673"/>
                  </a:cubicBezTo>
                  <a:cubicBezTo>
                    <a:pt x="639636" y="99763"/>
                    <a:pt x="647827" y="107938"/>
                    <a:pt x="657924" y="107938"/>
                  </a:cubicBezTo>
                  <a:cubicBezTo>
                    <a:pt x="668020" y="107938"/>
                    <a:pt x="676212" y="99763"/>
                    <a:pt x="676212" y="89673"/>
                  </a:cubicBezTo>
                  <a:cubicBezTo>
                    <a:pt x="676212" y="79685"/>
                    <a:pt x="668211" y="71548"/>
                    <a:pt x="658178" y="71409"/>
                  </a:cubicBezTo>
                  <a:close/>
                  <a:moveTo>
                    <a:pt x="886524" y="117070"/>
                  </a:moveTo>
                  <a:cubicBezTo>
                    <a:pt x="876427" y="117070"/>
                    <a:pt x="868236" y="125245"/>
                    <a:pt x="868236" y="135335"/>
                  </a:cubicBezTo>
                  <a:cubicBezTo>
                    <a:pt x="868236" y="145424"/>
                    <a:pt x="876427" y="153599"/>
                    <a:pt x="886524" y="153599"/>
                  </a:cubicBezTo>
                  <a:cubicBezTo>
                    <a:pt x="896620" y="153599"/>
                    <a:pt x="904812" y="145424"/>
                    <a:pt x="904812" y="135335"/>
                  </a:cubicBezTo>
                  <a:cubicBezTo>
                    <a:pt x="904812" y="125346"/>
                    <a:pt x="896811" y="117210"/>
                    <a:pt x="886778" y="117070"/>
                  </a:cubicBezTo>
                  <a:close/>
                  <a:moveTo>
                    <a:pt x="657924" y="162731"/>
                  </a:moveTo>
                  <a:cubicBezTo>
                    <a:pt x="647827" y="162731"/>
                    <a:pt x="639636" y="170906"/>
                    <a:pt x="639636" y="180996"/>
                  </a:cubicBezTo>
                  <a:cubicBezTo>
                    <a:pt x="639636" y="191086"/>
                    <a:pt x="647827" y="199260"/>
                    <a:pt x="657924" y="199260"/>
                  </a:cubicBezTo>
                  <a:cubicBezTo>
                    <a:pt x="668020" y="199260"/>
                    <a:pt x="676212" y="191086"/>
                    <a:pt x="676212" y="180996"/>
                  </a:cubicBezTo>
                  <a:cubicBezTo>
                    <a:pt x="676212" y="171007"/>
                    <a:pt x="668211" y="162871"/>
                    <a:pt x="658178" y="162731"/>
                  </a:cubicBezTo>
                  <a:close/>
                  <a:moveTo>
                    <a:pt x="657924" y="345376"/>
                  </a:moveTo>
                  <a:cubicBezTo>
                    <a:pt x="647827" y="345376"/>
                    <a:pt x="639636" y="353551"/>
                    <a:pt x="639636" y="363640"/>
                  </a:cubicBezTo>
                  <a:cubicBezTo>
                    <a:pt x="639636" y="373730"/>
                    <a:pt x="647827" y="381905"/>
                    <a:pt x="657924" y="381905"/>
                  </a:cubicBezTo>
                  <a:cubicBezTo>
                    <a:pt x="668020" y="381905"/>
                    <a:pt x="676212" y="373730"/>
                    <a:pt x="676212" y="363640"/>
                  </a:cubicBezTo>
                  <a:cubicBezTo>
                    <a:pt x="676212" y="353652"/>
                    <a:pt x="668211" y="345515"/>
                    <a:pt x="658178" y="345376"/>
                  </a:cubicBezTo>
                  <a:close/>
                  <a:moveTo>
                    <a:pt x="703644" y="391037"/>
                  </a:moveTo>
                  <a:cubicBezTo>
                    <a:pt x="693548" y="391037"/>
                    <a:pt x="685356" y="399212"/>
                    <a:pt x="685356" y="409302"/>
                  </a:cubicBezTo>
                  <a:cubicBezTo>
                    <a:pt x="685356" y="419391"/>
                    <a:pt x="693548" y="427566"/>
                    <a:pt x="703644" y="427566"/>
                  </a:cubicBezTo>
                  <a:cubicBezTo>
                    <a:pt x="713740" y="427566"/>
                    <a:pt x="721932" y="419391"/>
                    <a:pt x="721932" y="409302"/>
                  </a:cubicBezTo>
                  <a:cubicBezTo>
                    <a:pt x="721932" y="399313"/>
                    <a:pt x="713867" y="391177"/>
                    <a:pt x="703898" y="391037"/>
                  </a:cubicBezTo>
                  <a:close/>
                  <a:moveTo>
                    <a:pt x="703644" y="573682"/>
                  </a:moveTo>
                  <a:cubicBezTo>
                    <a:pt x="693548" y="573682"/>
                    <a:pt x="685356" y="581856"/>
                    <a:pt x="685356" y="591946"/>
                  </a:cubicBezTo>
                  <a:cubicBezTo>
                    <a:pt x="685356" y="602036"/>
                    <a:pt x="693548" y="610211"/>
                    <a:pt x="703644" y="610211"/>
                  </a:cubicBezTo>
                  <a:cubicBezTo>
                    <a:pt x="713740" y="610211"/>
                    <a:pt x="721932" y="602036"/>
                    <a:pt x="721932" y="591946"/>
                  </a:cubicBezTo>
                  <a:cubicBezTo>
                    <a:pt x="721932" y="581958"/>
                    <a:pt x="713867" y="573821"/>
                    <a:pt x="703898" y="573682"/>
                  </a:cubicBezTo>
                  <a:close/>
                  <a:moveTo>
                    <a:pt x="703644" y="208392"/>
                  </a:moveTo>
                  <a:cubicBezTo>
                    <a:pt x="693548" y="208392"/>
                    <a:pt x="685356" y="216567"/>
                    <a:pt x="685356" y="226657"/>
                  </a:cubicBezTo>
                  <a:cubicBezTo>
                    <a:pt x="685356" y="236747"/>
                    <a:pt x="693548" y="244921"/>
                    <a:pt x="703644" y="244921"/>
                  </a:cubicBezTo>
                  <a:cubicBezTo>
                    <a:pt x="713740" y="244921"/>
                    <a:pt x="721932" y="236747"/>
                    <a:pt x="721932" y="226657"/>
                  </a:cubicBezTo>
                  <a:cubicBezTo>
                    <a:pt x="721932" y="216669"/>
                    <a:pt x="713867" y="208532"/>
                    <a:pt x="703898" y="208392"/>
                  </a:cubicBezTo>
                  <a:close/>
                  <a:moveTo>
                    <a:pt x="703644" y="299715"/>
                  </a:moveTo>
                  <a:cubicBezTo>
                    <a:pt x="693548" y="299715"/>
                    <a:pt x="685356" y="307890"/>
                    <a:pt x="685356" y="317979"/>
                  </a:cubicBezTo>
                  <a:cubicBezTo>
                    <a:pt x="685356" y="328069"/>
                    <a:pt x="693548" y="336244"/>
                    <a:pt x="703644" y="336244"/>
                  </a:cubicBezTo>
                  <a:cubicBezTo>
                    <a:pt x="713740" y="336244"/>
                    <a:pt x="721932" y="328069"/>
                    <a:pt x="721932" y="317979"/>
                  </a:cubicBezTo>
                  <a:cubicBezTo>
                    <a:pt x="721932" y="307991"/>
                    <a:pt x="713867" y="299854"/>
                    <a:pt x="703898" y="299715"/>
                  </a:cubicBezTo>
                  <a:close/>
                  <a:moveTo>
                    <a:pt x="795084" y="573682"/>
                  </a:moveTo>
                  <a:cubicBezTo>
                    <a:pt x="784987" y="573682"/>
                    <a:pt x="776796" y="581856"/>
                    <a:pt x="776796" y="591946"/>
                  </a:cubicBezTo>
                  <a:cubicBezTo>
                    <a:pt x="776796" y="602036"/>
                    <a:pt x="784987" y="610211"/>
                    <a:pt x="795084" y="610211"/>
                  </a:cubicBezTo>
                  <a:cubicBezTo>
                    <a:pt x="805180" y="610211"/>
                    <a:pt x="813372" y="602036"/>
                    <a:pt x="813372" y="591946"/>
                  </a:cubicBezTo>
                  <a:cubicBezTo>
                    <a:pt x="813372" y="581958"/>
                    <a:pt x="805371" y="573821"/>
                    <a:pt x="795338" y="573682"/>
                  </a:cubicBezTo>
                  <a:close/>
                  <a:moveTo>
                    <a:pt x="657924" y="254054"/>
                  </a:moveTo>
                  <a:cubicBezTo>
                    <a:pt x="647827" y="254054"/>
                    <a:pt x="639636" y="262228"/>
                    <a:pt x="639636" y="272318"/>
                  </a:cubicBezTo>
                  <a:cubicBezTo>
                    <a:pt x="639636" y="282408"/>
                    <a:pt x="647827" y="290583"/>
                    <a:pt x="657924" y="290583"/>
                  </a:cubicBezTo>
                  <a:cubicBezTo>
                    <a:pt x="668020" y="290583"/>
                    <a:pt x="676212" y="282408"/>
                    <a:pt x="676212" y="272318"/>
                  </a:cubicBezTo>
                  <a:cubicBezTo>
                    <a:pt x="676085" y="262406"/>
                    <a:pt x="668084" y="254383"/>
                    <a:pt x="658178" y="254244"/>
                  </a:cubicBezTo>
                  <a:close/>
                  <a:moveTo>
                    <a:pt x="840804" y="162731"/>
                  </a:moveTo>
                  <a:cubicBezTo>
                    <a:pt x="830707" y="162731"/>
                    <a:pt x="822516" y="170906"/>
                    <a:pt x="822516" y="180996"/>
                  </a:cubicBezTo>
                  <a:cubicBezTo>
                    <a:pt x="822516" y="191086"/>
                    <a:pt x="830707" y="199260"/>
                    <a:pt x="840804" y="199260"/>
                  </a:cubicBezTo>
                  <a:cubicBezTo>
                    <a:pt x="850900" y="199260"/>
                    <a:pt x="859092" y="191086"/>
                    <a:pt x="859092" y="180996"/>
                  </a:cubicBezTo>
                  <a:cubicBezTo>
                    <a:pt x="859092" y="171007"/>
                    <a:pt x="851027" y="162871"/>
                    <a:pt x="841058" y="162731"/>
                  </a:cubicBezTo>
                  <a:close/>
                  <a:moveTo>
                    <a:pt x="840804" y="71409"/>
                  </a:moveTo>
                  <a:cubicBezTo>
                    <a:pt x="830707" y="71409"/>
                    <a:pt x="822516" y="79584"/>
                    <a:pt x="822516" y="89673"/>
                  </a:cubicBezTo>
                  <a:cubicBezTo>
                    <a:pt x="822516" y="99763"/>
                    <a:pt x="830707" y="107938"/>
                    <a:pt x="840804" y="107938"/>
                  </a:cubicBezTo>
                  <a:cubicBezTo>
                    <a:pt x="850900" y="107938"/>
                    <a:pt x="859092" y="99763"/>
                    <a:pt x="859092" y="89673"/>
                  </a:cubicBezTo>
                  <a:cubicBezTo>
                    <a:pt x="859092" y="79685"/>
                    <a:pt x="851027" y="71548"/>
                    <a:pt x="841058" y="71409"/>
                  </a:cubicBezTo>
                  <a:close/>
                  <a:moveTo>
                    <a:pt x="840804" y="345376"/>
                  </a:moveTo>
                  <a:cubicBezTo>
                    <a:pt x="830707" y="345376"/>
                    <a:pt x="822516" y="353551"/>
                    <a:pt x="822516" y="363640"/>
                  </a:cubicBezTo>
                  <a:cubicBezTo>
                    <a:pt x="822516" y="373730"/>
                    <a:pt x="830707" y="381905"/>
                    <a:pt x="840804" y="381905"/>
                  </a:cubicBezTo>
                  <a:cubicBezTo>
                    <a:pt x="850900" y="381905"/>
                    <a:pt x="859092" y="373730"/>
                    <a:pt x="859092" y="363640"/>
                  </a:cubicBezTo>
                  <a:cubicBezTo>
                    <a:pt x="859092" y="353652"/>
                    <a:pt x="851027" y="345515"/>
                    <a:pt x="841058" y="345376"/>
                  </a:cubicBezTo>
                  <a:close/>
                  <a:moveTo>
                    <a:pt x="886524" y="573682"/>
                  </a:moveTo>
                  <a:cubicBezTo>
                    <a:pt x="876427" y="573682"/>
                    <a:pt x="868236" y="581856"/>
                    <a:pt x="868236" y="591946"/>
                  </a:cubicBezTo>
                  <a:cubicBezTo>
                    <a:pt x="868236" y="602036"/>
                    <a:pt x="876427" y="610211"/>
                    <a:pt x="886524" y="610211"/>
                  </a:cubicBezTo>
                  <a:cubicBezTo>
                    <a:pt x="896620" y="610211"/>
                    <a:pt x="904812" y="602036"/>
                    <a:pt x="904812" y="591946"/>
                  </a:cubicBezTo>
                  <a:cubicBezTo>
                    <a:pt x="904812" y="581958"/>
                    <a:pt x="896811" y="573821"/>
                    <a:pt x="886778" y="573682"/>
                  </a:cubicBezTo>
                  <a:close/>
                  <a:moveTo>
                    <a:pt x="840804" y="254054"/>
                  </a:moveTo>
                  <a:cubicBezTo>
                    <a:pt x="830707" y="254054"/>
                    <a:pt x="822516" y="262228"/>
                    <a:pt x="822516" y="272318"/>
                  </a:cubicBezTo>
                  <a:cubicBezTo>
                    <a:pt x="822516" y="282408"/>
                    <a:pt x="830707" y="290583"/>
                    <a:pt x="840804" y="290583"/>
                  </a:cubicBezTo>
                  <a:cubicBezTo>
                    <a:pt x="850900" y="290583"/>
                    <a:pt x="859092" y="282408"/>
                    <a:pt x="859092" y="272318"/>
                  </a:cubicBezTo>
                  <a:cubicBezTo>
                    <a:pt x="858965" y="262406"/>
                    <a:pt x="850964" y="254383"/>
                    <a:pt x="841058" y="254244"/>
                  </a:cubicBezTo>
                  <a:close/>
                  <a:moveTo>
                    <a:pt x="886524" y="208392"/>
                  </a:moveTo>
                  <a:cubicBezTo>
                    <a:pt x="876427" y="208392"/>
                    <a:pt x="868236" y="216567"/>
                    <a:pt x="868236" y="226657"/>
                  </a:cubicBezTo>
                  <a:cubicBezTo>
                    <a:pt x="868236" y="236747"/>
                    <a:pt x="876427" y="244921"/>
                    <a:pt x="886524" y="244921"/>
                  </a:cubicBezTo>
                  <a:cubicBezTo>
                    <a:pt x="896620" y="244921"/>
                    <a:pt x="904812" y="236747"/>
                    <a:pt x="904812" y="226657"/>
                  </a:cubicBezTo>
                  <a:cubicBezTo>
                    <a:pt x="904812" y="216669"/>
                    <a:pt x="896811" y="208532"/>
                    <a:pt x="886778" y="208392"/>
                  </a:cubicBezTo>
                  <a:close/>
                  <a:moveTo>
                    <a:pt x="886524" y="299715"/>
                  </a:moveTo>
                  <a:cubicBezTo>
                    <a:pt x="876427" y="299715"/>
                    <a:pt x="868236" y="307890"/>
                    <a:pt x="868236" y="317979"/>
                  </a:cubicBezTo>
                  <a:cubicBezTo>
                    <a:pt x="868236" y="328069"/>
                    <a:pt x="876427" y="336244"/>
                    <a:pt x="886524" y="336244"/>
                  </a:cubicBezTo>
                  <a:cubicBezTo>
                    <a:pt x="896620" y="336244"/>
                    <a:pt x="904812" y="328069"/>
                    <a:pt x="904812" y="317979"/>
                  </a:cubicBezTo>
                  <a:cubicBezTo>
                    <a:pt x="904812" y="307991"/>
                    <a:pt x="896811" y="299854"/>
                    <a:pt x="886778" y="299715"/>
                  </a:cubicBezTo>
                  <a:close/>
                  <a:moveTo>
                    <a:pt x="886524" y="391037"/>
                  </a:moveTo>
                  <a:cubicBezTo>
                    <a:pt x="876427" y="391037"/>
                    <a:pt x="868236" y="399212"/>
                    <a:pt x="868236" y="409302"/>
                  </a:cubicBezTo>
                  <a:cubicBezTo>
                    <a:pt x="868236" y="419391"/>
                    <a:pt x="876427" y="427566"/>
                    <a:pt x="886524" y="427566"/>
                  </a:cubicBezTo>
                  <a:cubicBezTo>
                    <a:pt x="896620" y="427566"/>
                    <a:pt x="904812" y="419391"/>
                    <a:pt x="904812" y="409302"/>
                  </a:cubicBezTo>
                  <a:cubicBezTo>
                    <a:pt x="904812" y="399313"/>
                    <a:pt x="896811" y="391177"/>
                    <a:pt x="886778" y="391037"/>
                  </a:cubicBezTo>
                  <a:close/>
                  <a:moveTo>
                    <a:pt x="886524" y="482359"/>
                  </a:moveTo>
                  <a:cubicBezTo>
                    <a:pt x="876427" y="482359"/>
                    <a:pt x="868236" y="490534"/>
                    <a:pt x="868236" y="500624"/>
                  </a:cubicBezTo>
                  <a:cubicBezTo>
                    <a:pt x="868236" y="510714"/>
                    <a:pt x="876427" y="518888"/>
                    <a:pt x="886524" y="518888"/>
                  </a:cubicBezTo>
                  <a:cubicBezTo>
                    <a:pt x="896620" y="518888"/>
                    <a:pt x="904812" y="510714"/>
                    <a:pt x="904812" y="500624"/>
                  </a:cubicBezTo>
                  <a:cubicBezTo>
                    <a:pt x="904685" y="490712"/>
                    <a:pt x="896684" y="482689"/>
                    <a:pt x="886778" y="482550"/>
                  </a:cubicBezTo>
                  <a:close/>
                  <a:moveTo>
                    <a:pt x="795084" y="391037"/>
                  </a:moveTo>
                  <a:cubicBezTo>
                    <a:pt x="784987" y="391037"/>
                    <a:pt x="776796" y="399212"/>
                    <a:pt x="776796" y="409302"/>
                  </a:cubicBezTo>
                  <a:cubicBezTo>
                    <a:pt x="776796" y="419391"/>
                    <a:pt x="784987" y="427566"/>
                    <a:pt x="795084" y="427566"/>
                  </a:cubicBezTo>
                  <a:cubicBezTo>
                    <a:pt x="805180" y="427566"/>
                    <a:pt x="813372" y="419391"/>
                    <a:pt x="813372" y="409302"/>
                  </a:cubicBezTo>
                  <a:cubicBezTo>
                    <a:pt x="813372" y="399313"/>
                    <a:pt x="805371" y="391177"/>
                    <a:pt x="795338" y="391037"/>
                  </a:cubicBezTo>
                  <a:close/>
                  <a:moveTo>
                    <a:pt x="795084" y="299715"/>
                  </a:moveTo>
                  <a:cubicBezTo>
                    <a:pt x="784987" y="299715"/>
                    <a:pt x="776796" y="307890"/>
                    <a:pt x="776796" y="317979"/>
                  </a:cubicBezTo>
                  <a:cubicBezTo>
                    <a:pt x="776796" y="328069"/>
                    <a:pt x="784987" y="336244"/>
                    <a:pt x="795084" y="336244"/>
                  </a:cubicBezTo>
                  <a:cubicBezTo>
                    <a:pt x="805180" y="336244"/>
                    <a:pt x="813372" y="328069"/>
                    <a:pt x="813372" y="317979"/>
                  </a:cubicBezTo>
                  <a:cubicBezTo>
                    <a:pt x="813372" y="307991"/>
                    <a:pt x="805371" y="299854"/>
                    <a:pt x="795338" y="299715"/>
                  </a:cubicBezTo>
                  <a:close/>
                  <a:moveTo>
                    <a:pt x="840804" y="436698"/>
                  </a:moveTo>
                  <a:cubicBezTo>
                    <a:pt x="830707" y="436698"/>
                    <a:pt x="822516" y="444873"/>
                    <a:pt x="822516" y="454963"/>
                  </a:cubicBezTo>
                  <a:cubicBezTo>
                    <a:pt x="822516" y="465053"/>
                    <a:pt x="830707" y="473227"/>
                    <a:pt x="840804" y="473227"/>
                  </a:cubicBezTo>
                  <a:cubicBezTo>
                    <a:pt x="850900" y="473227"/>
                    <a:pt x="859092" y="465053"/>
                    <a:pt x="859092" y="454963"/>
                  </a:cubicBezTo>
                  <a:cubicBezTo>
                    <a:pt x="859092" y="444974"/>
                    <a:pt x="851027" y="436838"/>
                    <a:pt x="841058" y="436698"/>
                  </a:cubicBezTo>
                  <a:close/>
                  <a:moveTo>
                    <a:pt x="795084" y="208392"/>
                  </a:moveTo>
                  <a:cubicBezTo>
                    <a:pt x="784987" y="208392"/>
                    <a:pt x="776796" y="216567"/>
                    <a:pt x="776796" y="226657"/>
                  </a:cubicBezTo>
                  <a:cubicBezTo>
                    <a:pt x="776796" y="236747"/>
                    <a:pt x="784987" y="244921"/>
                    <a:pt x="795084" y="244921"/>
                  </a:cubicBezTo>
                  <a:cubicBezTo>
                    <a:pt x="805180" y="244921"/>
                    <a:pt x="813372" y="236747"/>
                    <a:pt x="813372" y="226657"/>
                  </a:cubicBezTo>
                  <a:cubicBezTo>
                    <a:pt x="813372" y="216669"/>
                    <a:pt x="805371" y="208532"/>
                    <a:pt x="795338" y="208392"/>
                  </a:cubicBezTo>
                  <a:close/>
                  <a:moveTo>
                    <a:pt x="795084" y="482359"/>
                  </a:moveTo>
                  <a:cubicBezTo>
                    <a:pt x="784987" y="482359"/>
                    <a:pt x="776796" y="490534"/>
                    <a:pt x="776796" y="500624"/>
                  </a:cubicBezTo>
                  <a:cubicBezTo>
                    <a:pt x="776796" y="510714"/>
                    <a:pt x="784987" y="518888"/>
                    <a:pt x="795084" y="518888"/>
                  </a:cubicBezTo>
                  <a:cubicBezTo>
                    <a:pt x="805180" y="518888"/>
                    <a:pt x="813372" y="510714"/>
                    <a:pt x="813372" y="500624"/>
                  </a:cubicBezTo>
                  <a:cubicBezTo>
                    <a:pt x="813245" y="490712"/>
                    <a:pt x="805244" y="482689"/>
                    <a:pt x="795338" y="482550"/>
                  </a:cubicBezTo>
                  <a:close/>
                  <a:moveTo>
                    <a:pt x="795084" y="117070"/>
                  </a:moveTo>
                  <a:cubicBezTo>
                    <a:pt x="784987" y="117070"/>
                    <a:pt x="776796" y="125245"/>
                    <a:pt x="776796" y="135335"/>
                  </a:cubicBezTo>
                  <a:cubicBezTo>
                    <a:pt x="776796" y="145424"/>
                    <a:pt x="784987" y="153599"/>
                    <a:pt x="795084" y="153599"/>
                  </a:cubicBezTo>
                  <a:cubicBezTo>
                    <a:pt x="805180" y="153599"/>
                    <a:pt x="813372" y="145424"/>
                    <a:pt x="813372" y="135335"/>
                  </a:cubicBezTo>
                  <a:cubicBezTo>
                    <a:pt x="813372" y="125346"/>
                    <a:pt x="805371" y="117210"/>
                    <a:pt x="795338" y="117070"/>
                  </a:cubicBezTo>
                  <a:close/>
                  <a:moveTo>
                    <a:pt x="840804" y="528021"/>
                  </a:moveTo>
                  <a:cubicBezTo>
                    <a:pt x="830644" y="527983"/>
                    <a:pt x="822452" y="536164"/>
                    <a:pt x="822389" y="546285"/>
                  </a:cubicBezTo>
                  <a:cubicBezTo>
                    <a:pt x="822325" y="556407"/>
                    <a:pt x="830517" y="564638"/>
                    <a:pt x="840677" y="564676"/>
                  </a:cubicBezTo>
                  <a:cubicBezTo>
                    <a:pt x="850837" y="564714"/>
                    <a:pt x="859028" y="556533"/>
                    <a:pt x="859092" y="546412"/>
                  </a:cubicBezTo>
                  <a:cubicBezTo>
                    <a:pt x="859092" y="546367"/>
                    <a:pt x="859092" y="546330"/>
                    <a:pt x="859092" y="546285"/>
                  </a:cubicBezTo>
                  <a:cubicBezTo>
                    <a:pt x="859092" y="536297"/>
                    <a:pt x="851027" y="528160"/>
                    <a:pt x="841058" y="528021"/>
                  </a:cubicBezTo>
                  <a:close/>
                  <a:moveTo>
                    <a:pt x="840804" y="619343"/>
                  </a:moveTo>
                  <a:cubicBezTo>
                    <a:pt x="830707" y="619343"/>
                    <a:pt x="822516" y="627518"/>
                    <a:pt x="822516" y="637607"/>
                  </a:cubicBezTo>
                  <a:cubicBezTo>
                    <a:pt x="822516" y="639148"/>
                    <a:pt x="822770" y="640683"/>
                    <a:pt x="823151" y="642174"/>
                  </a:cubicBezTo>
                  <a:cubicBezTo>
                    <a:pt x="835089" y="639814"/>
                    <a:pt x="846837" y="636701"/>
                    <a:pt x="858393" y="632851"/>
                  </a:cubicBezTo>
                  <a:cubicBezTo>
                    <a:pt x="856298" y="624994"/>
                    <a:pt x="849186" y="619489"/>
                    <a:pt x="841058" y="619343"/>
                  </a:cubicBezTo>
                  <a:close/>
                  <a:moveTo>
                    <a:pt x="795084" y="25748"/>
                  </a:moveTo>
                  <a:cubicBezTo>
                    <a:pt x="784987" y="25748"/>
                    <a:pt x="776796" y="33922"/>
                    <a:pt x="776796" y="44012"/>
                  </a:cubicBezTo>
                  <a:cubicBezTo>
                    <a:pt x="776796" y="54102"/>
                    <a:pt x="784987" y="62277"/>
                    <a:pt x="795084" y="62277"/>
                  </a:cubicBezTo>
                  <a:cubicBezTo>
                    <a:pt x="805180" y="62277"/>
                    <a:pt x="813372" y="54102"/>
                    <a:pt x="813372" y="44012"/>
                  </a:cubicBezTo>
                  <a:cubicBezTo>
                    <a:pt x="813245" y="34100"/>
                    <a:pt x="805244" y="26078"/>
                    <a:pt x="795338" y="25938"/>
                  </a:cubicBezTo>
                  <a:close/>
                </a:path>
              </a:pathLst>
            </a:custGeom>
            <a:solidFill>
              <a:srgbClr val="F0028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433316" y="3203434"/>
              <a:ext cx="1359026" cy="913651"/>
            </a:xfrm>
            <a:custGeom>
              <a:avLst/>
              <a:gdLst/>
              <a:ahLst/>
              <a:cxnLst/>
              <a:rect l="l" t="t" r="r" b="b"/>
              <a:pathLst>
                <a:path w="1812035" h="1218201" extrusionOk="0">
                  <a:moveTo>
                    <a:pt x="877760" y="1218202"/>
                  </a:moveTo>
                  <a:cubicBezTo>
                    <a:pt x="1373442" y="1218202"/>
                    <a:pt x="1576959" y="444118"/>
                    <a:pt x="1812036" y="0"/>
                  </a:cubicBezTo>
                  <a:lnTo>
                    <a:pt x="0" y="0"/>
                  </a:lnTo>
                  <a:cubicBezTo>
                    <a:pt x="243967" y="601269"/>
                    <a:pt x="522922" y="1218202"/>
                    <a:pt x="877760" y="1218202"/>
                  </a:cubicBezTo>
                  <a:close/>
                </a:path>
              </a:pathLst>
            </a:custGeom>
            <a:gradFill>
              <a:gsLst>
                <a:gs pos="0">
                  <a:srgbClr val="BEF176"/>
                </a:gs>
                <a:gs pos="100000">
                  <a:srgbClr val="17A89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474719" y="2357234"/>
              <a:ext cx="958596" cy="846206"/>
            </a:xfrm>
            <a:custGeom>
              <a:avLst/>
              <a:gdLst/>
              <a:ahLst/>
              <a:cxnLst/>
              <a:rect l="l" t="t" r="r" b="b"/>
              <a:pathLst>
                <a:path w="1278128" h="1128274" extrusionOk="0">
                  <a:moveTo>
                    <a:pt x="641922" y="0"/>
                  </a:moveTo>
                  <a:cubicBezTo>
                    <a:pt x="371729" y="0"/>
                    <a:pt x="243142" y="659994"/>
                    <a:pt x="0" y="1128275"/>
                  </a:cubicBezTo>
                  <a:lnTo>
                    <a:pt x="1278128" y="1128275"/>
                  </a:lnTo>
                  <a:cubicBezTo>
                    <a:pt x="1046290" y="557066"/>
                    <a:pt x="845947" y="0"/>
                    <a:pt x="641922" y="0"/>
                  </a:cubicBezTo>
                  <a:close/>
                </a:path>
              </a:pathLst>
            </a:custGeom>
            <a:solidFill>
              <a:srgbClr val="FF3D4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792342" y="2975558"/>
              <a:ext cx="530066" cy="227878"/>
            </a:xfrm>
            <a:custGeom>
              <a:avLst/>
              <a:gdLst/>
              <a:ahLst/>
              <a:cxnLst/>
              <a:rect l="l" t="t" r="r" b="b"/>
              <a:pathLst>
                <a:path w="706755" h="303837" extrusionOk="0">
                  <a:moveTo>
                    <a:pt x="320167" y="0"/>
                  </a:moveTo>
                  <a:cubicBezTo>
                    <a:pt x="194310" y="0"/>
                    <a:pt x="94615" y="125251"/>
                    <a:pt x="0" y="303837"/>
                  </a:cubicBezTo>
                  <a:lnTo>
                    <a:pt x="706755" y="303837"/>
                  </a:lnTo>
                  <a:cubicBezTo>
                    <a:pt x="594932" y="135335"/>
                    <a:pt x="483933" y="0"/>
                    <a:pt x="320167" y="0"/>
                  </a:cubicBezTo>
                  <a:close/>
                </a:path>
              </a:pathLst>
            </a:custGeom>
            <a:solidFill>
              <a:srgbClr val="A54FA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0" y="2737741"/>
              <a:ext cx="464201" cy="465648"/>
            </a:xfrm>
            <a:custGeom>
              <a:avLst/>
              <a:gdLst/>
              <a:ahLst/>
              <a:cxnLst/>
              <a:rect l="l" t="t" r="r" b="b"/>
              <a:pathLst>
                <a:path w="618934" h="620864" extrusionOk="0">
                  <a:moveTo>
                    <a:pt x="0" y="0"/>
                  </a:moveTo>
                  <a:lnTo>
                    <a:pt x="0" y="620865"/>
                  </a:lnTo>
                  <a:lnTo>
                    <a:pt x="618935" y="620865"/>
                  </a:lnTo>
                  <a:cubicBezTo>
                    <a:pt x="480632" y="309101"/>
                    <a:pt x="339535" y="1459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BEF176"/>
                </a:gs>
                <a:gs pos="100000">
                  <a:srgbClr val="17A89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765190" y="3203434"/>
              <a:ext cx="378809" cy="485483"/>
            </a:xfrm>
            <a:custGeom>
              <a:avLst/>
              <a:gdLst/>
              <a:ahLst/>
              <a:cxnLst/>
              <a:rect l="l" t="t" r="r" b="b"/>
              <a:pathLst>
                <a:path w="505079" h="647310" extrusionOk="0">
                  <a:moveTo>
                    <a:pt x="0" y="0"/>
                  </a:moveTo>
                  <a:cubicBezTo>
                    <a:pt x="127000" y="368460"/>
                    <a:pt x="278765" y="644013"/>
                    <a:pt x="505079" y="647310"/>
                  </a:cubicBezTo>
                  <a:lnTo>
                    <a:pt x="505079" y="0"/>
                  </a:lnTo>
                  <a:close/>
                </a:path>
              </a:pathLst>
            </a:custGeom>
            <a:gradFill>
              <a:gsLst>
                <a:gs pos="0">
                  <a:srgbClr val="FF826C"/>
                </a:gs>
                <a:gs pos="100000">
                  <a:srgbClr val="FF3E4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894904" y="2489983"/>
              <a:ext cx="794003" cy="713456"/>
            </a:xfrm>
            <a:custGeom>
              <a:avLst/>
              <a:gdLst/>
              <a:ahLst/>
              <a:cxnLst/>
              <a:rect l="l" t="t" r="r" b="b"/>
              <a:pathLst>
                <a:path w="1058671" h="951274" extrusionOk="0">
                  <a:moveTo>
                    <a:pt x="584200" y="0"/>
                  </a:moveTo>
                  <a:cubicBezTo>
                    <a:pt x="388938" y="0"/>
                    <a:pt x="206692" y="447289"/>
                    <a:pt x="0" y="951274"/>
                  </a:cubicBezTo>
                  <a:lnTo>
                    <a:pt x="1058672" y="951274"/>
                  </a:lnTo>
                  <a:cubicBezTo>
                    <a:pt x="920623" y="672805"/>
                    <a:pt x="806005" y="314808"/>
                    <a:pt x="664654" y="17313"/>
                  </a:cubicBezTo>
                  <a:cubicBezTo>
                    <a:pt x="639312" y="6075"/>
                    <a:pt x="611924" y="184"/>
                    <a:pt x="584200" y="0"/>
                  </a:cubicBezTo>
                  <a:close/>
                </a:path>
              </a:pathLst>
            </a:custGeom>
            <a:solidFill>
              <a:srgbClr val="FF800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288756" y="3203434"/>
              <a:ext cx="940450" cy="428073"/>
            </a:xfrm>
            <a:custGeom>
              <a:avLst/>
              <a:gdLst/>
              <a:ahLst/>
              <a:cxnLst/>
              <a:rect l="l" t="t" r="r" b="b"/>
              <a:pathLst>
                <a:path w="1253934" h="570764" extrusionOk="0">
                  <a:moveTo>
                    <a:pt x="569913" y="570765"/>
                  </a:moveTo>
                  <a:cubicBezTo>
                    <a:pt x="852488" y="570765"/>
                    <a:pt x="1068959" y="318106"/>
                    <a:pt x="1253934" y="0"/>
                  </a:cubicBezTo>
                  <a:lnTo>
                    <a:pt x="0" y="0"/>
                  </a:lnTo>
                  <a:cubicBezTo>
                    <a:pt x="142240" y="325336"/>
                    <a:pt x="312674" y="570765"/>
                    <a:pt x="569913" y="570765"/>
                  </a:cubicBezTo>
                  <a:close/>
                </a:path>
              </a:pathLst>
            </a:custGeom>
            <a:solidFill>
              <a:srgbClr val="7DFF29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514492" y="2394856"/>
              <a:ext cx="629507" cy="808583"/>
            </a:xfrm>
            <a:custGeom>
              <a:avLst/>
              <a:gdLst/>
              <a:ahLst/>
              <a:cxnLst/>
              <a:rect l="l" t="t" r="r" b="b"/>
              <a:pathLst>
                <a:path w="839343" h="1078110" extrusionOk="0">
                  <a:moveTo>
                    <a:pt x="0" y="1078111"/>
                  </a:moveTo>
                  <a:lnTo>
                    <a:pt x="839343" y="1078111"/>
                  </a:lnTo>
                  <a:lnTo>
                    <a:pt x="839343" y="0"/>
                  </a:lnTo>
                  <a:cubicBezTo>
                    <a:pt x="537274" y="5898"/>
                    <a:pt x="328867" y="647881"/>
                    <a:pt x="0" y="1078111"/>
                  </a:cubicBezTo>
                  <a:close/>
                </a:path>
              </a:pathLst>
            </a:custGeom>
            <a:solidFill>
              <a:srgbClr val="FF96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876675" y="2014492"/>
              <a:ext cx="1398460" cy="1189045"/>
            </a:xfrm>
            <a:custGeom>
              <a:avLst/>
              <a:gdLst/>
              <a:ahLst/>
              <a:cxnLst/>
              <a:rect l="l" t="t" r="r" b="b"/>
              <a:pathLst>
                <a:path w="1864614" h="1585393" extrusionOk="0">
                  <a:moveTo>
                    <a:pt x="215900" y="962880"/>
                  </a:moveTo>
                  <a:lnTo>
                    <a:pt x="839153" y="1585267"/>
                  </a:lnTo>
                  <a:lnTo>
                    <a:pt x="866648" y="1585267"/>
                  </a:lnTo>
                  <a:lnTo>
                    <a:pt x="223329" y="942523"/>
                  </a:lnTo>
                  <a:close/>
                  <a:moveTo>
                    <a:pt x="194754" y="1023761"/>
                  </a:moveTo>
                  <a:lnTo>
                    <a:pt x="757047" y="1585267"/>
                  </a:lnTo>
                  <a:lnTo>
                    <a:pt x="784542" y="1585267"/>
                  </a:lnTo>
                  <a:lnTo>
                    <a:pt x="201866" y="1003341"/>
                  </a:lnTo>
                  <a:cubicBezTo>
                    <a:pt x="199771" y="1010190"/>
                    <a:pt x="197358" y="1016976"/>
                    <a:pt x="195009" y="1023761"/>
                  </a:cubicBezTo>
                  <a:close/>
                  <a:moveTo>
                    <a:pt x="173990" y="1084833"/>
                  </a:moveTo>
                  <a:lnTo>
                    <a:pt x="675132" y="1585267"/>
                  </a:lnTo>
                  <a:lnTo>
                    <a:pt x="702691" y="1585267"/>
                  </a:lnTo>
                  <a:lnTo>
                    <a:pt x="181039" y="1064349"/>
                  </a:lnTo>
                  <a:close/>
                  <a:moveTo>
                    <a:pt x="259143" y="841751"/>
                  </a:moveTo>
                  <a:lnTo>
                    <a:pt x="1003681" y="1585267"/>
                  </a:lnTo>
                  <a:lnTo>
                    <a:pt x="1031177" y="1585267"/>
                  </a:lnTo>
                  <a:lnTo>
                    <a:pt x="266700" y="821584"/>
                  </a:lnTo>
                  <a:close/>
                  <a:moveTo>
                    <a:pt x="237490" y="902188"/>
                  </a:moveTo>
                  <a:lnTo>
                    <a:pt x="921512" y="1585267"/>
                  </a:lnTo>
                  <a:lnTo>
                    <a:pt x="949071" y="1585267"/>
                  </a:lnTo>
                  <a:lnTo>
                    <a:pt x="244729" y="881895"/>
                  </a:lnTo>
                  <a:close/>
                  <a:moveTo>
                    <a:pt x="303657" y="722207"/>
                  </a:moveTo>
                  <a:lnTo>
                    <a:pt x="1167892" y="1585267"/>
                  </a:lnTo>
                  <a:lnTo>
                    <a:pt x="1195451" y="1585267"/>
                  </a:lnTo>
                  <a:lnTo>
                    <a:pt x="311150" y="702358"/>
                  </a:lnTo>
                  <a:cubicBezTo>
                    <a:pt x="308801" y="708953"/>
                    <a:pt x="306260" y="715549"/>
                    <a:pt x="303657" y="722207"/>
                  </a:cubicBezTo>
                  <a:close/>
                  <a:moveTo>
                    <a:pt x="281178" y="781757"/>
                  </a:moveTo>
                  <a:lnTo>
                    <a:pt x="1085850" y="1585267"/>
                  </a:lnTo>
                  <a:lnTo>
                    <a:pt x="1113346" y="1585267"/>
                  </a:lnTo>
                  <a:lnTo>
                    <a:pt x="288671" y="761717"/>
                  </a:lnTo>
                  <a:cubicBezTo>
                    <a:pt x="286131" y="768376"/>
                    <a:pt x="283654" y="775035"/>
                    <a:pt x="281178" y="781757"/>
                  </a:cubicBezTo>
                  <a:close/>
                  <a:moveTo>
                    <a:pt x="45657" y="1448727"/>
                  </a:moveTo>
                  <a:lnTo>
                    <a:pt x="182372" y="1585267"/>
                  </a:lnTo>
                  <a:lnTo>
                    <a:pt x="209867" y="1585267"/>
                  </a:lnTo>
                  <a:lnTo>
                    <a:pt x="53086" y="1428687"/>
                  </a:lnTo>
                  <a:close/>
                  <a:moveTo>
                    <a:pt x="23051" y="1508150"/>
                  </a:moveTo>
                  <a:lnTo>
                    <a:pt x="100266" y="1585267"/>
                  </a:lnTo>
                  <a:lnTo>
                    <a:pt x="127762" y="1585267"/>
                  </a:lnTo>
                  <a:lnTo>
                    <a:pt x="30671" y="1488300"/>
                  </a:lnTo>
                  <a:close/>
                  <a:moveTo>
                    <a:pt x="67501" y="1388797"/>
                  </a:moveTo>
                  <a:lnTo>
                    <a:pt x="264351" y="1585394"/>
                  </a:lnTo>
                  <a:lnTo>
                    <a:pt x="292100" y="1585394"/>
                  </a:lnTo>
                  <a:lnTo>
                    <a:pt x="75121" y="1368757"/>
                  </a:lnTo>
                  <a:close/>
                  <a:moveTo>
                    <a:pt x="326517" y="663228"/>
                  </a:moveTo>
                  <a:lnTo>
                    <a:pt x="1249807" y="1585267"/>
                  </a:lnTo>
                  <a:lnTo>
                    <a:pt x="1277303" y="1585267"/>
                  </a:lnTo>
                  <a:lnTo>
                    <a:pt x="334709" y="643632"/>
                  </a:lnTo>
                  <a:cubicBezTo>
                    <a:pt x="332041" y="650164"/>
                    <a:pt x="329374" y="656696"/>
                    <a:pt x="326771" y="663228"/>
                  </a:cubicBezTo>
                  <a:close/>
                  <a:moveTo>
                    <a:pt x="153035" y="1145905"/>
                  </a:moveTo>
                  <a:lnTo>
                    <a:pt x="593027" y="1585267"/>
                  </a:lnTo>
                  <a:lnTo>
                    <a:pt x="620522" y="1585267"/>
                  </a:lnTo>
                  <a:lnTo>
                    <a:pt x="160084" y="1125421"/>
                  </a:lnTo>
                  <a:close/>
                  <a:moveTo>
                    <a:pt x="0" y="1566812"/>
                  </a:moveTo>
                  <a:lnTo>
                    <a:pt x="18288" y="1585077"/>
                  </a:lnTo>
                  <a:lnTo>
                    <a:pt x="45847" y="1585077"/>
                  </a:lnTo>
                  <a:lnTo>
                    <a:pt x="7747" y="1547026"/>
                  </a:lnTo>
                  <a:cubicBezTo>
                    <a:pt x="5080" y="1554128"/>
                    <a:pt x="2413" y="1560470"/>
                    <a:pt x="0" y="1566812"/>
                  </a:cubicBezTo>
                  <a:close/>
                  <a:moveTo>
                    <a:pt x="132207" y="1206723"/>
                  </a:moveTo>
                  <a:lnTo>
                    <a:pt x="511111" y="1585077"/>
                  </a:lnTo>
                  <a:lnTo>
                    <a:pt x="538607" y="1585077"/>
                  </a:lnTo>
                  <a:lnTo>
                    <a:pt x="139065" y="1186302"/>
                  </a:lnTo>
                  <a:close/>
                  <a:moveTo>
                    <a:pt x="110998" y="1267605"/>
                  </a:moveTo>
                  <a:lnTo>
                    <a:pt x="428942" y="1585077"/>
                  </a:lnTo>
                  <a:lnTo>
                    <a:pt x="456438" y="1585077"/>
                  </a:lnTo>
                  <a:lnTo>
                    <a:pt x="118110" y="1247184"/>
                  </a:lnTo>
                  <a:cubicBezTo>
                    <a:pt x="115570" y="1254223"/>
                    <a:pt x="113221" y="1261009"/>
                    <a:pt x="110808" y="1267795"/>
                  </a:cubicBezTo>
                  <a:close/>
                  <a:moveTo>
                    <a:pt x="89662" y="1328233"/>
                  </a:moveTo>
                  <a:lnTo>
                    <a:pt x="346837" y="1585077"/>
                  </a:lnTo>
                  <a:lnTo>
                    <a:pt x="374333" y="1585077"/>
                  </a:lnTo>
                  <a:lnTo>
                    <a:pt x="96838" y="1307939"/>
                  </a:lnTo>
                  <a:cubicBezTo>
                    <a:pt x="94234" y="1314915"/>
                    <a:pt x="91884" y="1321701"/>
                    <a:pt x="89472" y="1328423"/>
                  </a:cubicBezTo>
                  <a:close/>
                  <a:moveTo>
                    <a:pt x="1792922" y="1361400"/>
                  </a:moveTo>
                  <a:lnTo>
                    <a:pt x="599122" y="169137"/>
                  </a:lnTo>
                  <a:cubicBezTo>
                    <a:pt x="594868" y="173956"/>
                    <a:pt x="590614" y="178966"/>
                    <a:pt x="586422" y="183976"/>
                  </a:cubicBezTo>
                  <a:lnTo>
                    <a:pt x="1809750" y="1405920"/>
                  </a:lnTo>
                  <a:cubicBezTo>
                    <a:pt x="1804035" y="1391251"/>
                    <a:pt x="1798383" y="1376475"/>
                    <a:pt x="1792732" y="1361591"/>
                  </a:cubicBezTo>
                  <a:close/>
                  <a:moveTo>
                    <a:pt x="1608772" y="849171"/>
                  </a:moveTo>
                  <a:lnTo>
                    <a:pt x="785876" y="27967"/>
                  </a:lnTo>
                  <a:cubicBezTo>
                    <a:pt x="779526" y="30631"/>
                    <a:pt x="773176" y="33421"/>
                    <a:pt x="766826" y="36402"/>
                  </a:cubicBezTo>
                  <a:lnTo>
                    <a:pt x="1624076" y="892549"/>
                  </a:lnTo>
                  <a:close/>
                  <a:moveTo>
                    <a:pt x="1745488" y="1231837"/>
                  </a:moveTo>
                  <a:lnTo>
                    <a:pt x="638873" y="127217"/>
                  </a:lnTo>
                  <a:cubicBezTo>
                    <a:pt x="634238" y="131720"/>
                    <a:pt x="629603" y="136222"/>
                    <a:pt x="625030" y="140915"/>
                  </a:cubicBezTo>
                  <a:lnTo>
                    <a:pt x="1760728" y="1275088"/>
                  </a:lnTo>
                  <a:close/>
                  <a:moveTo>
                    <a:pt x="1700149" y="1104493"/>
                  </a:moveTo>
                  <a:lnTo>
                    <a:pt x="682689" y="89166"/>
                  </a:lnTo>
                  <a:cubicBezTo>
                    <a:pt x="677609" y="93161"/>
                    <a:pt x="672528" y="97347"/>
                    <a:pt x="667512" y="101533"/>
                  </a:cubicBezTo>
                  <a:lnTo>
                    <a:pt x="1714818" y="1147490"/>
                  </a:lnTo>
                  <a:close/>
                  <a:moveTo>
                    <a:pt x="1558734" y="717197"/>
                  </a:moveTo>
                  <a:lnTo>
                    <a:pt x="848423" y="8435"/>
                  </a:lnTo>
                  <a:cubicBezTo>
                    <a:pt x="841058" y="10020"/>
                    <a:pt x="833691" y="11859"/>
                    <a:pt x="826453" y="13952"/>
                  </a:cubicBezTo>
                  <a:lnTo>
                    <a:pt x="1575753" y="762288"/>
                  </a:lnTo>
                  <a:cubicBezTo>
                    <a:pt x="1569974" y="747239"/>
                    <a:pt x="1564132" y="732272"/>
                    <a:pt x="1558354" y="717388"/>
                  </a:cubicBezTo>
                  <a:close/>
                  <a:moveTo>
                    <a:pt x="1655128" y="977593"/>
                  </a:moveTo>
                  <a:lnTo>
                    <a:pt x="731266" y="55491"/>
                  </a:lnTo>
                  <a:cubicBezTo>
                    <a:pt x="725615" y="58852"/>
                    <a:pt x="719963" y="62404"/>
                    <a:pt x="714375" y="66082"/>
                  </a:cubicBezTo>
                  <a:lnTo>
                    <a:pt x="1670050" y="1020337"/>
                  </a:lnTo>
                  <a:cubicBezTo>
                    <a:pt x="1664843" y="1006131"/>
                    <a:pt x="1659827" y="991925"/>
                    <a:pt x="1654746" y="977783"/>
                  </a:cubicBezTo>
                  <a:close/>
                  <a:moveTo>
                    <a:pt x="1289876" y="202621"/>
                  </a:moveTo>
                  <a:lnTo>
                    <a:pt x="1173035" y="85995"/>
                  </a:lnTo>
                  <a:cubicBezTo>
                    <a:pt x="1150029" y="68341"/>
                    <a:pt x="1125385" y="52924"/>
                    <a:pt x="1099439" y="39954"/>
                  </a:cubicBezTo>
                  <a:lnTo>
                    <a:pt x="1356423" y="296544"/>
                  </a:lnTo>
                  <a:cubicBezTo>
                    <a:pt x="1335786" y="264142"/>
                    <a:pt x="1313434" y="232854"/>
                    <a:pt x="1289495" y="202812"/>
                  </a:cubicBezTo>
                  <a:close/>
                  <a:moveTo>
                    <a:pt x="1501457" y="577994"/>
                  </a:moveTo>
                  <a:lnTo>
                    <a:pt x="922147" y="0"/>
                  </a:lnTo>
                  <a:cubicBezTo>
                    <a:pt x="913321" y="0"/>
                    <a:pt x="904558" y="634"/>
                    <a:pt x="895922" y="1332"/>
                  </a:cubicBezTo>
                  <a:lnTo>
                    <a:pt x="1521396" y="625938"/>
                  </a:lnTo>
                  <a:cubicBezTo>
                    <a:pt x="1514666" y="609894"/>
                    <a:pt x="1507934" y="593912"/>
                    <a:pt x="1501077" y="578185"/>
                  </a:cubicBezTo>
                  <a:close/>
                  <a:moveTo>
                    <a:pt x="1428496" y="423127"/>
                  </a:moveTo>
                  <a:lnTo>
                    <a:pt x="1013841" y="9576"/>
                  </a:lnTo>
                  <a:cubicBezTo>
                    <a:pt x="1002792" y="7039"/>
                    <a:pt x="991597" y="4926"/>
                    <a:pt x="980250" y="3234"/>
                  </a:cubicBezTo>
                  <a:lnTo>
                    <a:pt x="1455293" y="477667"/>
                  </a:lnTo>
                  <a:cubicBezTo>
                    <a:pt x="1446340" y="459275"/>
                    <a:pt x="1437322" y="441157"/>
                    <a:pt x="1428115" y="423317"/>
                  </a:cubicBezTo>
                  <a:close/>
                  <a:moveTo>
                    <a:pt x="456057" y="381651"/>
                  </a:moveTo>
                  <a:lnTo>
                    <a:pt x="1661033" y="1585077"/>
                  </a:lnTo>
                  <a:lnTo>
                    <a:pt x="1688592" y="1585077"/>
                  </a:lnTo>
                  <a:lnTo>
                    <a:pt x="465455" y="364084"/>
                  </a:lnTo>
                  <a:cubicBezTo>
                    <a:pt x="462153" y="369982"/>
                    <a:pt x="458915" y="375880"/>
                    <a:pt x="455676" y="381842"/>
                  </a:cubicBezTo>
                  <a:close/>
                  <a:moveTo>
                    <a:pt x="427990" y="435620"/>
                  </a:moveTo>
                  <a:lnTo>
                    <a:pt x="1578928" y="1585077"/>
                  </a:lnTo>
                  <a:lnTo>
                    <a:pt x="1606423" y="1585077"/>
                  </a:lnTo>
                  <a:lnTo>
                    <a:pt x="436880" y="417609"/>
                  </a:lnTo>
                  <a:cubicBezTo>
                    <a:pt x="433769" y="423634"/>
                    <a:pt x="430657" y="429659"/>
                    <a:pt x="427609" y="435810"/>
                  </a:cubicBezTo>
                  <a:close/>
                  <a:moveTo>
                    <a:pt x="1845564" y="1495847"/>
                  </a:moveTo>
                  <a:lnTo>
                    <a:pt x="561911" y="214354"/>
                  </a:lnTo>
                  <a:cubicBezTo>
                    <a:pt x="557975" y="219554"/>
                    <a:pt x="554101" y="224881"/>
                    <a:pt x="550164" y="230145"/>
                  </a:cubicBezTo>
                  <a:lnTo>
                    <a:pt x="1864614" y="1542904"/>
                  </a:lnTo>
                  <a:cubicBezTo>
                    <a:pt x="1858137" y="1527429"/>
                    <a:pt x="1851660" y="1511828"/>
                    <a:pt x="1845183" y="1496037"/>
                  </a:cubicBezTo>
                  <a:close/>
                  <a:moveTo>
                    <a:pt x="375222" y="547553"/>
                  </a:moveTo>
                  <a:lnTo>
                    <a:pt x="1414272" y="1585267"/>
                  </a:lnTo>
                  <a:lnTo>
                    <a:pt x="1441831" y="1585267"/>
                  </a:lnTo>
                  <a:lnTo>
                    <a:pt x="383730" y="528528"/>
                  </a:lnTo>
                  <a:cubicBezTo>
                    <a:pt x="381000" y="534870"/>
                    <a:pt x="378016" y="541148"/>
                    <a:pt x="375222" y="547553"/>
                  </a:cubicBezTo>
                  <a:close/>
                  <a:moveTo>
                    <a:pt x="400622" y="491111"/>
                  </a:moveTo>
                  <a:lnTo>
                    <a:pt x="1496251" y="1585267"/>
                  </a:lnTo>
                  <a:lnTo>
                    <a:pt x="1524000" y="1585267"/>
                  </a:lnTo>
                  <a:lnTo>
                    <a:pt x="409702" y="472466"/>
                  </a:lnTo>
                  <a:close/>
                  <a:moveTo>
                    <a:pt x="516509" y="278723"/>
                  </a:moveTo>
                  <a:lnTo>
                    <a:pt x="1824609" y="1585140"/>
                  </a:lnTo>
                  <a:lnTo>
                    <a:pt x="1852105" y="1585140"/>
                  </a:lnTo>
                  <a:lnTo>
                    <a:pt x="527685" y="262235"/>
                  </a:lnTo>
                  <a:cubicBezTo>
                    <a:pt x="524002" y="267689"/>
                    <a:pt x="520319" y="273079"/>
                    <a:pt x="516699" y="278723"/>
                  </a:cubicBezTo>
                  <a:close/>
                  <a:moveTo>
                    <a:pt x="484759" y="329458"/>
                  </a:moveTo>
                  <a:lnTo>
                    <a:pt x="1742059" y="1585140"/>
                  </a:lnTo>
                  <a:lnTo>
                    <a:pt x="1769555" y="1585140"/>
                  </a:lnTo>
                  <a:lnTo>
                    <a:pt x="495617" y="312208"/>
                  </a:lnTo>
                  <a:cubicBezTo>
                    <a:pt x="492125" y="317916"/>
                    <a:pt x="488950" y="323814"/>
                    <a:pt x="485267" y="329395"/>
                  </a:cubicBezTo>
                  <a:close/>
                  <a:moveTo>
                    <a:pt x="350076" y="605010"/>
                  </a:moveTo>
                  <a:lnTo>
                    <a:pt x="1331659" y="1585330"/>
                  </a:lnTo>
                  <a:lnTo>
                    <a:pt x="1359154" y="1585330"/>
                  </a:lnTo>
                  <a:lnTo>
                    <a:pt x="358775" y="585668"/>
                  </a:lnTo>
                  <a:close/>
                </a:path>
              </a:pathLst>
            </a:custGeom>
            <a:solidFill>
              <a:srgbClr val="AF9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0" y="2918101"/>
              <a:ext cx="387952" cy="285382"/>
            </a:xfrm>
            <a:custGeom>
              <a:avLst/>
              <a:gdLst/>
              <a:ahLst/>
              <a:cxnLst/>
              <a:rect l="l" t="t" r="r" b="b"/>
              <a:pathLst>
                <a:path w="517270" h="380509" extrusionOk="0">
                  <a:moveTo>
                    <a:pt x="0" y="0"/>
                  </a:moveTo>
                  <a:lnTo>
                    <a:pt x="0" y="380510"/>
                  </a:lnTo>
                  <a:lnTo>
                    <a:pt x="517271" y="380510"/>
                  </a:lnTo>
                  <a:cubicBezTo>
                    <a:pt x="385445" y="159053"/>
                    <a:pt x="226378" y="1142"/>
                    <a:pt x="0" y="0"/>
                  </a:cubicBezTo>
                  <a:close/>
                </a:path>
              </a:pathLst>
            </a:custGeom>
            <a:solidFill>
              <a:srgbClr val="029E8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229207" y="2252166"/>
              <a:ext cx="1366075" cy="951274"/>
            </a:xfrm>
            <a:custGeom>
              <a:avLst/>
              <a:gdLst/>
              <a:ahLst/>
              <a:cxnLst/>
              <a:rect l="l" t="t" r="r" b="b"/>
              <a:pathLst>
                <a:path w="1821434" h="1268365" extrusionOk="0">
                  <a:moveTo>
                    <a:pt x="840804" y="0"/>
                  </a:moveTo>
                  <a:cubicBezTo>
                    <a:pt x="537718" y="0"/>
                    <a:pt x="314134" y="728422"/>
                    <a:pt x="0" y="1268366"/>
                  </a:cubicBezTo>
                  <a:lnTo>
                    <a:pt x="1821435" y="1268366"/>
                  </a:lnTo>
                  <a:cubicBezTo>
                    <a:pt x="1438784" y="781440"/>
                    <a:pt x="1172337" y="0"/>
                    <a:pt x="840804" y="0"/>
                  </a:cubicBezTo>
                  <a:close/>
                </a:path>
              </a:pathLst>
            </a:custGeom>
            <a:gradFill>
              <a:gsLst>
                <a:gs pos="0">
                  <a:srgbClr val="3BE5CC"/>
                </a:gs>
                <a:gs pos="100000">
                  <a:srgbClr val="02719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343679" y="1786473"/>
              <a:ext cx="1421463" cy="1416970"/>
            </a:xfrm>
            <a:custGeom>
              <a:avLst/>
              <a:gdLst/>
              <a:ahLst/>
              <a:cxnLst/>
              <a:rect l="l" t="t" r="r" b="b"/>
              <a:pathLst>
                <a:path w="1895284" h="1889294" extrusionOk="0">
                  <a:moveTo>
                    <a:pt x="878205" y="1889294"/>
                  </a:moveTo>
                  <a:lnTo>
                    <a:pt x="931735" y="1889294"/>
                  </a:lnTo>
                  <a:lnTo>
                    <a:pt x="931735" y="14333"/>
                  </a:lnTo>
                  <a:cubicBezTo>
                    <a:pt x="913194" y="20420"/>
                    <a:pt x="895286" y="28190"/>
                    <a:pt x="878205" y="37544"/>
                  </a:cubicBezTo>
                  <a:close/>
                  <a:moveTo>
                    <a:pt x="607695" y="1889294"/>
                  </a:moveTo>
                  <a:lnTo>
                    <a:pt x="661226" y="1889294"/>
                  </a:lnTo>
                  <a:lnTo>
                    <a:pt x="661226" y="256971"/>
                  </a:lnTo>
                  <a:cubicBezTo>
                    <a:pt x="643065" y="284241"/>
                    <a:pt x="625221" y="313223"/>
                    <a:pt x="607695" y="343917"/>
                  </a:cubicBezTo>
                  <a:close/>
                  <a:moveTo>
                    <a:pt x="427419" y="1889294"/>
                  </a:moveTo>
                  <a:lnTo>
                    <a:pt x="480885" y="1889294"/>
                  </a:lnTo>
                  <a:lnTo>
                    <a:pt x="480885" y="601903"/>
                  </a:lnTo>
                  <a:cubicBezTo>
                    <a:pt x="462852" y="643505"/>
                    <a:pt x="445009" y="686357"/>
                    <a:pt x="427419" y="730452"/>
                  </a:cubicBezTo>
                  <a:close/>
                  <a:moveTo>
                    <a:pt x="697865" y="1889294"/>
                  </a:moveTo>
                  <a:lnTo>
                    <a:pt x="751396" y="1889294"/>
                  </a:lnTo>
                  <a:lnTo>
                    <a:pt x="751396" y="140281"/>
                  </a:lnTo>
                  <a:cubicBezTo>
                    <a:pt x="733171" y="160068"/>
                    <a:pt x="715328" y="181651"/>
                    <a:pt x="697865" y="205031"/>
                  </a:cubicBezTo>
                  <a:close/>
                  <a:moveTo>
                    <a:pt x="517525" y="1889294"/>
                  </a:moveTo>
                  <a:lnTo>
                    <a:pt x="571056" y="1889294"/>
                  </a:lnTo>
                  <a:lnTo>
                    <a:pt x="571056" y="411141"/>
                  </a:lnTo>
                  <a:cubicBezTo>
                    <a:pt x="552895" y="445894"/>
                    <a:pt x="535115" y="482296"/>
                    <a:pt x="517525" y="520030"/>
                  </a:cubicBezTo>
                  <a:close/>
                  <a:moveTo>
                    <a:pt x="66675" y="1889294"/>
                  </a:moveTo>
                  <a:lnTo>
                    <a:pt x="120206" y="1889294"/>
                  </a:lnTo>
                  <a:lnTo>
                    <a:pt x="120206" y="1579813"/>
                  </a:lnTo>
                  <a:cubicBezTo>
                    <a:pt x="102489" y="1628309"/>
                    <a:pt x="84646" y="1676037"/>
                    <a:pt x="66675" y="1723011"/>
                  </a:cubicBezTo>
                  <a:close/>
                  <a:moveTo>
                    <a:pt x="30035" y="1889294"/>
                  </a:moveTo>
                  <a:lnTo>
                    <a:pt x="30035" y="1816363"/>
                  </a:lnTo>
                  <a:cubicBezTo>
                    <a:pt x="20066" y="1841014"/>
                    <a:pt x="10096" y="1865322"/>
                    <a:pt x="0" y="1889294"/>
                  </a:cubicBezTo>
                  <a:close/>
                  <a:moveTo>
                    <a:pt x="247015" y="1889294"/>
                  </a:moveTo>
                  <a:lnTo>
                    <a:pt x="300482" y="1889294"/>
                  </a:lnTo>
                  <a:lnTo>
                    <a:pt x="300482" y="1069676"/>
                  </a:lnTo>
                  <a:cubicBezTo>
                    <a:pt x="282639" y="1119986"/>
                    <a:pt x="264858" y="1170721"/>
                    <a:pt x="247015" y="1221880"/>
                  </a:cubicBezTo>
                  <a:close/>
                  <a:moveTo>
                    <a:pt x="337185" y="1889294"/>
                  </a:moveTo>
                  <a:lnTo>
                    <a:pt x="390652" y="1889294"/>
                  </a:lnTo>
                  <a:lnTo>
                    <a:pt x="390652" y="823867"/>
                  </a:lnTo>
                  <a:cubicBezTo>
                    <a:pt x="372682" y="870923"/>
                    <a:pt x="354902" y="918823"/>
                    <a:pt x="337185" y="967573"/>
                  </a:cubicBezTo>
                  <a:close/>
                  <a:moveTo>
                    <a:pt x="156845" y="1889294"/>
                  </a:moveTo>
                  <a:lnTo>
                    <a:pt x="210376" y="1889294"/>
                  </a:lnTo>
                  <a:lnTo>
                    <a:pt x="210376" y="1326393"/>
                  </a:lnTo>
                  <a:cubicBezTo>
                    <a:pt x="192532" y="1377128"/>
                    <a:pt x="174689" y="1427691"/>
                    <a:pt x="156845" y="1478090"/>
                  </a:cubicBezTo>
                  <a:close/>
                  <a:moveTo>
                    <a:pt x="787971" y="1889294"/>
                  </a:moveTo>
                  <a:lnTo>
                    <a:pt x="841502" y="1889294"/>
                  </a:lnTo>
                  <a:lnTo>
                    <a:pt x="841502" y="60184"/>
                  </a:lnTo>
                  <a:cubicBezTo>
                    <a:pt x="822643" y="73317"/>
                    <a:pt x="804799" y="87748"/>
                    <a:pt x="787971" y="103372"/>
                  </a:cubicBezTo>
                  <a:close/>
                  <a:moveTo>
                    <a:pt x="1501902" y="1889294"/>
                  </a:moveTo>
                  <a:lnTo>
                    <a:pt x="1555369" y="1889294"/>
                  </a:lnTo>
                  <a:lnTo>
                    <a:pt x="1555369" y="725442"/>
                  </a:lnTo>
                  <a:cubicBezTo>
                    <a:pt x="1538033" y="671917"/>
                    <a:pt x="1520254" y="620041"/>
                    <a:pt x="1501902" y="570194"/>
                  </a:cubicBezTo>
                  <a:close/>
                  <a:moveTo>
                    <a:pt x="1592008" y="1889294"/>
                  </a:moveTo>
                  <a:lnTo>
                    <a:pt x="1645539" y="1889294"/>
                  </a:lnTo>
                  <a:lnTo>
                    <a:pt x="1645539" y="1026298"/>
                  </a:lnTo>
                  <a:cubicBezTo>
                    <a:pt x="1628013" y="964021"/>
                    <a:pt x="1610234" y="902569"/>
                    <a:pt x="1592008" y="842385"/>
                  </a:cubicBezTo>
                  <a:close/>
                  <a:moveTo>
                    <a:pt x="1682179" y="1889294"/>
                  </a:moveTo>
                  <a:lnTo>
                    <a:pt x="1735709" y="1889294"/>
                  </a:lnTo>
                  <a:lnTo>
                    <a:pt x="1735709" y="1353980"/>
                  </a:lnTo>
                  <a:cubicBezTo>
                    <a:pt x="1717866" y="1288786"/>
                    <a:pt x="1700085" y="1223339"/>
                    <a:pt x="1682179" y="1158272"/>
                  </a:cubicBezTo>
                  <a:close/>
                  <a:moveTo>
                    <a:pt x="1862519" y="1790425"/>
                  </a:moveTo>
                  <a:lnTo>
                    <a:pt x="1862519" y="1889294"/>
                  </a:lnTo>
                  <a:lnTo>
                    <a:pt x="1895284" y="1889294"/>
                  </a:lnTo>
                  <a:cubicBezTo>
                    <a:pt x="1884235" y="1856995"/>
                    <a:pt x="1873314" y="1824037"/>
                    <a:pt x="1862582" y="1790425"/>
                  </a:cubicBezTo>
                  <a:close/>
                  <a:moveTo>
                    <a:pt x="1772348" y="1889294"/>
                  </a:moveTo>
                  <a:lnTo>
                    <a:pt x="1825879" y="1889294"/>
                  </a:lnTo>
                  <a:lnTo>
                    <a:pt x="1825879" y="1671833"/>
                  </a:lnTo>
                  <a:cubicBezTo>
                    <a:pt x="1807718" y="1611205"/>
                    <a:pt x="1789938" y="1549245"/>
                    <a:pt x="1772348" y="1486525"/>
                  </a:cubicBezTo>
                  <a:close/>
                  <a:moveTo>
                    <a:pt x="968375" y="4883"/>
                  </a:moveTo>
                  <a:lnTo>
                    <a:pt x="968375" y="1889294"/>
                  </a:lnTo>
                  <a:lnTo>
                    <a:pt x="1021842" y="1889294"/>
                  </a:lnTo>
                  <a:lnTo>
                    <a:pt x="1021842" y="0"/>
                  </a:lnTo>
                  <a:lnTo>
                    <a:pt x="1020191" y="0"/>
                  </a:lnTo>
                  <a:cubicBezTo>
                    <a:pt x="1002792" y="-8"/>
                    <a:pt x="985457" y="1627"/>
                    <a:pt x="968375" y="4883"/>
                  </a:cubicBezTo>
                  <a:close/>
                  <a:moveTo>
                    <a:pt x="1050925" y="1889294"/>
                  </a:moveTo>
                  <a:lnTo>
                    <a:pt x="1104456" y="1889294"/>
                  </a:lnTo>
                  <a:lnTo>
                    <a:pt x="1104456" y="13318"/>
                  </a:lnTo>
                  <a:cubicBezTo>
                    <a:pt x="1087057" y="7658"/>
                    <a:pt x="1069086" y="3770"/>
                    <a:pt x="1050925" y="1712"/>
                  </a:cubicBezTo>
                  <a:close/>
                  <a:moveTo>
                    <a:pt x="1141096" y="1889294"/>
                  </a:moveTo>
                  <a:lnTo>
                    <a:pt x="1194626" y="1889294"/>
                  </a:lnTo>
                  <a:lnTo>
                    <a:pt x="1194626" y="60564"/>
                  </a:lnTo>
                  <a:cubicBezTo>
                    <a:pt x="1177862" y="48103"/>
                    <a:pt x="1159891" y="37232"/>
                    <a:pt x="1141096" y="28094"/>
                  </a:cubicBezTo>
                  <a:close/>
                  <a:moveTo>
                    <a:pt x="1321435" y="1889294"/>
                  </a:moveTo>
                  <a:lnTo>
                    <a:pt x="1374902" y="1889294"/>
                  </a:lnTo>
                  <a:lnTo>
                    <a:pt x="1374902" y="284304"/>
                  </a:lnTo>
                  <a:cubicBezTo>
                    <a:pt x="1357694" y="253187"/>
                    <a:pt x="1339850" y="224205"/>
                    <a:pt x="1321435" y="197358"/>
                  </a:cubicBezTo>
                  <a:close/>
                  <a:moveTo>
                    <a:pt x="1231265" y="90942"/>
                  </a:moveTo>
                  <a:lnTo>
                    <a:pt x="1231265" y="1889294"/>
                  </a:lnTo>
                  <a:lnTo>
                    <a:pt x="1284732" y="1889294"/>
                  </a:lnTo>
                  <a:lnTo>
                    <a:pt x="1284732" y="148335"/>
                  </a:lnTo>
                  <a:cubicBezTo>
                    <a:pt x="1268349" y="127978"/>
                    <a:pt x="1250569" y="108800"/>
                    <a:pt x="1231456" y="90942"/>
                  </a:cubicBezTo>
                  <a:close/>
                  <a:moveTo>
                    <a:pt x="1411605" y="1889294"/>
                  </a:moveTo>
                  <a:lnTo>
                    <a:pt x="1465072" y="1889294"/>
                  </a:lnTo>
                  <a:lnTo>
                    <a:pt x="1465072" y="475637"/>
                  </a:lnTo>
                  <a:cubicBezTo>
                    <a:pt x="1447800" y="433401"/>
                    <a:pt x="1430021" y="393193"/>
                    <a:pt x="1411605" y="355142"/>
                  </a:cubicBezTo>
                  <a:close/>
                </a:path>
              </a:pathLst>
            </a:custGeom>
            <a:gradFill>
              <a:gsLst>
                <a:gs pos="0">
                  <a:srgbClr val="C182FF">
                    <a:alpha val="53333"/>
                    <a:alpha val="49800"/>
                  </a:srgbClr>
                </a:gs>
                <a:gs pos="100000">
                  <a:srgbClr val="002FFF">
                    <a:alpha val="58431"/>
                    <a:alpha val="4980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229350" y="3129663"/>
              <a:ext cx="93202" cy="73771"/>
            </a:xfrm>
            <a:custGeom>
              <a:avLst/>
              <a:gdLst/>
              <a:ahLst/>
              <a:cxnLst/>
              <a:rect l="l" t="t" r="r" b="b"/>
              <a:pathLst>
                <a:path w="124269" h="98361" extrusionOk="0">
                  <a:moveTo>
                    <a:pt x="0" y="98362"/>
                  </a:moveTo>
                  <a:lnTo>
                    <a:pt x="124269" y="98362"/>
                  </a:lnTo>
                  <a:cubicBezTo>
                    <a:pt x="101409" y="63926"/>
                    <a:pt x="78549" y="30821"/>
                    <a:pt x="55245" y="0"/>
                  </a:cubicBezTo>
                  <a:cubicBezTo>
                    <a:pt x="37020" y="33358"/>
                    <a:pt x="18606" y="66145"/>
                    <a:pt x="0" y="98362"/>
                  </a:cubicBezTo>
                  <a:close/>
                </a:path>
              </a:pathLst>
            </a:custGeom>
            <a:solidFill>
              <a:srgbClr val="FF85C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595330" y="3203434"/>
              <a:ext cx="919163" cy="285382"/>
            </a:xfrm>
            <a:custGeom>
              <a:avLst/>
              <a:gdLst/>
              <a:ahLst/>
              <a:cxnLst/>
              <a:rect l="l" t="t" r="r" b="b"/>
              <a:pathLst>
                <a:path w="1225550" h="380509" extrusionOk="0">
                  <a:moveTo>
                    <a:pt x="607632" y="380510"/>
                  </a:moveTo>
                  <a:cubicBezTo>
                    <a:pt x="862712" y="380510"/>
                    <a:pt x="1059435" y="217271"/>
                    <a:pt x="1225550" y="0"/>
                  </a:cubicBezTo>
                  <a:lnTo>
                    <a:pt x="0" y="0"/>
                  </a:lnTo>
                  <a:cubicBezTo>
                    <a:pt x="173101" y="220442"/>
                    <a:pt x="370078" y="380510"/>
                    <a:pt x="607632" y="380510"/>
                  </a:cubicBezTo>
                  <a:close/>
                </a:path>
              </a:pathLst>
            </a:custGeom>
            <a:solidFill>
              <a:srgbClr val="FFC22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858547" y="3202435"/>
              <a:ext cx="1012412" cy="474733"/>
            </a:xfrm>
            <a:custGeom>
              <a:avLst/>
              <a:gdLst/>
              <a:ahLst/>
              <a:cxnLst/>
              <a:rect l="l" t="t" r="r" b="b"/>
              <a:pathLst>
                <a:path w="1349883" h="632977" extrusionOk="0">
                  <a:moveTo>
                    <a:pt x="617347" y="0"/>
                  </a:moveTo>
                  <a:cubicBezTo>
                    <a:pt x="595535" y="0"/>
                    <a:pt x="577850" y="17662"/>
                    <a:pt x="577850" y="39446"/>
                  </a:cubicBezTo>
                  <a:cubicBezTo>
                    <a:pt x="577850" y="39465"/>
                    <a:pt x="577850" y="39491"/>
                    <a:pt x="577850" y="39509"/>
                  </a:cubicBezTo>
                  <a:lnTo>
                    <a:pt x="577850" y="569877"/>
                  </a:lnTo>
                  <a:cubicBezTo>
                    <a:pt x="577850" y="591661"/>
                    <a:pt x="595535" y="609323"/>
                    <a:pt x="617347" y="609323"/>
                  </a:cubicBezTo>
                  <a:cubicBezTo>
                    <a:pt x="639159" y="609323"/>
                    <a:pt x="656844" y="591661"/>
                    <a:pt x="656844" y="569877"/>
                  </a:cubicBezTo>
                  <a:lnTo>
                    <a:pt x="656844" y="39509"/>
                  </a:lnTo>
                  <a:cubicBezTo>
                    <a:pt x="656876" y="17725"/>
                    <a:pt x="639223" y="38"/>
                    <a:pt x="617411" y="0"/>
                  </a:cubicBezTo>
                  <a:cubicBezTo>
                    <a:pt x="617392" y="0"/>
                    <a:pt x="617366" y="0"/>
                    <a:pt x="617347" y="0"/>
                  </a:cubicBezTo>
                  <a:close/>
                  <a:moveTo>
                    <a:pt x="39497" y="0"/>
                  </a:moveTo>
                  <a:cubicBezTo>
                    <a:pt x="17685" y="0"/>
                    <a:pt x="0" y="17662"/>
                    <a:pt x="0" y="39446"/>
                  </a:cubicBezTo>
                  <a:cubicBezTo>
                    <a:pt x="0" y="39465"/>
                    <a:pt x="0" y="39491"/>
                    <a:pt x="0" y="39509"/>
                  </a:cubicBezTo>
                  <a:lnTo>
                    <a:pt x="0" y="69506"/>
                  </a:lnTo>
                  <a:cubicBezTo>
                    <a:pt x="0" y="91291"/>
                    <a:pt x="17685" y="108953"/>
                    <a:pt x="39497" y="108953"/>
                  </a:cubicBezTo>
                  <a:cubicBezTo>
                    <a:pt x="61309" y="108953"/>
                    <a:pt x="78994" y="91291"/>
                    <a:pt x="78994" y="69506"/>
                  </a:cubicBezTo>
                  <a:lnTo>
                    <a:pt x="78994" y="39509"/>
                  </a:lnTo>
                  <a:cubicBezTo>
                    <a:pt x="79032" y="17821"/>
                    <a:pt x="61532" y="171"/>
                    <a:pt x="39815" y="0"/>
                  </a:cubicBezTo>
                  <a:close/>
                  <a:moveTo>
                    <a:pt x="501523" y="0"/>
                  </a:moveTo>
                  <a:cubicBezTo>
                    <a:pt x="479711" y="0"/>
                    <a:pt x="462026" y="17662"/>
                    <a:pt x="462026" y="39446"/>
                  </a:cubicBezTo>
                  <a:cubicBezTo>
                    <a:pt x="462026" y="39465"/>
                    <a:pt x="462026" y="39491"/>
                    <a:pt x="462026" y="39509"/>
                  </a:cubicBezTo>
                  <a:lnTo>
                    <a:pt x="462026" y="513561"/>
                  </a:lnTo>
                  <a:cubicBezTo>
                    <a:pt x="462026" y="535345"/>
                    <a:pt x="479711" y="553007"/>
                    <a:pt x="501523" y="553007"/>
                  </a:cubicBezTo>
                  <a:cubicBezTo>
                    <a:pt x="523336" y="553007"/>
                    <a:pt x="541020" y="535345"/>
                    <a:pt x="541020" y="513561"/>
                  </a:cubicBezTo>
                  <a:lnTo>
                    <a:pt x="541020" y="39509"/>
                  </a:lnTo>
                  <a:cubicBezTo>
                    <a:pt x="541058" y="17821"/>
                    <a:pt x="523558" y="171"/>
                    <a:pt x="501841" y="0"/>
                  </a:cubicBezTo>
                  <a:close/>
                  <a:moveTo>
                    <a:pt x="386017" y="0"/>
                  </a:moveTo>
                  <a:cubicBezTo>
                    <a:pt x="364205" y="0"/>
                    <a:pt x="346520" y="17662"/>
                    <a:pt x="346520" y="39446"/>
                  </a:cubicBezTo>
                  <a:cubicBezTo>
                    <a:pt x="346520" y="39465"/>
                    <a:pt x="346520" y="39491"/>
                    <a:pt x="346520" y="39509"/>
                  </a:cubicBezTo>
                  <a:lnTo>
                    <a:pt x="346520" y="437206"/>
                  </a:lnTo>
                  <a:cubicBezTo>
                    <a:pt x="346520" y="458990"/>
                    <a:pt x="364205" y="476652"/>
                    <a:pt x="386017" y="476652"/>
                  </a:cubicBezTo>
                  <a:cubicBezTo>
                    <a:pt x="407829" y="476652"/>
                    <a:pt x="425514" y="458990"/>
                    <a:pt x="425514" y="437206"/>
                  </a:cubicBezTo>
                  <a:lnTo>
                    <a:pt x="425514" y="39509"/>
                  </a:lnTo>
                  <a:cubicBezTo>
                    <a:pt x="425552" y="17821"/>
                    <a:pt x="408051" y="171"/>
                    <a:pt x="386334" y="0"/>
                  </a:cubicBezTo>
                  <a:close/>
                  <a:moveTo>
                    <a:pt x="155004" y="0"/>
                  </a:moveTo>
                  <a:cubicBezTo>
                    <a:pt x="133191" y="0"/>
                    <a:pt x="115507" y="17662"/>
                    <a:pt x="115507" y="39446"/>
                  </a:cubicBezTo>
                  <a:cubicBezTo>
                    <a:pt x="115507" y="39465"/>
                    <a:pt x="115507" y="39491"/>
                    <a:pt x="115507" y="39509"/>
                  </a:cubicBezTo>
                  <a:lnTo>
                    <a:pt x="115507" y="171356"/>
                  </a:lnTo>
                  <a:cubicBezTo>
                    <a:pt x="115507" y="193140"/>
                    <a:pt x="133191" y="210802"/>
                    <a:pt x="155004" y="210802"/>
                  </a:cubicBezTo>
                  <a:cubicBezTo>
                    <a:pt x="176816" y="210802"/>
                    <a:pt x="194501" y="193140"/>
                    <a:pt x="194501" y="171356"/>
                  </a:cubicBezTo>
                  <a:lnTo>
                    <a:pt x="194501" y="39509"/>
                  </a:lnTo>
                  <a:cubicBezTo>
                    <a:pt x="194539" y="17821"/>
                    <a:pt x="177038" y="171"/>
                    <a:pt x="155321" y="0"/>
                  </a:cubicBezTo>
                  <a:close/>
                  <a:moveTo>
                    <a:pt x="270510" y="0"/>
                  </a:moveTo>
                  <a:cubicBezTo>
                    <a:pt x="248698" y="0"/>
                    <a:pt x="231013" y="17662"/>
                    <a:pt x="231013" y="39446"/>
                  </a:cubicBezTo>
                  <a:cubicBezTo>
                    <a:pt x="231013" y="39465"/>
                    <a:pt x="231013" y="39491"/>
                    <a:pt x="231013" y="39509"/>
                  </a:cubicBezTo>
                  <a:lnTo>
                    <a:pt x="231013" y="322355"/>
                  </a:lnTo>
                  <a:cubicBezTo>
                    <a:pt x="231013" y="344139"/>
                    <a:pt x="248698" y="361801"/>
                    <a:pt x="270510" y="361801"/>
                  </a:cubicBezTo>
                  <a:cubicBezTo>
                    <a:pt x="292322" y="361801"/>
                    <a:pt x="310007" y="344139"/>
                    <a:pt x="310007" y="322355"/>
                  </a:cubicBezTo>
                  <a:lnTo>
                    <a:pt x="310007" y="39509"/>
                  </a:lnTo>
                  <a:cubicBezTo>
                    <a:pt x="310045" y="17821"/>
                    <a:pt x="292545" y="171"/>
                    <a:pt x="270828" y="0"/>
                  </a:cubicBezTo>
                  <a:close/>
                  <a:moveTo>
                    <a:pt x="848360" y="0"/>
                  </a:moveTo>
                  <a:cubicBezTo>
                    <a:pt x="826548" y="0"/>
                    <a:pt x="808863" y="17662"/>
                    <a:pt x="808863" y="39446"/>
                  </a:cubicBezTo>
                  <a:cubicBezTo>
                    <a:pt x="808863" y="39465"/>
                    <a:pt x="808863" y="39491"/>
                    <a:pt x="808863" y="39509"/>
                  </a:cubicBezTo>
                  <a:lnTo>
                    <a:pt x="808863" y="580911"/>
                  </a:lnTo>
                  <a:cubicBezTo>
                    <a:pt x="808863" y="602696"/>
                    <a:pt x="826548" y="620358"/>
                    <a:pt x="848360" y="620358"/>
                  </a:cubicBezTo>
                  <a:cubicBezTo>
                    <a:pt x="870172" y="620358"/>
                    <a:pt x="887857" y="602696"/>
                    <a:pt x="887857" y="580911"/>
                  </a:cubicBezTo>
                  <a:lnTo>
                    <a:pt x="887857" y="39509"/>
                  </a:lnTo>
                  <a:cubicBezTo>
                    <a:pt x="887889" y="17725"/>
                    <a:pt x="870236" y="38"/>
                    <a:pt x="848424" y="0"/>
                  </a:cubicBezTo>
                  <a:cubicBezTo>
                    <a:pt x="848405" y="0"/>
                    <a:pt x="848379" y="0"/>
                    <a:pt x="848360" y="0"/>
                  </a:cubicBezTo>
                  <a:close/>
                  <a:moveTo>
                    <a:pt x="1194880" y="0"/>
                  </a:moveTo>
                  <a:cubicBezTo>
                    <a:pt x="1173068" y="0"/>
                    <a:pt x="1155383" y="17662"/>
                    <a:pt x="1155383" y="39446"/>
                  </a:cubicBezTo>
                  <a:cubicBezTo>
                    <a:pt x="1155383" y="39465"/>
                    <a:pt x="1155383" y="39491"/>
                    <a:pt x="1155383" y="39509"/>
                  </a:cubicBezTo>
                  <a:lnTo>
                    <a:pt x="1155383" y="236106"/>
                  </a:lnTo>
                  <a:cubicBezTo>
                    <a:pt x="1155383" y="257890"/>
                    <a:pt x="1173068" y="275552"/>
                    <a:pt x="1194880" y="275552"/>
                  </a:cubicBezTo>
                  <a:cubicBezTo>
                    <a:pt x="1216692" y="275552"/>
                    <a:pt x="1234377" y="257890"/>
                    <a:pt x="1234377" y="236106"/>
                  </a:cubicBezTo>
                  <a:lnTo>
                    <a:pt x="1234377" y="39509"/>
                  </a:lnTo>
                  <a:cubicBezTo>
                    <a:pt x="1234408" y="17725"/>
                    <a:pt x="1216756" y="38"/>
                    <a:pt x="1194943" y="0"/>
                  </a:cubicBezTo>
                  <a:cubicBezTo>
                    <a:pt x="1194924" y="0"/>
                    <a:pt x="1194899" y="0"/>
                    <a:pt x="1194880" y="0"/>
                  </a:cubicBezTo>
                  <a:close/>
                  <a:moveTo>
                    <a:pt x="1310386" y="0"/>
                  </a:moveTo>
                  <a:cubicBezTo>
                    <a:pt x="1288574" y="0"/>
                    <a:pt x="1270889" y="17662"/>
                    <a:pt x="1270889" y="39446"/>
                  </a:cubicBezTo>
                  <a:cubicBezTo>
                    <a:pt x="1270889" y="39465"/>
                    <a:pt x="1270889" y="39491"/>
                    <a:pt x="1270889" y="39509"/>
                  </a:cubicBezTo>
                  <a:lnTo>
                    <a:pt x="1270889" y="71219"/>
                  </a:lnTo>
                  <a:cubicBezTo>
                    <a:pt x="1270889" y="93003"/>
                    <a:pt x="1288574" y="110665"/>
                    <a:pt x="1310386" y="110665"/>
                  </a:cubicBezTo>
                  <a:cubicBezTo>
                    <a:pt x="1332199" y="110665"/>
                    <a:pt x="1349883" y="93003"/>
                    <a:pt x="1349883" y="71219"/>
                  </a:cubicBezTo>
                  <a:lnTo>
                    <a:pt x="1349883" y="39509"/>
                  </a:lnTo>
                  <a:cubicBezTo>
                    <a:pt x="1349915" y="17725"/>
                    <a:pt x="1332262" y="38"/>
                    <a:pt x="1310450" y="0"/>
                  </a:cubicBezTo>
                  <a:cubicBezTo>
                    <a:pt x="1310431" y="0"/>
                    <a:pt x="1310405" y="0"/>
                    <a:pt x="1310386" y="0"/>
                  </a:cubicBezTo>
                  <a:close/>
                  <a:moveTo>
                    <a:pt x="732536" y="0"/>
                  </a:moveTo>
                  <a:cubicBezTo>
                    <a:pt x="710724" y="0"/>
                    <a:pt x="693039" y="17662"/>
                    <a:pt x="693039" y="39446"/>
                  </a:cubicBezTo>
                  <a:cubicBezTo>
                    <a:pt x="693039" y="39465"/>
                    <a:pt x="693039" y="39491"/>
                    <a:pt x="693039" y="39509"/>
                  </a:cubicBezTo>
                  <a:lnTo>
                    <a:pt x="693039" y="593532"/>
                  </a:lnTo>
                  <a:cubicBezTo>
                    <a:pt x="693039" y="615316"/>
                    <a:pt x="710724" y="632978"/>
                    <a:pt x="732536" y="632978"/>
                  </a:cubicBezTo>
                  <a:cubicBezTo>
                    <a:pt x="754349" y="632978"/>
                    <a:pt x="772033" y="615316"/>
                    <a:pt x="772033" y="593532"/>
                  </a:cubicBezTo>
                  <a:lnTo>
                    <a:pt x="772033" y="39509"/>
                  </a:lnTo>
                  <a:cubicBezTo>
                    <a:pt x="772072" y="17821"/>
                    <a:pt x="754571" y="171"/>
                    <a:pt x="732854" y="0"/>
                  </a:cubicBezTo>
                  <a:close/>
                  <a:moveTo>
                    <a:pt x="1079056" y="0"/>
                  </a:moveTo>
                  <a:cubicBezTo>
                    <a:pt x="1057244" y="0"/>
                    <a:pt x="1039559" y="17662"/>
                    <a:pt x="1039559" y="39446"/>
                  </a:cubicBezTo>
                  <a:cubicBezTo>
                    <a:pt x="1039559" y="39465"/>
                    <a:pt x="1039559" y="39491"/>
                    <a:pt x="1039559" y="39509"/>
                  </a:cubicBezTo>
                  <a:lnTo>
                    <a:pt x="1039559" y="411141"/>
                  </a:lnTo>
                  <a:cubicBezTo>
                    <a:pt x="1039559" y="432925"/>
                    <a:pt x="1057244" y="450587"/>
                    <a:pt x="1079056" y="450587"/>
                  </a:cubicBezTo>
                  <a:cubicBezTo>
                    <a:pt x="1100868" y="450587"/>
                    <a:pt x="1118553" y="432925"/>
                    <a:pt x="1118553" y="411141"/>
                  </a:cubicBezTo>
                  <a:lnTo>
                    <a:pt x="1118553" y="39509"/>
                  </a:lnTo>
                  <a:cubicBezTo>
                    <a:pt x="1118591" y="17821"/>
                    <a:pt x="1101090" y="171"/>
                    <a:pt x="1079373" y="0"/>
                  </a:cubicBezTo>
                  <a:close/>
                  <a:moveTo>
                    <a:pt x="963549" y="0"/>
                  </a:moveTo>
                  <a:lnTo>
                    <a:pt x="963549" y="0"/>
                  </a:lnTo>
                  <a:cubicBezTo>
                    <a:pt x="941737" y="0"/>
                    <a:pt x="924052" y="17662"/>
                    <a:pt x="924052" y="39446"/>
                  </a:cubicBezTo>
                  <a:cubicBezTo>
                    <a:pt x="924052" y="39465"/>
                    <a:pt x="924052" y="39491"/>
                    <a:pt x="924052" y="39509"/>
                  </a:cubicBezTo>
                  <a:lnTo>
                    <a:pt x="924052" y="524913"/>
                  </a:lnTo>
                  <a:cubicBezTo>
                    <a:pt x="924014" y="546697"/>
                    <a:pt x="941674" y="564391"/>
                    <a:pt x="963486" y="564423"/>
                  </a:cubicBezTo>
                  <a:cubicBezTo>
                    <a:pt x="963594" y="564423"/>
                    <a:pt x="963695" y="564423"/>
                    <a:pt x="963803" y="564423"/>
                  </a:cubicBezTo>
                  <a:lnTo>
                    <a:pt x="963803" y="564423"/>
                  </a:lnTo>
                  <a:cubicBezTo>
                    <a:pt x="985615" y="564423"/>
                    <a:pt x="1003300" y="546761"/>
                    <a:pt x="1003300" y="524977"/>
                  </a:cubicBezTo>
                  <a:cubicBezTo>
                    <a:pt x="1003300" y="524957"/>
                    <a:pt x="1003300" y="524932"/>
                    <a:pt x="1003300" y="524913"/>
                  </a:cubicBezTo>
                  <a:lnTo>
                    <a:pt x="1003300" y="39509"/>
                  </a:lnTo>
                  <a:cubicBezTo>
                    <a:pt x="1003332" y="17725"/>
                    <a:pt x="985679" y="38"/>
                    <a:pt x="963867" y="0"/>
                  </a:cubicBezTo>
                  <a:cubicBezTo>
                    <a:pt x="963848" y="0"/>
                    <a:pt x="963822" y="0"/>
                    <a:pt x="963803" y="0"/>
                  </a:cubicBezTo>
                  <a:close/>
                </a:path>
              </a:pathLst>
            </a:custGeom>
            <a:solidFill>
              <a:srgbClr val="33E7FF">
                <a:alpha val="597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0" y="1968308"/>
              <a:ext cx="9144000" cy="2220131"/>
            </a:xfrm>
            <a:custGeom>
              <a:avLst/>
              <a:gdLst/>
              <a:ahLst/>
              <a:cxnLst/>
              <a:rect l="l" t="t" r="r" b="b"/>
              <a:pathLst>
                <a:path w="12192000" h="2960175" extrusionOk="0">
                  <a:moveTo>
                    <a:pt x="0" y="333390"/>
                  </a:moveTo>
                  <a:cubicBezTo>
                    <a:pt x="514350" y="333390"/>
                    <a:pt x="699072" y="1437375"/>
                    <a:pt x="1490980" y="1437375"/>
                  </a:cubicBezTo>
                  <a:cubicBezTo>
                    <a:pt x="2642870" y="1437375"/>
                    <a:pt x="2642870" y="0"/>
                    <a:pt x="3794697" y="0"/>
                  </a:cubicBezTo>
                  <a:cubicBezTo>
                    <a:pt x="4946523" y="0"/>
                    <a:pt x="4946650" y="2960175"/>
                    <a:pt x="6098413" y="2960175"/>
                  </a:cubicBezTo>
                  <a:cubicBezTo>
                    <a:pt x="7250176" y="2960175"/>
                    <a:pt x="7250303" y="571082"/>
                    <a:pt x="8402130" y="571082"/>
                  </a:cubicBezTo>
                  <a:cubicBezTo>
                    <a:pt x="9553956" y="571082"/>
                    <a:pt x="9490519" y="2769920"/>
                    <a:pt x="10642600" y="2769920"/>
                  </a:cubicBezTo>
                  <a:cubicBezTo>
                    <a:pt x="11588052" y="2769920"/>
                    <a:pt x="11586337" y="903964"/>
                    <a:pt x="12192000" y="235155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135815" y="2828480"/>
            <a:ext cx="8869535" cy="2073345"/>
            <a:chOff x="135815" y="2828480"/>
            <a:chExt cx="8869535" cy="2073345"/>
          </a:xfrm>
        </p:grpSpPr>
        <p:sp>
          <p:nvSpPr>
            <p:cNvPr id="36" name="Google Shape;36;p2"/>
            <p:cNvSpPr/>
            <p:nvPr/>
          </p:nvSpPr>
          <p:spPr>
            <a:xfrm>
              <a:off x="2005925" y="395652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320790" y="4086477"/>
              <a:ext cx="58200" cy="5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2102225" y="4326630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268650" y="440162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2719290" y="4420677"/>
              <a:ext cx="58200" cy="5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2777500" y="4589780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258675" y="423032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1669290" y="4656377"/>
              <a:ext cx="58200" cy="5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1015700" y="3350030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283275" y="4184350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085040" y="4656377"/>
              <a:ext cx="58200" cy="5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6570650" y="4497930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3225425" y="325372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5755090" y="4451427"/>
              <a:ext cx="58200" cy="5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3005325" y="3474830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5505625" y="480552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7109815" y="4420677"/>
              <a:ext cx="58200" cy="58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7682275" y="4216080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8909050" y="463732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8733490" y="4280652"/>
              <a:ext cx="58200" cy="5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7280975" y="2828480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7446290" y="3072952"/>
              <a:ext cx="58200" cy="5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6143240" y="3416627"/>
              <a:ext cx="58200" cy="5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5363775" y="347482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8526265" y="4733627"/>
              <a:ext cx="58200" cy="5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135815" y="3975577"/>
              <a:ext cx="58200" cy="5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509690" y="3508127"/>
              <a:ext cx="58200" cy="58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gradFill>
          <a:gsLst>
            <a:gs pos="0">
              <a:schemeClr val="dk1"/>
            </a:gs>
            <a:gs pos="49000">
              <a:schemeClr val="dk2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3"/>
          <p:cNvGrpSpPr/>
          <p:nvPr/>
        </p:nvGrpSpPr>
        <p:grpSpPr>
          <a:xfrm>
            <a:off x="0" y="2396973"/>
            <a:ext cx="9144000" cy="2463363"/>
            <a:chOff x="0" y="1786473"/>
            <a:chExt cx="9144000" cy="2463363"/>
          </a:xfrm>
        </p:grpSpPr>
        <p:sp>
          <p:nvSpPr>
            <p:cNvPr id="65" name="Google Shape;65;p3"/>
            <p:cNvSpPr/>
            <p:nvPr/>
          </p:nvSpPr>
          <p:spPr>
            <a:xfrm>
              <a:off x="387953" y="3203434"/>
              <a:ext cx="1506902" cy="1046402"/>
            </a:xfrm>
            <a:custGeom>
              <a:avLst/>
              <a:gdLst/>
              <a:ahLst/>
              <a:cxnLst/>
              <a:rect l="l" t="t" r="r" b="b"/>
              <a:pathLst>
                <a:path w="2009203" h="1395202" extrusionOk="0">
                  <a:moveTo>
                    <a:pt x="1005142" y="1395202"/>
                  </a:moveTo>
                  <a:cubicBezTo>
                    <a:pt x="1434656" y="1395202"/>
                    <a:pt x="1742377" y="650418"/>
                    <a:pt x="2009204" y="0"/>
                  </a:cubicBezTo>
                  <a:lnTo>
                    <a:pt x="0" y="0"/>
                  </a:lnTo>
                  <a:cubicBezTo>
                    <a:pt x="310706" y="521742"/>
                    <a:pt x="470408" y="1395202"/>
                    <a:pt x="1005142" y="1395202"/>
                  </a:cubicBezTo>
                  <a:close/>
                </a:path>
              </a:pathLst>
            </a:custGeom>
            <a:gradFill>
              <a:gsLst>
                <a:gs pos="0">
                  <a:srgbClr val="FF826C"/>
                </a:gs>
                <a:gs pos="100000">
                  <a:srgbClr val="FF3E4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455961" y="3203339"/>
              <a:ext cx="1387697" cy="1027233"/>
            </a:xfrm>
            <a:custGeom>
              <a:avLst/>
              <a:gdLst/>
              <a:ahLst/>
              <a:cxnLst/>
              <a:rect l="l" t="t" r="r" b="b"/>
              <a:pathLst>
                <a:path w="1850262" h="1369644" extrusionOk="0">
                  <a:moveTo>
                    <a:pt x="750570" y="896291"/>
                  </a:moveTo>
                  <a:cubicBezTo>
                    <a:pt x="720268" y="896291"/>
                    <a:pt x="695706" y="920821"/>
                    <a:pt x="695706" y="951084"/>
                  </a:cubicBezTo>
                  <a:cubicBezTo>
                    <a:pt x="695706" y="981347"/>
                    <a:pt x="720268" y="1005877"/>
                    <a:pt x="750570" y="1005877"/>
                  </a:cubicBezTo>
                  <a:cubicBezTo>
                    <a:pt x="780872" y="1005877"/>
                    <a:pt x="805434" y="981347"/>
                    <a:pt x="805434" y="951084"/>
                  </a:cubicBezTo>
                  <a:cubicBezTo>
                    <a:pt x="805434" y="920821"/>
                    <a:pt x="780872" y="896291"/>
                    <a:pt x="750570" y="896291"/>
                  </a:cubicBezTo>
                  <a:close/>
                  <a:moveTo>
                    <a:pt x="750570" y="1261643"/>
                  </a:moveTo>
                  <a:cubicBezTo>
                    <a:pt x="720268" y="1261643"/>
                    <a:pt x="695706" y="1286173"/>
                    <a:pt x="695706" y="1316437"/>
                  </a:cubicBezTo>
                  <a:cubicBezTo>
                    <a:pt x="695700" y="1325842"/>
                    <a:pt x="698151" y="1335088"/>
                    <a:pt x="702818" y="1343263"/>
                  </a:cubicBezTo>
                  <a:cubicBezTo>
                    <a:pt x="722274" y="1353473"/>
                    <a:pt x="742436" y="1362294"/>
                    <a:pt x="763143" y="1369645"/>
                  </a:cubicBezTo>
                  <a:cubicBezTo>
                    <a:pt x="792499" y="1362288"/>
                    <a:pt x="810324" y="1332558"/>
                    <a:pt x="802964" y="1303239"/>
                  </a:cubicBezTo>
                  <a:cubicBezTo>
                    <a:pt x="796906" y="1279128"/>
                    <a:pt x="775335" y="1262119"/>
                    <a:pt x="750443" y="1261833"/>
                  </a:cubicBezTo>
                  <a:close/>
                  <a:moveTo>
                    <a:pt x="527939" y="127"/>
                  </a:moveTo>
                  <a:cubicBezTo>
                    <a:pt x="507054" y="22050"/>
                    <a:pt x="507924" y="56734"/>
                    <a:pt x="529876" y="77592"/>
                  </a:cubicBezTo>
                  <a:cubicBezTo>
                    <a:pt x="551828" y="98450"/>
                    <a:pt x="586556" y="97582"/>
                    <a:pt x="607441" y="75658"/>
                  </a:cubicBezTo>
                  <a:cubicBezTo>
                    <a:pt x="627590" y="54502"/>
                    <a:pt x="627590" y="21283"/>
                    <a:pt x="607441" y="127"/>
                  </a:cubicBezTo>
                  <a:close/>
                  <a:moveTo>
                    <a:pt x="567690" y="348357"/>
                  </a:moveTo>
                  <a:cubicBezTo>
                    <a:pt x="537388" y="348357"/>
                    <a:pt x="512826" y="372887"/>
                    <a:pt x="512826" y="403150"/>
                  </a:cubicBezTo>
                  <a:cubicBezTo>
                    <a:pt x="512731" y="405008"/>
                    <a:pt x="512731" y="406873"/>
                    <a:pt x="512826" y="408731"/>
                  </a:cubicBezTo>
                  <a:cubicBezTo>
                    <a:pt x="515912" y="438835"/>
                    <a:pt x="542855" y="460740"/>
                    <a:pt x="572999" y="457652"/>
                  </a:cubicBezTo>
                  <a:cubicBezTo>
                    <a:pt x="598875" y="455007"/>
                    <a:pt x="619328" y="434574"/>
                    <a:pt x="621983" y="408731"/>
                  </a:cubicBezTo>
                  <a:cubicBezTo>
                    <a:pt x="622186" y="406879"/>
                    <a:pt x="622294" y="405014"/>
                    <a:pt x="622300" y="403150"/>
                  </a:cubicBezTo>
                  <a:cubicBezTo>
                    <a:pt x="622300" y="372988"/>
                    <a:pt x="597891" y="348496"/>
                    <a:pt x="567690" y="348357"/>
                  </a:cubicBezTo>
                  <a:close/>
                  <a:moveTo>
                    <a:pt x="750570" y="165712"/>
                  </a:moveTo>
                  <a:cubicBezTo>
                    <a:pt x="720268" y="165712"/>
                    <a:pt x="695706" y="190242"/>
                    <a:pt x="695706" y="220505"/>
                  </a:cubicBezTo>
                  <a:cubicBezTo>
                    <a:pt x="695706" y="250769"/>
                    <a:pt x="720268" y="275299"/>
                    <a:pt x="750570" y="275299"/>
                  </a:cubicBezTo>
                  <a:cubicBezTo>
                    <a:pt x="780872" y="275299"/>
                    <a:pt x="805434" y="250769"/>
                    <a:pt x="805434" y="220505"/>
                  </a:cubicBezTo>
                  <a:cubicBezTo>
                    <a:pt x="805434" y="220486"/>
                    <a:pt x="805434" y="220461"/>
                    <a:pt x="805434" y="220442"/>
                  </a:cubicBezTo>
                  <a:cubicBezTo>
                    <a:pt x="805472" y="190179"/>
                    <a:pt x="780936" y="165623"/>
                    <a:pt x="750634" y="165585"/>
                  </a:cubicBezTo>
                  <a:cubicBezTo>
                    <a:pt x="750615" y="165585"/>
                    <a:pt x="750589" y="165585"/>
                    <a:pt x="750570" y="165585"/>
                  </a:cubicBezTo>
                  <a:close/>
                  <a:moveTo>
                    <a:pt x="933450" y="1078935"/>
                  </a:moveTo>
                  <a:cubicBezTo>
                    <a:pt x="931583" y="1078942"/>
                    <a:pt x="929716" y="1079049"/>
                    <a:pt x="927862" y="1079252"/>
                  </a:cubicBezTo>
                  <a:cubicBezTo>
                    <a:pt x="899884" y="1082112"/>
                    <a:pt x="878605" y="1105641"/>
                    <a:pt x="878586" y="1133729"/>
                  </a:cubicBezTo>
                  <a:cubicBezTo>
                    <a:pt x="878491" y="1135587"/>
                    <a:pt x="878491" y="1137451"/>
                    <a:pt x="878586" y="1139309"/>
                  </a:cubicBezTo>
                  <a:cubicBezTo>
                    <a:pt x="881272" y="1165159"/>
                    <a:pt x="901725" y="1185586"/>
                    <a:pt x="927608" y="1188268"/>
                  </a:cubicBezTo>
                  <a:cubicBezTo>
                    <a:pt x="929462" y="1188471"/>
                    <a:pt x="931329" y="1188579"/>
                    <a:pt x="933196" y="1188585"/>
                  </a:cubicBezTo>
                  <a:cubicBezTo>
                    <a:pt x="961333" y="1188535"/>
                    <a:pt x="984879" y="1167264"/>
                    <a:pt x="987743" y="1139309"/>
                  </a:cubicBezTo>
                  <a:cubicBezTo>
                    <a:pt x="987838" y="1137451"/>
                    <a:pt x="987838" y="1135587"/>
                    <a:pt x="987743" y="1133729"/>
                  </a:cubicBezTo>
                  <a:cubicBezTo>
                    <a:pt x="987812" y="1103637"/>
                    <a:pt x="963574" y="1079119"/>
                    <a:pt x="933450" y="1078808"/>
                  </a:cubicBezTo>
                  <a:close/>
                  <a:moveTo>
                    <a:pt x="750570" y="531001"/>
                  </a:moveTo>
                  <a:cubicBezTo>
                    <a:pt x="720268" y="531001"/>
                    <a:pt x="695706" y="555531"/>
                    <a:pt x="695706" y="585795"/>
                  </a:cubicBezTo>
                  <a:cubicBezTo>
                    <a:pt x="695706" y="616058"/>
                    <a:pt x="720268" y="640588"/>
                    <a:pt x="750570" y="640588"/>
                  </a:cubicBezTo>
                  <a:cubicBezTo>
                    <a:pt x="780872" y="640588"/>
                    <a:pt x="805434" y="616058"/>
                    <a:pt x="805434" y="585795"/>
                  </a:cubicBezTo>
                  <a:cubicBezTo>
                    <a:pt x="805434" y="555531"/>
                    <a:pt x="780872" y="531001"/>
                    <a:pt x="750570" y="531001"/>
                  </a:cubicBezTo>
                  <a:close/>
                  <a:moveTo>
                    <a:pt x="567690" y="713646"/>
                  </a:moveTo>
                  <a:cubicBezTo>
                    <a:pt x="537388" y="713646"/>
                    <a:pt x="512826" y="738176"/>
                    <a:pt x="512826" y="768439"/>
                  </a:cubicBezTo>
                  <a:cubicBezTo>
                    <a:pt x="512826" y="798702"/>
                    <a:pt x="537388" y="823233"/>
                    <a:pt x="567690" y="823233"/>
                  </a:cubicBezTo>
                  <a:cubicBezTo>
                    <a:pt x="597992" y="823233"/>
                    <a:pt x="622554" y="798702"/>
                    <a:pt x="622554" y="768439"/>
                  </a:cubicBezTo>
                  <a:cubicBezTo>
                    <a:pt x="622554" y="738176"/>
                    <a:pt x="597992" y="713646"/>
                    <a:pt x="567690" y="713646"/>
                  </a:cubicBezTo>
                  <a:close/>
                  <a:moveTo>
                    <a:pt x="384810" y="896291"/>
                  </a:moveTo>
                  <a:cubicBezTo>
                    <a:pt x="367494" y="896291"/>
                    <a:pt x="351193" y="904478"/>
                    <a:pt x="340868" y="918360"/>
                  </a:cubicBezTo>
                  <a:cubicBezTo>
                    <a:pt x="356699" y="948376"/>
                    <a:pt x="372872" y="977466"/>
                    <a:pt x="389382" y="1005624"/>
                  </a:cubicBezTo>
                  <a:cubicBezTo>
                    <a:pt x="419583" y="1003639"/>
                    <a:pt x="442455" y="977580"/>
                    <a:pt x="440461" y="947418"/>
                  </a:cubicBezTo>
                  <a:cubicBezTo>
                    <a:pt x="438544" y="918271"/>
                    <a:pt x="414052" y="895770"/>
                    <a:pt x="384810" y="896291"/>
                  </a:cubicBezTo>
                  <a:close/>
                  <a:moveTo>
                    <a:pt x="201930" y="348357"/>
                  </a:moveTo>
                  <a:cubicBezTo>
                    <a:pt x="171628" y="348357"/>
                    <a:pt x="147066" y="372887"/>
                    <a:pt x="147066" y="403150"/>
                  </a:cubicBezTo>
                  <a:cubicBezTo>
                    <a:pt x="146971" y="405008"/>
                    <a:pt x="146971" y="406873"/>
                    <a:pt x="147066" y="408731"/>
                  </a:cubicBezTo>
                  <a:cubicBezTo>
                    <a:pt x="150152" y="438835"/>
                    <a:pt x="177095" y="460740"/>
                    <a:pt x="207239" y="457652"/>
                  </a:cubicBezTo>
                  <a:cubicBezTo>
                    <a:pt x="233115" y="455007"/>
                    <a:pt x="253568" y="434574"/>
                    <a:pt x="256222" y="408731"/>
                  </a:cubicBezTo>
                  <a:cubicBezTo>
                    <a:pt x="256426" y="406879"/>
                    <a:pt x="256534" y="405014"/>
                    <a:pt x="256540" y="403150"/>
                  </a:cubicBezTo>
                  <a:cubicBezTo>
                    <a:pt x="256540" y="372988"/>
                    <a:pt x="232131" y="348496"/>
                    <a:pt x="201930" y="348357"/>
                  </a:cubicBezTo>
                  <a:close/>
                  <a:moveTo>
                    <a:pt x="19050" y="165585"/>
                  </a:moveTo>
                  <a:cubicBezTo>
                    <a:pt x="12548" y="165591"/>
                    <a:pt x="6098" y="166752"/>
                    <a:pt x="0" y="169010"/>
                  </a:cubicBezTo>
                  <a:cubicBezTo>
                    <a:pt x="15791" y="201226"/>
                    <a:pt x="31350" y="234077"/>
                    <a:pt x="46672" y="267562"/>
                  </a:cubicBezTo>
                  <a:cubicBezTo>
                    <a:pt x="72803" y="252303"/>
                    <a:pt x="81597" y="218787"/>
                    <a:pt x="66319" y="192690"/>
                  </a:cubicBezTo>
                  <a:cubicBezTo>
                    <a:pt x="56496" y="175916"/>
                    <a:pt x="38506" y="165598"/>
                    <a:pt x="19050" y="165585"/>
                  </a:cubicBezTo>
                  <a:close/>
                  <a:moveTo>
                    <a:pt x="162179" y="0"/>
                  </a:moveTo>
                  <a:cubicBezTo>
                    <a:pt x="141294" y="21924"/>
                    <a:pt x="142164" y="56607"/>
                    <a:pt x="164116" y="77465"/>
                  </a:cubicBezTo>
                  <a:cubicBezTo>
                    <a:pt x="186068" y="98324"/>
                    <a:pt x="220796" y="97455"/>
                    <a:pt x="241681" y="75531"/>
                  </a:cubicBezTo>
                  <a:cubicBezTo>
                    <a:pt x="261830" y="54375"/>
                    <a:pt x="261830" y="21156"/>
                    <a:pt x="241681" y="0"/>
                  </a:cubicBezTo>
                  <a:close/>
                  <a:moveTo>
                    <a:pt x="567690" y="1078808"/>
                  </a:moveTo>
                  <a:cubicBezTo>
                    <a:pt x="537388" y="1078808"/>
                    <a:pt x="512826" y="1103339"/>
                    <a:pt x="512826" y="1133602"/>
                  </a:cubicBezTo>
                  <a:cubicBezTo>
                    <a:pt x="512731" y="1135460"/>
                    <a:pt x="512731" y="1137324"/>
                    <a:pt x="512826" y="1139182"/>
                  </a:cubicBezTo>
                  <a:cubicBezTo>
                    <a:pt x="515912" y="1169287"/>
                    <a:pt x="542855" y="1191192"/>
                    <a:pt x="572999" y="1188103"/>
                  </a:cubicBezTo>
                  <a:cubicBezTo>
                    <a:pt x="598875" y="1185459"/>
                    <a:pt x="619328" y="1165026"/>
                    <a:pt x="621983" y="1139182"/>
                  </a:cubicBezTo>
                  <a:cubicBezTo>
                    <a:pt x="622186" y="1137331"/>
                    <a:pt x="622294" y="1135466"/>
                    <a:pt x="622300" y="1133602"/>
                  </a:cubicBezTo>
                  <a:cubicBezTo>
                    <a:pt x="622300" y="1103440"/>
                    <a:pt x="597891" y="1078948"/>
                    <a:pt x="567690" y="1078808"/>
                  </a:cubicBezTo>
                  <a:close/>
                  <a:moveTo>
                    <a:pt x="384810" y="165585"/>
                  </a:moveTo>
                  <a:cubicBezTo>
                    <a:pt x="354508" y="165585"/>
                    <a:pt x="329946" y="190115"/>
                    <a:pt x="329946" y="220379"/>
                  </a:cubicBezTo>
                  <a:cubicBezTo>
                    <a:pt x="329946" y="250642"/>
                    <a:pt x="354508" y="275172"/>
                    <a:pt x="384810" y="275172"/>
                  </a:cubicBezTo>
                  <a:cubicBezTo>
                    <a:pt x="415112" y="275172"/>
                    <a:pt x="439674" y="250642"/>
                    <a:pt x="439674" y="220379"/>
                  </a:cubicBezTo>
                  <a:cubicBezTo>
                    <a:pt x="439674" y="220359"/>
                    <a:pt x="439674" y="220334"/>
                    <a:pt x="439674" y="220315"/>
                  </a:cubicBezTo>
                  <a:cubicBezTo>
                    <a:pt x="439674" y="190090"/>
                    <a:pt x="415138" y="165585"/>
                    <a:pt x="384874" y="165585"/>
                  </a:cubicBezTo>
                  <a:cubicBezTo>
                    <a:pt x="384854" y="165585"/>
                    <a:pt x="384829" y="165585"/>
                    <a:pt x="384810" y="165585"/>
                  </a:cubicBezTo>
                  <a:close/>
                  <a:moveTo>
                    <a:pt x="933450" y="713519"/>
                  </a:moveTo>
                  <a:cubicBezTo>
                    <a:pt x="931590" y="713424"/>
                    <a:pt x="929723" y="713424"/>
                    <a:pt x="927862" y="713519"/>
                  </a:cubicBezTo>
                  <a:cubicBezTo>
                    <a:pt x="897700" y="716772"/>
                    <a:pt x="875894" y="743827"/>
                    <a:pt x="879151" y="773950"/>
                  </a:cubicBezTo>
                  <a:cubicBezTo>
                    <a:pt x="881920" y="799584"/>
                    <a:pt x="902195" y="819827"/>
                    <a:pt x="927862" y="822599"/>
                  </a:cubicBezTo>
                  <a:cubicBezTo>
                    <a:pt x="929704" y="822599"/>
                    <a:pt x="931545" y="822599"/>
                    <a:pt x="933450" y="822599"/>
                  </a:cubicBezTo>
                  <a:cubicBezTo>
                    <a:pt x="963752" y="822599"/>
                    <a:pt x="988314" y="798068"/>
                    <a:pt x="988314" y="767805"/>
                  </a:cubicBezTo>
                  <a:cubicBezTo>
                    <a:pt x="988314" y="737542"/>
                    <a:pt x="963752" y="713012"/>
                    <a:pt x="933450" y="713012"/>
                  </a:cubicBezTo>
                  <a:close/>
                  <a:moveTo>
                    <a:pt x="384810" y="530874"/>
                  </a:moveTo>
                  <a:cubicBezTo>
                    <a:pt x="354508" y="530874"/>
                    <a:pt x="329946" y="555404"/>
                    <a:pt x="329946" y="585668"/>
                  </a:cubicBezTo>
                  <a:cubicBezTo>
                    <a:pt x="329946" y="615931"/>
                    <a:pt x="354508" y="640461"/>
                    <a:pt x="384810" y="640461"/>
                  </a:cubicBezTo>
                  <a:cubicBezTo>
                    <a:pt x="415112" y="640461"/>
                    <a:pt x="439674" y="615931"/>
                    <a:pt x="439674" y="585668"/>
                  </a:cubicBezTo>
                  <a:cubicBezTo>
                    <a:pt x="439604" y="555455"/>
                    <a:pt x="415061" y="531001"/>
                    <a:pt x="384810" y="531001"/>
                  </a:cubicBezTo>
                  <a:close/>
                  <a:moveTo>
                    <a:pt x="1847850" y="165585"/>
                  </a:moveTo>
                  <a:cubicBezTo>
                    <a:pt x="1817586" y="165420"/>
                    <a:pt x="1792916" y="189786"/>
                    <a:pt x="1792745" y="220011"/>
                  </a:cubicBezTo>
                  <a:cubicBezTo>
                    <a:pt x="1792662" y="235485"/>
                    <a:pt x="1799139" y="250274"/>
                    <a:pt x="1810576" y="260712"/>
                  </a:cubicBezTo>
                  <a:cubicBezTo>
                    <a:pt x="1823911" y="229048"/>
                    <a:pt x="1837138" y="197440"/>
                    <a:pt x="1850263" y="165902"/>
                  </a:cubicBezTo>
                  <a:close/>
                  <a:moveTo>
                    <a:pt x="1427226" y="951084"/>
                  </a:moveTo>
                  <a:cubicBezTo>
                    <a:pt x="1427232" y="966767"/>
                    <a:pt x="1433982" y="981690"/>
                    <a:pt x="1445768" y="992052"/>
                  </a:cubicBezTo>
                  <a:cubicBezTo>
                    <a:pt x="1464818" y="962563"/>
                    <a:pt x="1483868" y="931868"/>
                    <a:pt x="1502346" y="900222"/>
                  </a:cubicBezTo>
                  <a:cubicBezTo>
                    <a:pt x="1474292" y="888978"/>
                    <a:pt x="1442422" y="902582"/>
                    <a:pt x="1431163" y="930600"/>
                  </a:cubicBezTo>
                  <a:cubicBezTo>
                    <a:pt x="1428560" y="937075"/>
                    <a:pt x="1427226" y="943981"/>
                    <a:pt x="1427226" y="950957"/>
                  </a:cubicBezTo>
                  <a:close/>
                  <a:moveTo>
                    <a:pt x="1482090" y="531001"/>
                  </a:moveTo>
                  <a:cubicBezTo>
                    <a:pt x="1451788" y="531001"/>
                    <a:pt x="1427226" y="555531"/>
                    <a:pt x="1427226" y="585795"/>
                  </a:cubicBezTo>
                  <a:cubicBezTo>
                    <a:pt x="1427226" y="616058"/>
                    <a:pt x="1451788" y="640588"/>
                    <a:pt x="1482090" y="640588"/>
                  </a:cubicBezTo>
                  <a:cubicBezTo>
                    <a:pt x="1512392" y="640588"/>
                    <a:pt x="1536954" y="616058"/>
                    <a:pt x="1536954" y="585795"/>
                  </a:cubicBezTo>
                  <a:cubicBezTo>
                    <a:pt x="1536954" y="555531"/>
                    <a:pt x="1512392" y="531001"/>
                    <a:pt x="1482090" y="531001"/>
                  </a:cubicBezTo>
                  <a:close/>
                  <a:moveTo>
                    <a:pt x="1259459" y="127"/>
                  </a:moveTo>
                  <a:cubicBezTo>
                    <a:pt x="1238574" y="22050"/>
                    <a:pt x="1239444" y="56734"/>
                    <a:pt x="1261396" y="77592"/>
                  </a:cubicBezTo>
                  <a:cubicBezTo>
                    <a:pt x="1283348" y="98450"/>
                    <a:pt x="1318076" y="97582"/>
                    <a:pt x="1338961" y="75658"/>
                  </a:cubicBezTo>
                  <a:cubicBezTo>
                    <a:pt x="1359110" y="54502"/>
                    <a:pt x="1359110" y="21283"/>
                    <a:pt x="1338961" y="127"/>
                  </a:cubicBezTo>
                  <a:close/>
                  <a:moveTo>
                    <a:pt x="1482090" y="165585"/>
                  </a:moveTo>
                  <a:cubicBezTo>
                    <a:pt x="1451788" y="165585"/>
                    <a:pt x="1427226" y="190115"/>
                    <a:pt x="1427226" y="220379"/>
                  </a:cubicBezTo>
                  <a:cubicBezTo>
                    <a:pt x="1427226" y="250642"/>
                    <a:pt x="1451788" y="275172"/>
                    <a:pt x="1482090" y="275172"/>
                  </a:cubicBezTo>
                  <a:cubicBezTo>
                    <a:pt x="1512392" y="275172"/>
                    <a:pt x="1536954" y="250642"/>
                    <a:pt x="1536954" y="220379"/>
                  </a:cubicBezTo>
                  <a:cubicBezTo>
                    <a:pt x="1536954" y="220359"/>
                    <a:pt x="1536954" y="220334"/>
                    <a:pt x="1536954" y="220315"/>
                  </a:cubicBezTo>
                  <a:cubicBezTo>
                    <a:pt x="1536922" y="190077"/>
                    <a:pt x="1512367" y="165585"/>
                    <a:pt x="1482090" y="165585"/>
                  </a:cubicBezTo>
                  <a:close/>
                  <a:moveTo>
                    <a:pt x="1625219" y="0"/>
                  </a:moveTo>
                  <a:cubicBezTo>
                    <a:pt x="1604334" y="21924"/>
                    <a:pt x="1605204" y="56607"/>
                    <a:pt x="1627156" y="77465"/>
                  </a:cubicBezTo>
                  <a:cubicBezTo>
                    <a:pt x="1649108" y="98324"/>
                    <a:pt x="1683836" y="97455"/>
                    <a:pt x="1704721" y="75531"/>
                  </a:cubicBezTo>
                  <a:cubicBezTo>
                    <a:pt x="1724870" y="54375"/>
                    <a:pt x="1724870" y="21156"/>
                    <a:pt x="1704721" y="0"/>
                  </a:cubicBezTo>
                  <a:close/>
                  <a:moveTo>
                    <a:pt x="1299210" y="348230"/>
                  </a:moveTo>
                  <a:cubicBezTo>
                    <a:pt x="1268908" y="348230"/>
                    <a:pt x="1244346" y="372760"/>
                    <a:pt x="1244346" y="403023"/>
                  </a:cubicBezTo>
                  <a:cubicBezTo>
                    <a:pt x="1244251" y="404881"/>
                    <a:pt x="1244251" y="406746"/>
                    <a:pt x="1244346" y="408604"/>
                  </a:cubicBezTo>
                  <a:cubicBezTo>
                    <a:pt x="1247604" y="438728"/>
                    <a:pt x="1274693" y="460505"/>
                    <a:pt x="1304855" y="457252"/>
                  </a:cubicBezTo>
                  <a:cubicBezTo>
                    <a:pt x="1330522" y="454487"/>
                    <a:pt x="1350791" y="434238"/>
                    <a:pt x="1353566" y="408604"/>
                  </a:cubicBezTo>
                  <a:cubicBezTo>
                    <a:pt x="1353566" y="406765"/>
                    <a:pt x="1353566" y="404926"/>
                    <a:pt x="1353566" y="403023"/>
                  </a:cubicBezTo>
                  <a:cubicBezTo>
                    <a:pt x="1353496" y="373007"/>
                    <a:pt x="1329265" y="348636"/>
                    <a:pt x="1299210" y="348357"/>
                  </a:cubicBezTo>
                  <a:close/>
                  <a:moveTo>
                    <a:pt x="1664970" y="348230"/>
                  </a:moveTo>
                  <a:cubicBezTo>
                    <a:pt x="1634668" y="348230"/>
                    <a:pt x="1610106" y="372760"/>
                    <a:pt x="1610106" y="403023"/>
                  </a:cubicBezTo>
                  <a:cubicBezTo>
                    <a:pt x="1610106" y="404926"/>
                    <a:pt x="1610106" y="406765"/>
                    <a:pt x="1610106" y="408604"/>
                  </a:cubicBezTo>
                  <a:cubicBezTo>
                    <a:pt x="1613192" y="438708"/>
                    <a:pt x="1640135" y="460613"/>
                    <a:pt x="1670279" y="457525"/>
                  </a:cubicBezTo>
                  <a:cubicBezTo>
                    <a:pt x="1696155" y="454880"/>
                    <a:pt x="1716608" y="434447"/>
                    <a:pt x="1719263" y="408604"/>
                  </a:cubicBezTo>
                  <a:cubicBezTo>
                    <a:pt x="1719466" y="406752"/>
                    <a:pt x="1719574" y="404888"/>
                    <a:pt x="1719580" y="403023"/>
                  </a:cubicBezTo>
                  <a:cubicBezTo>
                    <a:pt x="1719510" y="372912"/>
                    <a:pt x="1695120" y="348496"/>
                    <a:pt x="1664970" y="348357"/>
                  </a:cubicBezTo>
                  <a:close/>
                  <a:moveTo>
                    <a:pt x="1299210" y="713519"/>
                  </a:moveTo>
                  <a:cubicBezTo>
                    <a:pt x="1268908" y="713519"/>
                    <a:pt x="1244346" y="738049"/>
                    <a:pt x="1244346" y="768312"/>
                  </a:cubicBezTo>
                  <a:cubicBezTo>
                    <a:pt x="1244346" y="798576"/>
                    <a:pt x="1268908" y="823106"/>
                    <a:pt x="1299210" y="823106"/>
                  </a:cubicBezTo>
                  <a:cubicBezTo>
                    <a:pt x="1329512" y="823106"/>
                    <a:pt x="1354074" y="798576"/>
                    <a:pt x="1354074" y="768312"/>
                  </a:cubicBezTo>
                  <a:cubicBezTo>
                    <a:pt x="1354004" y="738100"/>
                    <a:pt x="1329462" y="713646"/>
                    <a:pt x="1299210" y="713646"/>
                  </a:cubicBezTo>
                  <a:close/>
                  <a:moveTo>
                    <a:pt x="1116330" y="1261516"/>
                  </a:moveTo>
                  <a:cubicBezTo>
                    <a:pt x="1086066" y="1261478"/>
                    <a:pt x="1061498" y="1285951"/>
                    <a:pt x="1061466" y="1316183"/>
                  </a:cubicBezTo>
                  <a:cubicBezTo>
                    <a:pt x="1061447" y="1331936"/>
                    <a:pt x="1068229" y="1346934"/>
                    <a:pt x="1080071" y="1357342"/>
                  </a:cubicBezTo>
                  <a:cubicBezTo>
                    <a:pt x="1111701" y="1342628"/>
                    <a:pt x="1141838" y="1324897"/>
                    <a:pt x="1170051" y="1304387"/>
                  </a:cubicBezTo>
                  <a:cubicBezTo>
                    <a:pt x="1164438" y="1279293"/>
                    <a:pt x="1142073" y="1261504"/>
                    <a:pt x="1116330" y="1261643"/>
                  </a:cubicBezTo>
                  <a:close/>
                  <a:moveTo>
                    <a:pt x="933450" y="348293"/>
                  </a:moveTo>
                  <a:cubicBezTo>
                    <a:pt x="931590" y="348198"/>
                    <a:pt x="929723" y="348198"/>
                    <a:pt x="927862" y="348293"/>
                  </a:cubicBezTo>
                  <a:cubicBezTo>
                    <a:pt x="899859" y="351160"/>
                    <a:pt x="878567" y="374719"/>
                    <a:pt x="878586" y="402833"/>
                  </a:cubicBezTo>
                  <a:cubicBezTo>
                    <a:pt x="878491" y="404691"/>
                    <a:pt x="878491" y="406556"/>
                    <a:pt x="878586" y="408414"/>
                  </a:cubicBezTo>
                  <a:cubicBezTo>
                    <a:pt x="881297" y="434250"/>
                    <a:pt x="901738" y="454665"/>
                    <a:pt x="927608" y="457373"/>
                  </a:cubicBezTo>
                  <a:cubicBezTo>
                    <a:pt x="929469" y="457468"/>
                    <a:pt x="931335" y="457468"/>
                    <a:pt x="933196" y="457373"/>
                  </a:cubicBezTo>
                  <a:cubicBezTo>
                    <a:pt x="961320" y="457353"/>
                    <a:pt x="984879" y="436102"/>
                    <a:pt x="987743" y="408160"/>
                  </a:cubicBezTo>
                  <a:cubicBezTo>
                    <a:pt x="987838" y="406302"/>
                    <a:pt x="987838" y="404437"/>
                    <a:pt x="987743" y="402579"/>
                  </a:cubicBezTo>
                  <a:cubicBezTo>
                    <a:pt x="987431" y="372760"/>
                    <a:pt x="963308" y="348667"/>
                    <a:pt x="933450" y="348357"/>
                  </a:cubicBezTo>
                  <a:close/>
                  <a:moveTo>
                    <a:pt x="1116330" y="896227"/>
                  </a:moveTo>
                  <a:cubicBezTo>
                    <a:pt x="1086028" y="896227"/>
                    <a:pt x="1061466" y="920757"/>
                    <a:pt x="1061466" y="951021"/>
                  </a:cubicBezTo>
                  <a:cubicBezTo>
                    <a:pt x="1061466" y="981284"/>
                    <a:pt x="1086028" y="1005814"/>
                    <a:pt x="1116330" y="1005814"/>
                  </a:cubicBezTo>
                  <a:cubicBezTo>
                    <a:pt x="1146632" y="1005814"/>
                    <a:pt x="1171194" y="981284"/>
                    <a:pt x="1171194" y="951021"/>
                  </a:cubicBezTo>
                  <a:cubicBezTo>
                    <a:pt x="1171156" y="920783"/>
                    <a:pt x="1146607" y="896291"/>
                    <a:pt x="1116330" y="896291"/>
                  </a:cubicBezTo>
                  <a:close/>
                  <a:moveTo>
                    <a:pt x="893636" y="127"/>
                  </a:moveTo>
                  <a:cubicBezTo>
                    <a:pt x="872788" y="22088"/>
                    <a:pt x="873709" y="56766"/>
                    <a:pt x="895699" y="77586"/>
                  </a:cubicBezTo>
                  <a:cubicBezTo>
                    <a:pt x="904494" y="85919"/>
                    <a:pt x="915803" y="91107"/>
                    <a:pt x="927862" y="92337"/>
                  </a:cubicBezTo>
                  <a:cubicBezTo>
                    <a:pt x="929716" y="92540"/>
                    <a:pt x="931583" y="92648"/>
                    <a:pt x="933450" y="92654"/>
                  </a:cubicBezTo>
                  <a:cubicBezTo>
                    <a:pt x="963752" y="92635"/>
                    <a:pt x="988301" y="68092"/>
                    <a:pt x="988282" y="37829"/>
                  </a:cubicBezTo>
                  <a:cubicBezTo>
                    <a:pt x="988276" y="23794"/>
                    <a:pt x="982878" y="10299"/>
                    <a:pt x="973201" y="127"/>
                  </a:cubicBezTo>
                  <a:close/>
                  <a:moveTo>
                    <a:pt x="1299210" y="1078808"/>
                  </a:moveTo>
                  <a:cubicBezTo>
                    <a:pt x="1268908" y="1078808"/>
                    <a:pt x="1244346" y="1103339"/>
                    <a:pt x="1244346" y="1133602"/>
                  </a:cubicBezTo>
                  <a:cubicBezTo>
                    <a:pt x="1244251" y="1135460"/>
                    <a:pt x="1244251" y="1137324"/>
                    <a:pt x="1244346" y="1139182"/>
                  </a:cubicBezTo>
                  <a:cubicBezTo>
                    <a:pt x="1247140" y="1166345"/>
                    <a:pt x="1269536" y="1187304"/>
                    <a:pt x="1296861" y="1188332"/>
                  </a:cubicBezTo>
                  <a:cubicBezTo>
                    <a:pt x="1315739" y="1167575"/>
                    <a:pt x="1334326" y="1145569"/>
                    <a:pt x="1352614" y="1122313"/>
                  </a:cubicBezTo>
                  <a:cubicBezTo>
                    <a:pt x="1347311" y="1097048"/>
                    <a:pt x="1325055" y="1078916"/>
                    <a:pt x="1299210" y="1078808"/>
                  </a:cubicBezTo>
                  <a:close/>
                  <a:moveTo>
                    <a:pt x="1116330" y="530874"/>
                  </a:moveTo>
                  <a:cubicBezTo>
                    <a:pt x="1086028" y="530874"/>
                    <a:pt x="1061466" y="555404"/>
                    <a:pt x="1061466" y="585668"/>
                  </a:cubicBezTo>
                  <a:cubicBezTo>
                    <a:pt x="1061466" y="615931"/>
                    <a:pt x="1086028" y="640461"/>
                    <a:pt x="1116330" y="640461"/>
                  </a:cubicBezTo>
                  <a:cubicBezTo>
                    <a:pt x="1146632" y="640461"/>
                    <a:pt x="1171194" y="615931"/>
                    <a:pt x="1171194" y="585668"/>
                  </a:cubicBezTo>
                  <a:cubicBezTo>
                    <a:pt x="1171124" y="555455"/>
                    <a:pt x="1146581" y="531001"/>
                    <a:pt x="1116330" y="531001"/>
                  </a:cubicBezTo>
                  <a:close/>
                  <a:moveTo>
                    <a:pt x="1116330" y="165585"/>
                  </a:moveTo>
                  <a:cubicBezTo>
                    <a:pt x="1086028" y="165585"/>
                    <a:pt x="1061466" y="190115"/>
                    <a:pt x="1061466" y="220379"/>
                  </a:cubicBezTo>
                  <a:cubicBezTo>
                    <a:pt x="1061466" y="250642"/>
                    <a:pt x="1086028" y="275172"/>
                    <a:pt x="1116330" y="275172"/>
                  </a:cubicBezTo>
                  <a:cubicBezTo>
                    <a:pt x="1146632" y="275172"/>
                    <a:pt x="1171194" y="250642"/>
                    <a:pt x="1171194" y="220379"/>
                  </a:cubicBezTo>
                  <a:cubicBezTo>
                    <a:pt x="1171194" y="220359"/>
                    <a:pt x="1171194" y="220334"/>
                    <a:pt x="1171194" y="220315"/>
                  </a:cubicBezTo>
                  <a:cubicBezTo>
                    <a:pt x="1171156" y="190077"/>
                    <a:pt x="1146607" y="165585"/>
                    <a:pt x="1116330" y="165585"/>
                  </a:cubicBezTo>
                  <a:close/>
                </a:path>
              </a:pathLst>
            </a:custGeom>
            <a:solidFill>
              <a:srgbClr val="04152C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464296" y="3203434"/>
              <a:ext cx="852487" cy="485578"/>
            </a:xfrm>
            <a:custGeom>
              <a:avLst/>
              <a:gdLst/>
              <a:ahLst/>
              <a:cxnLst/>
              <a:rect l="l" t="t" r="r" b="b"/>
              <a:pathLst>
                <a:path w="1136649" h="647437" extrusionOk="0">
                  <a:moveTo>
                    <a:pt x="632968" y="647437"/>
                  </a:moveTo>
                  <a:cubicBezTo>
                    <a:pt x="884492" y="647437"/>
                    <a:pt x="1023684" y="362626"/>
                    <a:pt x="1136650" y="0"/>
                  </a:cubicBezTo>
                  <a:lnTo>
                    <a:pt x="0" y="0"/>
                  </a:lnTo>
                  <a:cubicBezTo>
                    <a:pt x="142494" y="321467"/>
                    <a:pt x="282067" y="647437"/>
                    <a:pt x="632968" y="647437"/>
                  </a:cubicBezTo>
                  <a:close/>
                </a:path>
              </a:pathLst>
            </a:custGeom>
            <a:solidFill>
              <a:srgbClr val="002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1894904" y="2489983"/>
              <a:ext cx="963930" cy="713456"/>
            </a:xfrm>
            <a:custGeom>
              <a:avLst/>
              <a:gdLst/>
              <a:ahLst/>
              <a:cxnLst/>
              <a:rect l="l" t="t" r="r" b="b"/>
              <a:pathLst>
                <a:path w="1285240" h="951274" extrusionOk="0">
                  <a:moveTo>
                    <a:pt x="584200" y="0"/>
                  </a:moveTo>
                  <a:cubicBezTo>
                    <a:pt x="388938" y="0"/>
                    <a:pt x="206692" y="447289"/>
                    <a:pt x="0" y="951274"/>
                  </a:cubicBezTo>
                  <a:lnTo>
                    <a:pt x="1285240" y="951274"/>
                  </a:lnTo>
                  <a:cubicBezTo>
                    <a:pt x="1028509" y="509883"/>
                    <a:pt x="837755" y="0"/>
                    <a:pt x="584200" y="0"/>
                  </a:cubicBezTo>
                  <a:close/>
                </a:path>
              </a:pathLst>
            </a:custGeom>
            <a:solidFill>
              <a:srgbClr val="83288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1316783" y="2071853"/>
              <a:ext cx="1372123" cy="1131588"/>
            </a:xfrm>
            <a:custGeom>
              <a:avLst/>
              <a:gdLst/>
              <a:ahLst/>
              <a:cxnLst/>
              <a:rect l="l" t="t" r="r" b="b"/>
              <a:pathLst>
                <a:path w="1829498" h="1508784" extrusionOk="0">
                  <a:moveTo>
                    <a:pt x="815658" y="0"/>
                  </a:moveTo>
                  <a:cubicBezTo>
                    <a:pt x="315468" y="0"/>
                    <a:pt x="197866" y="873714"/>
                    <a:pt x="0" y="1508784"/>
                  </a:cubicBezTo>
                  <a:lnTo>
                    <a:pt x="1829498" y="1508784"/>
                  </a:lnTo>
                  <a:cubicBezTo>
                    <a:pt x="1541526" y="928000"/>
                    <a:pt x="1355789" y="0"/>
                    <a:pt x="815658" y="0"/>
                  </a:cubicBezTo>
                  <a:close/>
                </a:path>
              </a:pathLst>
            </a:custGeom>
            <a:solidFill>
              <a:srgbClr val="FFA22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2688907" y="3203434"/>
              <a:ext cx="785813" cy="342887"/>
            </a:xfrm>
            <a:custGeom>
              <a:avLst/>
              <a:gdLst/>
              <a:ahLst/>
              <a:cxnLst/>
              <a:rect l="l" t="t" r="r" b="b"/>
              <a:pathLst>
                <a:path w="1047750" h="457182" extrusionOk="0">
                  <a:moveTo>
                    <a:pt x="500190" y="457182"/>
                  </a:moveTo>
                  <a:cubicBezTo>
                    <a:pt x="745744" y="457182"/>
                    <a:pt x="914019" y="257605"/>
                    <a:pt x="1047750" y="0"/>
                  </a:cubicBezTo>
                  <a:lnTo>
                    <a:pt x="0" y="0"/>
                  </a:lnTo>
                  <a:cubicBezTo>
                    <a:pt x="131191" y="264645"/>
                    <a:pt x="283528" y="457182"/>
                    <a:pt x="500190" y="457182"/>
                  </a:cubicBezTo>
                  <a:close/>
                </a:path>
              </a:pathLst>
            </a:custGeom>
            <a:gradFill>
              <a:gsLst>
                <a:gs pos="0">
                  <a:srgbClr val="A54FA6"/>
                </a:gs>
                <a:gs pos="100000">
                  <a:srgbClr val="F702A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6347555" y="3203434"/>
              <a:ext cx="987313" cy="485530"/>
            </a:xfrm>
            <a:custGeom>
              <a:avLst/>
              <a:gdLst/>
              <a:ahLst/>
              <a:cxnLst/>
              <a:rect l="l" t="t" r="r" b="b"/>
              <a:pathLst>
                <a:path w="1316418" h="647373" extrusionOk="0">
                  <a:moveTo>
                    <a:pt x="475298" y="345376"/>
                  </a:moveTo>
                  <a:cubicBezTo>
                    <a:pt x="465201" y="345376"/>
                    <a:pt x="457010" y="353551"/>
                    <a:pt x="457010" y="363640"/>
                  </a:cubicBezTo>
                  <a:cubicBezTo>
                    <a:pt x="457010" y="373730"/>
                    <a:pt x="465201" y="381905"/>
                    <a:pt x="475298" y="381905"/>
                  </a:cubicBezTo>
                  <a:cubicBezTo>
                    <a:pt x="485394" y="381905"/>
                    <a:pt x="493586" y="373730"/>
                    <a:pt x="493586" y="363640"/>
                  </a:cubicBezTo>
                  <a:cubicBezTo>
                    <a:pt x="493586" y="353551"/>
                    <a:pt x="485394" y="345376"/>
                    <a:pt x="475298" y="345376"/>
                  </a:cubicBezTo>
                  <a:close/>
                  <a:moveTo>
                    <a:pt x="475298" y="436698"/>
                  </a:moveTo>
                  <a:cubicBezTo>
                    <a:pt x="465201" y="436698"/>
                    <a:pt x="457010" y="444873"/>
                    <a:pt x="457010" y="454963"/>
                  </a:cubicBezTo>
                  <a:cubicBezTo>
                    <a:pt x="457010" y="465053"/>
                    <a:pt x="465201" y="473227"/>
                    <a:pt x="475298" y="473227"/>
                  </a:cubicBezTo>
                  <a:cubicBezTo>
                    <a:pt x="485394" y="473227"/>
                    <a:pt x="493586" y="465053"/>
                    <a:pt x="493586" y="454963"/>
                  </a:cubicBezTo>
                  <a:cubicBezTo>
                    <a:pt x="493586" y="444873"/>
                    <a:pt x="485394" y="436698"/>
                    <a:pt x="475298" y="436698"/>
                  </a:cubicBezTo>
                  <a:close/>
                  <a:moveTo>
                    <a:pt x="475298" y="528021"/>
                  </a:moveTo>
                  <a:cubicBezTo>
                    <a:pt x="465138" y="527983"/>
                    <a:pt x="456947" y="536164"/>
                    <a:pt x="456883" y="546285"/>
                  </a:cubicBezTo>
                  <a:cubicBezTo>
                    <a:pt x="456819" y="556407"/>
                    <a:pt x="465011" y="564638"/>
                    <a:pt x="475171" y="564676"/>
                  </a:cubicBezTo>
                  <a:cubicBezTo>
                    <a:pt x="485331" y="564714"/>
                    <a:pt x="493523" y="556533"/>
                    <a:pt x="493586" y="546412"/>
                  </a:cubicBezTo>
                  <a:cubicBezTo>
                    <a:pt x="493586" y="546367"/>
                    <a:pt x="493586" y="546330"/>
                    <a:pt x="493586" y="546285"/>
                  </a:cubicBezTo>
                  <a:cubicBezTo>
                    <a:pt x="493586" y="536195"/>
                    <a:pt x="485394" y="528021"/>
                    <a:pt x="475298" y="528021"/>
                  </a:cubicBezTo>
                  <a:close/>
                  <a:moveTo>
                    <a:pt x="429578" y="25748"/>
                  </a:moveTo>
                  <a:cubicBezTo>
                    <a:pt x="419481" y="25748"/>
                    <a:pt x="411290" y="33922"/>
                    <a:pt x="411290" y="44012"/>
                  </a:cubicBezTo>
                  <a:cubicBezTo>
                    <a:pt x="411290" y="54102"/>
                    <a:pt x="419481" y="62277"/>
                    <a:pt x="429578" y="62277"/>
                  </a:cubicBezTo>
                  <a:cubicBezTo>
                    <a:pt x="439675" y="62277"/>
                    <a:pt x="447866" y="54102"/>
                    <a:pt x="447866" y="44012"/>
                  </a:cubicBezTo>
                  <a:cubicBezTo>
                    <a:pt x="447739" y="33998"/>
                    <a:pt x="439611" y="25938"/>
                    <a:pt x="429578" y="25938"/>
                  </a:cubicBezTo>
                  <a:close/>
                  <a:moveTo>
                    <a:pt x="475298" y="162731"/>
                  </a:moveTo>
                  <a:cubicBezTo>
                    <a:pt x="465201" y="162731"/>
                    <a:pt x="457010" y="170906"/>
                    <a:pt x="457010" y="180996"/>
                  </a:cubicBezTo>
                  <a:cubicBezTo>
                    <a:pt x="457010" y="191086"/>
                    <a:pt x="465201" y="199260"/>
                    <a:pt x="475298" y="199260"/>
                  </a:cubicBezTo>
                  <a:cubicBezTo>
                    <a:pt x="485394" y="199260"/>
                    <a:pt x="493586" y="191086"/>
                    <a:pt x="493586" y="180996"/>
                  </a:cubicBezTo>
                  <a:cubicBezTo>
                    <a:pt x="493586" y="170906"/>
                    <a:pt x="485394" y="162731"/>
                    <a:pt x="475298" y="162731"/>
                  </a:cubicBezTo>
                  <a:close/>
                  <a:moveTo>
                    <a:pt x="521018" y="573682"/>
                  </a:moveTo>
                  <a:cubicBezTo>
                    <a:pt x="510922" y="573682"/>
                    <a:pt x="502730" y="581856"/>
                    <a:pt x="502730" y="591946"/>
                  </a:cubicBezTo>
                  <a:cubicBezTo>
                    <a:pt x="502730" y="591946"/>
                    <a:pt x="502730" y="591946"/>
                    <a:pt x="502730" y="592263"/>
                  </a:cubicBezTo>
                  <a:cubicBezTo>
                    <a:pt x="512826" y="596747"/>
                    <a:pt x="523113" y="600971"/>
                    <a:pt x="533591" y="604947"/>
                  </a:cubicBezTo>
                  <a:cubicBezTo>
                    <a:pt x="541020" y="598123"/>
                    <a:pt x="541528" y="586568"/>
                    <a:pt x="534670" y="579142"/>
                  </a:cubicBezTo>
                  <a:cubicBezTo>
                    <a:pt x="531114" y="575293"/>
                    <a:pt x="526098" y="573143"/>
                    <a:pt x="520891" y="573238"/>
                  </a:cubicBezTo>
                  <a:close/>
                  <a:moveTo>
                    <a:pt x="475298" y="254054"/>
                  </a:moveTo>
                  <a:cubicBezTo>
                    <a:pt x="465201" y="254054"/>
                    <a:pt x="457010" y="262228"/>
                    <a:pt x="457010" y="272318"/>
                  </a:cubicBezTo>
                  <a:cubicBezTo>
                    <a:pt x="457010" y="282408"/>
                    <a:pt x="465201" y="290583"/>
                    <a:pt x="475298" y="290583"/>
                  </a:cubicBezTo>
                  <a:cubicBezTo>
                    <a:pt x="485394" y="290583"/>
                    <a:pt x="493586" y="282408"/>
                    <a:pt x="493586" y="272318"/>
                  </a:cubicBezTo>
                  <a:cubicBezTo>
                    <a:pt x="493459" y="262304"/>
                    <a:pt x="485331" y="254244"/>
                    <a:pt x="475298" y="254244"/>
                  </a:cubicBezTo>
                  <a:close/>
                  <a:moveTo>
                    <a:pt x="475298" y="71409"/>
                  </a:moveTo>
                  <a:cubicBezTo>
                    <a:pt x="465201" y="71409"/>
                    <a:pt x="457010" y="79584"/>
                    <a:pt x="457010" y="89673"/>
                  </a:cubicBezTo>
                  <a:cubicBezTo>
                    <a:pt x="457010" y="99763"/>
                    <a:pt x="465201" y="107938"/>
                    <a:pt x="475298" y="107938"/>
                  </a:cubicBezTo>
                  <a:cubicBezTo>
                    <a:pt x="485394" y="107938"/>
                    <a:pt x="493586" y="99763"/>
                    <a:pt x="493586" y="89673"/>
                  </a:cubicBezTo>
                  <a:cubicBezTo>
                    <a:pt x="493586" y="79584"/>
                    <a:pt x="485394" y="71409"/>
                    <a:pt x="475298" y="71409"/>
                  </a:cubicBezTo>
                  <a:close/>
                  <a:moveTo>
                    <a:pt x="521018" y="482359"/>
                  </a:moveTo>
                  <a:cubicBezTo>
                    <a:pt x="510922" y="482359"/>
                    <a:pt x="502730" y="490534"/>
                    <a:pt x="502730" y="500624"/>
                  </a:cubicBezTo>
                  <a:cubicBezTo>
                    <a:pt x="502730" y="510714"/>
                    <a:pt x="510922" y="518888"/>
                    <a:pt x="521018" y="518888"/>
                  </a:cubicBezTo>
                  <a:cubicBezTo>
                    <a:pt x="531114" y="518888"/>
                    <a:pt x="539306" y="510714"/>
                    <a:pt x="539306" y="500624"/>
                  </a:cubicBezTo>
                  <a:cubicBezTo>
                    <a:pt x="539179" y="490610"/>
                    <a:pt x="531051" y="482550"/>
                    <a:pt x="521018" y="482550"/>
                  </a:cubicBezTo>
                  <a:close/>
                  <a:moveTo>
                    <a:pt x="383858" y="162731"/>
                  </a:moveTo>
                  <a:cubicBezTo>
                    <a:pt x="373762" y="162731"/>
                    <a:pt x="365570" y="170906"/>
                    <a:pt x="365570" y="180996"/>
                  </a:cubicBezTo>
                  <a:cubicBezTo>
                    <a:pt x="365570" y="191086"/>
                    <a:pt x="373762" y="199260"/>
                    <a:pt x="383858" y="199260"/>
                  </a:cubicBezTo>
                  <a:cubicBezTo>
                    <a:pt x="393954" y="199260"/>
                    <a:pt x="402146" y="191086"/>
                    <a:pt x="402146" y="180996"/>
                  </a:cubicBezTo>
                  <a:cubicBezTo>
                    <a:pt x="402146" y="170906"/>
                    <a:pt x="393954" y="162731"/>
                    <a:pt x="383858" y="162731"/>
                  </a:cubicBezTo>
                  <a:close/>
                  <a:moveTo>
                    <a:pt x="383858" y="254054"/>
                  </a:moveTo>
                  <a:cubicBezTo>
                    <a:pt x="373762" y="254054"/>
                    <a:pt x="365570" y="262228"/>
                    <a:pt x="365570" y="272318"/>
                  </a:cubicBezTo>
                  <a:cubicBezTo>
                    <a:pt x="365570" y="282408"/>
                    <a:pt x="373762" y="290583"/>
                    <a:pt x="383858" y="290583"/>
                  </a:cubicBezTo>
                  <a:cubicBezTo>
                    <a:pt x="393954" y="290583"/>
                    <a:pt x="402146" y="282408"/>
                    <a:pt x="402146" y="272318"/>
                  </a:cubicBezTo>
                  <a:cubicBezTo>
                    <a:pt x="402019" y="262304"/>
                    <a:pt x="393891" y="254244"/>
                    <a:pt x="383858" y="254244"/>
                  </a:cubicBezTo>
                  <a:close/>
                  <a:moveTo>
                    <a:pt x="383858" y="71409"/>
                  </a:moveTo>
                  <a:cubicBezTo>
                    <a:pt x="373762" y="71409"/>
                    <a:pt x="365570" y="79584"/>
                    <a:pt x="365570" y="89673"/>
                  </a:cubicBezTo>
                  <a:cubicBezTo>
                    <a:pt x="365570" y="99763"/>
                    <a:pt x="373762" y="107938"/>
                    <a:pt x="383858" y="107938"/>
                  </a:cubicBezTo>
                  <a:cubicBezTo>
                    <a:pt x="393954" y="107938"/>
                    <a:pt x="402146" y="99763"/>
                    <a:pt x="402146" y="89673"/>
                  </a:cubicBezTo>
                  <a:cubicBezTo>
                    <a:pt x="402146" y="79584"/>
                    <a:pt x="393954" y="71409"/>
                    <a:pt x="383858" y="71409"/>
                  </a:cubicBezTo>
                  <a:close/>
                  <a:moveTo>
                    <a:pt x="383858" y="345376"/>
                  </a:moveTo>
                  <a:cubicBezTo>
                    <a:pt x="373762" y="345376"/>
                    <a:pt x="365570" y="353551"/>
                    <a:pt x="365570" y="363640"/>
                  </a:cubicBezTo>
                  <a:cubicBezTo>
                    <a:pt x="365570" y="373730"/>
                    <a:pt x="373762" y="381905"/>
                    <a:pt x="383858" y="381905"/>
                  </a:cubicBezTo>
                  <a:cubicBezTo>
                    <a:pt x="393954" y="381905"/>
                    <a:pt x="402146" y="373730"/>
                    <a:pt x="402146" y="363640"/>
                  </a:cubicBezTo>
                  <a:cubicBezTo>
                    <a:pt x="402146" y="353551"/>
                    <a:pt x="393954" y="345376"/>
                    <a:pt x="383858" y="345376"/>
                  </a:cubicBezTo>
                  <a:close/>
                  <a:moveTo>
                    <a:pt x="429578" y="208392"/>
                  </a:moveTo>
                  <a:cubicBezTo>
                    <a:pt x="419481" y="208392"/>
                    <a:pt x="411290" y="216567"/>
                    <a:pt x="411290" y="226657"/>
                  </a:cubicBezTo>
                  <a:cubicBezTo>
                    <a:pt x="411290" y="236747"/>
                    <a:pt x="419481" y="244921"/>
                    <a:pt x="429578" y="244921"/>
                  </a:cubicBezTo>
                  <a:cubicBezTo>
                    <a:pt x="439675" y="244921"/>
                    <a:pt x="447866" y="236747"/>
                    <a:pt x="447866" y="226657"/>
                  </a:cubicBezTo>
                  <a:cubicBezTo>
                    <a:pt x="447866" y="216567"/>
                    <a:pt x="439675" y="208392"/>
                    <a:pt x="429578" y="208392"/>
                  </a:cubicBezTo>
                  <a:close/>
                  <a:moveTo>
                    <a:pt x="429578" y="117070"/>
                  </a:moveTo>
                  <a:cubicBezTo>
                    <a:pt x="419481" y="117070"/>
                    <a:pt x="411290" y="125245"/>
                    <a:pt x="411290" y="135335"/>
                  </a:cubicBezTo>
                  <a:cubicBezTo>
                    <a:pt x="411290" y="145424"/>
                    <a:pt x="419481" y="153599"/>
                    <a:pt x="429578" y="153599"/>
                  </a:cubicBezTo>
                  <a:cubicBezTo>
                    <a:pt x="439675" y="153599"/>
                    <a:pt x="447866" y="145424"/>
                    <a:pt x="447866" y="135335"/>
                  </a:cubicBezTo>
                  <a:cubicBezTo>
                    <a:pt x="447866" y="125245"/>
                    <a:pt x="439675" y="117070"/>
                    <a:pt x="429578" y="117070"/>
                  </a:cubicBezTo>
                  <a:close/>
                  <a:moveTo>
                    <a:pt x="429578" y="299715"/>
                  </a:moveTo>
                  <a:cubicBezTo>
                    <a:pt x="419481" y="299715"/>
                    <a:pt x="411290" y="307890"/>
                    <a:pt x="411290" y="317979"/>
                  </a:cubicBezTo>
                  <a:cubicBezTo>
                    <a:pt x="411290" y="328069"/>
                    <a:pt x="419481" y="336244"/>
                    <a:pt x="429578" y="336244"/>
                  </a:cubicBezTo>
                  <a:cubicBezTo>
                    <a:pt x="439675" y="336244"/>
                    <a:pt x="447866" y="328069"/>
                    <a:pt x="447866" y="317979"/>
                  </a:cubicBezTo>
                  <a:cubicBezTo>
                    <a:pt x="447866" y="307890"/>
                    <a:pt x="439675" y="299715"/>
                    <a:pt x="429578" y="299715"/>
                  </a:cubicBezTo>
                  <a:close/>
                  <a:moveTo>
                    <a:pt x="429578" y="482359"/>
                  </a:moveTo>
                  <a:cubicBezTo>
                    <a:pt x="419481" y="482359"/>
                    <a:pt x="411290" y="490534"/>
                    <a:pt x="411290" y="500624"/>
                  </a:cubicBezTo>
                  <a:cubicBezTo>
                    <a:pt x="411290" y="510714"/>
                    <a:pt x="419481" y="518888"/>
                    <a:pt x="429578" y="518888"/>
                  </a:cubicBezTo>
                  <a:cubicBezTo>
                    <a:pt x="439675" y="518888"/>
                    <a:pt x="447866" y="510714"/>
                    <a:pt x="447866" y="500624"/>
                  </a:cubicBezTo>
                  <a:cubicBezTo>
                    <a:pt x="447739" y="490610"/>
                    <a:pt x="439611" y="482550"/>
                    <a:pt x="429578" y="482550"/>
                  </a:cubicBezTo>
                  <a:close/>
                  <a:moveTo>
                    <a:pt x="429578" y="391037"/>
                  </a:moveTo>
                  <a:cubicBezTo>
                    <a:pt x="419481" y="391037"/>
                    <a:pt x="411290" y="399212"/>
                    <a:pt x="411290" y="409302"/>
                  </a:cubicBezTo>
                  <a:cubicBezTo>
                    <a:pt x="411290" y="419391"/>
                    <a:pt x="419481" y="427566"/>
                    <a:pt x="429578" y="427566"/>
                  </a:cubicBezTo>
                  <a:cubicBezTo>
                    <a:pt x="439675" y="427566"/>
                    <a:pt x="447866" y="419391"/>
                    <a:pt x="447866" y="409302"/>
                  </a:cubicBezTo>
                  <a:cubicBezTo>
                    <a:pt x="447866" y="399212"/>
                    <a:pt x="439675" y="391037"/>
                    <a:pt x="429578" y="391037"/>
                  </a:cubicBezTo>
                  <a:close/>
                  <a:moveTo>
                    <a:pt x="566738" y="71409"/>
                  </a:moveTo>
                  <a:cubicBezTo>
                    <a:pt x="556641" y="71409"/>
                    <a:pt x="548450" y="79584"/>
                    <a:pt x="548450" y="89673"/>
                  </a:cubicBezTo>
                  <a:cubicBezTo>
                    <a:pt x="548450" y="99763"/>
                    <a:pt x="556641" y="107938"/>
                    <a:pt x="566738" y="107938"/>
                  </a:cubicBezTo>
                  <a:cubicBezTo>
                    <a:pt x="576835" y="107938"/>
                    <a:pt x="585026" y="99763"/>
                    <a:pt x="585026" y="89673"/>
                  </a:cubicBezTo>
                  <a:cubicBezTo>
                    <a:pt x="585026" y="79584"/>
                    <a:pt x="576835" y="71409"/>
                    <a:pt x="566738" y="71409"/>
                  </a:cubicBezTo>
                  <a:close/>
                  <a:moveTo>
                    <a:pt x="612458" y="391037"/>
                  </a:moveTo>
                  <a:cubicBezTo>
                    <a:pt x="602362" y="391037"/>
                    <a:pt x="594170" y="399212"/>
                    <a:pt x="594170" y="409302"/>
                  </a:cubicBezTo>
                  <a:cubicBezTo>
                    <a:pt x="594170" y="419391"/>
                    <a:pt x="602362" y="427566"/>
                    <a:pt x="612458" y="427566"/>
                  </a:cubicBezTo>
                  <a:cubicBezTo>
                    <a:pt x="622554" y="427566"/>
                    <a:pt x="630746" y="419391"/>
                    <a:pt x="630746" y="409302"/>
                  </a:cubicBezTo>
                  <a:cubicBezTo>
                    <a:pt x="630746" y="399212"/>
                    <a:pt x="622554" y="391037"/>
                    <a:pt x="612458" y="391037"/>
                  </a:cubicBezTo>
                  <a:close/>
                  <a:moveTo>
                    <a:pt x="612458" y="299715"/>
                  </a:moveTo>
                  <a:cubicBezTo>
                    <a:pt x="602362" y="299715"/>
                    <a:pt x="594170" y="307890"/>
                    <a:pt x="594170" y="317979"/>
                  </a:cubicBezTo>
                  <a:cubicBezTo>
                    <a:pt x="594170" y="328069"/>
                    <a:pt x="602362" y="336244"/>
                    <a:pt x="612458" y="336244"/>
                  </a:cubicBezTo>
                  <a:cubicBezTo>
                    <a:pt x="622554" y="336244"/>
                    <a:pt x="630746" y="328069"/>
                    <a:pt x="630746" y="317979"/>
                  </a:cubicBezTo>
                  <a:cubicBezTo>
                    <a:pt x="630746" y="307890"/>
                    <a:pt x="622554" y="299715"/>
                    <a:pt x="612458" y="299715"/>
                  </a:cubicBezTo>
                  <a:close/>
                  <a:moveTo>
                    <a:pt x="612458" y="482359"/>
                  </a:moveTo>
                  <a:cubicBezTo>
                    <a:pt x="602362" y="482359"/>
                    <a:pt x="594170" y="490534"/>
                    <a:pt x="594170" y="500624"/>
                  </a:cubicBezTo>
                  <a:cubicBezTo>
                    <a:pt x="594170" y="510714"/>
                    <a:pt x="602362" y="518888"/>
                    <a:pt x="612458" y="518888"/>
                  </a:cubicBezTo>
                  <a:cubicBezTo>
                    <a:pt x="622554" y="518888"/>
                    <a:pt x="630746" y="510714"/>
                    <a:pt x="630746" y="500624"/>
                  </a:cubicBezTo>
                  <a:cubicBezTo>
                    <a:pt x="630619" y="490610"/>
                    <a:pt x="622491" y="482550"/>
                    <a:pt x="612458" y="482550"/>
                  </a:cubicBezTo>
                  <a:close/>
                  <a:moveTo>
                    <a:pt x="521018" y="391037"/>
                  </a:moveTo>
                  <a:cubicBezTo>
                    <a:pt x="510922" y="391037"/>
                    <a:pt x="502730" y="399212"/>
                    <a:pt x="502730" y="409302"/>
                  </a:cubicBezTo>
                  <a:cubicBezTo>
                    <a:pt x="502730" y="419391"/>
                    <a:pt x="510922" y="427566"/>
                    <a:pt x="521018" y="427566"/>
                  </a:cubicBezTo>
                  <a:cubicBezTo>
                    <a:pt x="531114" y="427566"/>
                    <a:pt x="539306" y="419391"/>
                    <a:pt x="539306" y="409302"/>
                  </a:cubicBezTo>
                  <a:cubicBezTo>
                    <a:pt x="539306" y="399212"/>
                    <a:pt x="531114" y="391037"/>
                    <a:pt x="521018" y="391037"/>
                  </a:cubicBezTo>
                  <a:close/>
                  <a:moveTo>
                    <a:pt x="612458" y="25748"/>
                  </a:moveTo>
                  <a:cubicBezTo>
                    <a:pt x="602362" y="25748"/>
                    <a:pt x="594170" y="33922"/>
                    <a:pt x="594170" y="44012"/>
                  </a:cubicBezTo>
                  <a:cubicBezTo>
                    <a:pt x="594170" y="54102"/>
                    <a:pt x="602362" y="62277"/>
                    <a:pt x="612458" y="62277"/>
                  </a:cubicBezTo>
                  <a:cubicBezTo>
                    <a:pt x="622554" y="62277"/>
                    <a:pt x="630746" y="54102"/>
                    <a:pt x="630746" y="44012"/>
                  </a:cubicBezTo>
                  <a:cubicBezTo>
                    <a:pt x="630619" y="33998"/>
                    <a:pt x="622491" y="25938"/>
                    <a:pt x="612458" y="25938"/>
                  </a:cubicBezTo>
                  <a:close/>
                  <a:moveTo>
                    <a:pt x="658178" y="619343"/>
                  </a:moveTo>
                  <a:cubicBezTo>
                    <a:pt x="648970" y="619381"/>
                    <a:pt x="641224" y="626293"/>
                    <a:pt x="640144" y="635451"/>
                  </a:cubicBezTo>
                  <a:cubicBezTo>
                    <a:pt x="651891" y="637734"/>
                    <a:pt x="663829" y="639700"/>
                    <a:pt x="676085" y="641349"/>
                  </a:cubicBezTo>
                  <a:cubicBezTo>
                    <a:pt x="678180" y="631475"/>
                    <a:pt x="671830" y="621797"/>
                    <a:pt x="661925" y="619730"/>
                  </a:cubicBezTo>
                  <a:cubicBezTo>
                    <a:pt x="660718" y="619470"/>
                    <a:pt x="659448" y="619343"/>
                    <a:pt x="658178" y="619343"/>
                  </a:cubicBezTo>
                  <a:close/>
                  <a:moveTo>
                    <a:pt x="383858" y="436698"/>
                  </a:moveTo>
                  <a:cubicBezTo>
                    <a:pt x="373762" y="436698"/>
                    <a:pt x="365570" y="444873"/>
                    <a:pt x="365570" y="454963"/>
                  </a:cubicBezTo>
                  <a:cubicBezTo>
                    <a:pt x="365570" y="465053"/>
                    <a:pt x="373762" y="473227"/>
                    <a:pt x="383858" y="473227"/>
                  </a:cubicBezTo>
                  <a:cubicBezTo>
                    <a:pt x="393954" y="473227"/>
                    <a:pt x="402146" y="465053"/>
                    <a:pt x="402146" y="454963"/>
                  </a:cubicBezTo>
                  <a:cubicBezTo>
                    <a:pt x="402146" y="444873"/>
                    <a:pt x="393954" y="436698"/>
                    <a:pt x="383858" y="436698"/>
                  </a:cubicBezTo>
                  <a:close/>
                  <a:moveTo>
                    <a:pt x="612458" y="208392"/>
                  </a:moveTo>
                  <a:cubicBezTo>
                    <a:pt x="602362" y="208392"/>
                    <a:pt x="594170" y="216567"/>
                    <a:pt x="594170" y="226657"/>
                  </a:cubicBezTo>
                  <a:cubicBezTo>
                    <a:pt x="594170" y="236747"/>
                    <a:pt x="602362" y="244921"/>
                    <a:pt x="612458" y="244921"/>
                  </a:cubicBezTo>
                  <a:cubicBezTo>
                    <a:pt x="622554" y="244921"/>
                    <a:pt x="630746" y="236747"/>
                    <a:pt x="630746" y="226657"/>
                  </a:cubicBezTo>
                  <a:cubicBezTo>
                    <a:pt x="630746" y="216567"/>
                    <a:pt x="622554" y="208392"/>
                    <a:pt x="612458" y="208392"/>
                  </a:cubicBezTo>
                  <a:close/>
                  <a:moveTo>
                    <a:pt x="612458" y="117070"/>
                  </a:moveTo>
                  <a:cubicBezTo>
                    <a:pt x="602362" y="117070"/>
                    <a:pt x="594170" y="125245"/>
                    <a:pt x="594170" y="135335"/>
                  </a:cubicBezTo>
                  <a:cubicBezTo>
                    <a:pt x="594170" y="145424"/>
                    <a:pt x="602362" y="153599"/>
                    <a:pt x="612458" y="153599"/>
                  </a:cubicBezTo>
                  <a:cubicBezTo>
                    <a:pt x="622554" y="153599"/>
                    <a:pt x="630746" y="145424"/>
                    <a:pt x="630746" y="135335"/>
                  </a:cubicBezTo>
                  <a:cubicBezTo>
                    <a:pt x="630746" y="125245"/>
                    <a:pt x="622554" y="117070"/>
                    <a:pt x="612458" y="117070"/>
                  </a:cubicBezTo>
                  <a:close/>
                  <a:moveTo>
                    <a:pt x="612458" y="573682"/>
                  </a:moveTo>
                  <a:cubicBezTo>
                    <a:pt x="602362" y="573682"/>
                    <a:pt x="594170" y="581856"/>
                    <a:pt x="594170" y="591946"/>
                  </a:cubicBezTo>
                  <a:cubicBezTo>
                    <a:pt x="594170" y="602036"/>
                    <a:pt x="602362" y="610211"/>
                    <a:pt x="612458" y="610211"/>
                  </a:cubicBezTo>
                  <a:cubicBezTo>
                    <a:pt x="622554" y="610211"/>
                    <a:pt x="630746" y="602036"/>
                    <a:pt x="630746" y="591946"/>
                  </a:cubicBezTo>
                  <a:cubicBezTo>
                    <a:pt x="630746" y="581856"/>
                    <a:pt x="622554" y="573682"/>
                    <a:pt x="612458" y="573682"/>
                  </a:cubicBezTo>
                  <a:close/>
                  <a:moveTo>
                    <a:pt x="521018" y="25748"/>
                  </a:moveTo>
                  <a:cubicBezTo>
                    <a:pt x="510922" y="25748"/>
                    <a:pt x="502730" y="33922"/>
                    <a:pt x="502730" y="44012"/>
                  </a:cubicBezTo>
                  <a:cubicBezTo>
                    <a:pt x="502730" y="54102"/>
                    <a:pt x="510922" y="62277"/>
                    <a:pt x="521018" y="62277"/>
                  </a:cubicBezTo>
                  <a:cubicBezTo>
                    <a:pt x="531114" y="62277"/>
                    <a:pt x="539306" y="54102"/>
                    <a:pt x="539306" y="44012"/>
                  </a:cubicBezTo>
                  <a:cubicBezTo>
                    <a:pt x="539179" y="33998"/>
                    <a:pt x="531051" y="25938"/>
                    <a:pt x="521018" y="25938"/>
                  </a:cubicBezTo>
                  <a:close/>
                  <a:moveTo>
                    <a:pt x="521018" y="117070"/>
                  </a:moveTo>
                  <a:cubicBezTo>
                    <a:pt x="510922" y="117070"/>
                    <a:pt x="502730" y="125245"/>
                    <a:pt x="502730" y="135335"/>
                  </a:cubicBezTo>
                  <a:cubicBezTo>
                    <a:pt x="502730" y="145424"/>
                    <a:pt x="510922" y="153599"/>
                    <a:pt x="521018" y="153599"/>
                  </a:cubicBezTo>
                  <a:cubicBezTo>
                    <a:pt x="531114" y="153599"/>
                    <a:pt x="539306" y="145424"/>
                    <a:pt x="539306" y="135335"/>
                  </a:cubicBezTo>
                  <a:cubicBezTo>
                    <a:pt x="539306" y="125245"/>
                    <a:pt x="531114" y="117070"/>
                    <a:pt x="521018" y="117070"/>
                  </a:cubicBezTo>
                  <a:close/>
                  <a:moveTo>
                    <a:pt x="521018" y="208392"/>
                  </a:moveTo>
                  <a:cubicBezTo>
                    <a:pt x="510922" y="208392"/>
                    <a:pt x="502730" y="216567"/>
                    <a:pt x="502730" y="226657"/>
                  </a:cubicBezTo>
                  <a:cubicBezTo>
                    <a:pt x="502730" y="236747"/>
                    <a:pt x="510922" y="244921"/>
                    <a:pt x="521018" y="244921"/>
                  </a:cubicBezTo>
                  <a:cubicBezTo>
                    <a:pt x="531114" y="244921"/>
                    <a:pt x="539306" y="236747"/>
                    <a:pt x="539306" y="226657"/>
                  </a:cubicBezTo>
                  <a:cubicBezTo>
                    <a:pt x="539306" y="216567"/>
                    <a:pt x="531114" y="208392"/>
                    <a:pt x="521018" y="208392"/>
                  </a:cubicBezTo>
                  <a:close/>
                  <a:moveTo>
                    <a:pt x="521018" y="299715"/>
                  </a:moveTo>
                  <a:cubicBezTo>
                    <a:pt x="510922" y="299715"/>
                    <a:pt x="502730" y="307890"/>
                    <a:pt x="502730" y="317979"/>
                  </a:cubicBezTo>
                  <a:cubicBezTo>
                    <a:pt x="502730" y="328069"/>
                    <a:pt x="510922" y="336244"/>
                    <a:pt x="521018" y="336244"/>
                  </a:cubicBezTo>
                  <a:cubicBezTo>
                    <a:pt x="531114" y="336244"/>
                    <a:pt x="539306" y="328069"/>
                    <a:pt x="539306" y="317979"/>
                  </a:cubicBezTo>
                  <a:cubicBezTo>
                    <a:pt x="539306" y="307890"/>
                    <a:pt x="531114" y="299715"/>
                    <a:pt x="521018" y="299715"/>
                  </a:cubicBezTo>
                  <a:close/>
                  <a:moveTo>
                    <a:pt x="566738" y="162731"/>
                  </a:moveTo>
                  <a:cubicBezTo>
                    <a:pt x="556641" y="162731"/>
                    <a:pt x="548450" y="170906"/>
                    <a:pt x="548450" y="180996"/>
                  </a:cubicBezTo>
                  <a:cubicBezTo>
                    <a:pt x="548450" y="191086"/>
                    <a:pt x="556641" y="199260"/>
                    <a:pt x="566738" y="199260"/>
                  </a:cubicBezTo>
                  <a:cubicBezTo>
                    <a:pt x="576835" y="199260"/>
                    <a:pt x="585026" y="191086"/>
                    <a:pt x="585026" y="180996"/>
                  </a:cubicBezTo>
                  <a:cubicBezTo>
                    <a:pt x="585026" y="170906"/>
                    <a:pt x="576835" y="162731"/>
                    <a:pt x="566738" y="162731"/>
                  </a:cubicBezTo>
                  <a:close/>
                  <a:moveTo>
                    <a:pt x="566738" y="528021"/>
                  </a:moveTo>
                  <a:cubicBezTo>
                    <a:pt x="556578" y="527983"/>
                    <a:pt x="548387" y="536164"/>
                    <a:pt x="548323" y="546285"/>
                  </a:cubicBezTo>
                  <a:cubicBezTo>
                    <a:pt x="548260" y="556407"/>
                    <a:pt x="556451" y="564638"/>
                    <a:pt x="566611" y="564676"/>
                  </a:cubicBezTo>
                  <a:cubicBezTo>
                    <a:pt x="576771" y="564714"/>
                    <a:pt x="584962" y="556533"/>
                    <a:pt x="585026" y="546412"/>
                  </a:cubicBezTo>
                  <a:cubicBezTo>
                    <a:pt x="585026" y="546367"/>
                    <a:pt x="585026" y="546330"/>
                    <a:pt x="585026" y="546285"/>
                  </a:cubicBezTo>
                  <a:cubicBezTo>
                    <a:pt x="585026" y="536195"/>
                    <a:pt x="576835" y="528021"/>
                    <a:pt x="566738" y="528021"/>
                  </a:cubicBezTo>
                  <a:close/>
                  <a:moveTo>
                    <a:pt x="566738" y="254054"/>
                  </a:moveTo>
                  <a:cubicBezTo>
                    <a:pt x="556641" y="254054"/>
                    <a:pt x="548450" y="262228"/>
                    <a:pt x="548450" y="272318"/>
                  </a:cubicBezTo>
                  <a:cubicBezTo>
                    <a:pt x="548450" y="282408"/>
                    <a:pt x="556641" y="290583"/>
                    <a:pt x="566738" y="290583"/>
                  </a:cubicBezTo>
                  <a:cubicBezTo>
                    <a:pt x="576835" y="290583"/>
                    <a:pt x="585026" y="282408"/>
                    <a:pt x="585026" y="272318"/>
                  </a:cubicBezTo>
                  <a:cubicBezTo>
                    <a:pt x="584899" y="262304"/>
                    <a:pt x="576771" y="254244"/>
                    <a:pt x="566738" y="254244"/>
                  </a:cubicBezTo>
                  <a:close/>
                  <a:moveTo>
                    <a:pt x="566738" y="345376"/>
                  </a:moveTo>
                  <a:cubicBezTo>
                    <a:pt x="556641" y="345376"/>
                    <a:pt x="548450" y="353551"/>
                    <a:pt x="548450" y="363640"/>
                  </a:cubicBezTo>
                  <a:cubicBezTo>
                    <a:pt x="548450" y="373730"/>
                    <a:pt x="556641" y="381905"/>
                    <a:pt x="566738" y="381905"/>
                  </a:cubicBezTo>
                  <a:cubicBezTo>
                    <a:pt x="576835" y="381905"/>
                    <a:pt x="585026" y="373730"/>
                    <a:pt x="585026" y="363640"/>
                  </a:cubicBezTo>
                  <a:cubicBezTo>
                    <a:pt x="585026" y="353551"/>
                    <a:pt x="576835" y="345376"/>
                    <a:pt x="566738" y="345376"/>
                  </a:cubicBezTo>
                  <a:close/>
                  <a:moveTo>
                    <a:pt x="566738" y="436698"/>
                  </a:moveTo>
                  <a:cubicBezTo>
                    <a:pt x="556641" y="436698"/>
                    <a:pt x="548450" y="444873"/>
                    <a:pt x="548450" y="454963"/>
                  </a:cubicBezTo>
                  <a:cubicBezTo>
                    <a:pt x="548450" y="465053"/>
                    <a:pt x="556641" y="473227"/>
                    <a:pt x="566738" y="473227"/>
                  </a:cubicBezTo>
                  <a:cubicBezTo>
                    <a:pt x="576835" y="473227"/>
                    <a:pt x="585026" y="465053"/>
                    <a:pt x="585026" y="454963"/>
                  </a:cubicBezTo>
                  <a:cubicBezTo>
                    <a:pt x="585026" y="444873"/>
                    <a:pt x="576835" y="436698"/>
                    <a:pt x="566738" y="436698"/>
                  </a:cubicBezTo>
                  <a:close/>
                  <a:moveTo>
                    <a:pt x="338138" y="299715"/>
                  </a:moveTo>
                  <a:cubicBezTo>
                    <a:pt x="328041" y="299715"/>
                    <a:pt x="319849" y="307890"/>
                    <a:pt x="319849" y="317979"/>
                  </a:cubicBezTo>
                  <a:cubicBezTo>
                    <a:pt x="319849" y="328069"/>
                    <a:pt x="328041" y="336244"/>
                    <a:pt x="338138" y="336244"/>
                  </a:cubicBezTo>
                  <a:cubicBezTo>
                    <a:pt x="348235" y="336244"/>
                    <a:pt x="356426" y="328069"/>
                    <a:pt x="356426" y="317979"/>
                  </a:cubicBezTo>
                  <a:cubicBezTo>
                    <a:pt x="356426" y="307890"/>
                    <a:pt x="348235" y="299715"/>
                    <a:pt x="338138" y="299715"/>
                  </a:cubicBezTo>
                  <a:close/>
                  <a:moveTo>
                    <a:pt x="292418" y="16616"/>
                  </a:moveTo>
                  <a:cubicBezTo>
                    <a:pt x="301879" y="16590"/>
                    <a:pt x="309753" y="9392"/>
                    <a:pt x="310579" y="0"/>
                  </a:cubicBezTo>
                  <a:lnTo>
                    <a:pt x="274193" y="0"/>
                  </a:lnTo>
                  <a:cubicBezTo>
                    <a:pt x="275019" y="9443"/>
                    <a:pt x="282956" y="16679"/>
                    <a:pt x="292418" y="16616"/>
                  </a:cubicBezTo>
                  <a:close/>
                  <a:moveTo>
                    <a:pt x="200978" y="16616"/>
                  </a:moveTo>
                  <a:cubicBezTo>
                    <a:pt x="210439" y="16590"/>
                    <a:pt x="218313" y="9392"/>
                    <a:pt x="219139" y="0"/>
                  </a:cubicBezTo>
                  <a:lnTo>
                    <a:pt x="182880" y="0"/>
                  </a:lnTo>
                  <a:cubicBezTo>
                    <a:pt x="183642" y="9392"/>
                    <a:pt x="191516" y="16616"/>
                    <a:pt x="200978" y="16616"/>
                  </a:cubicBezTo>
                  <a:close/>
                  <a:moveTo>
                    <a:pt x="109538" y="16616"/>
                  </a:moveTo>
                  <a:cubicBezTo>
                    <a:pt x="119000" y="16590"/>
                    <a:pt x="126874" y="9392"/>
                    <a:pt x="127699" y="0"/>
                  </a:cubicBezTo>
                  <a:lnTo>
                    <a:pt x="91440" y="0"/>
                  </a:lnTo>
                  <a:cubicBezTo>
                    <a:pt x="92266" y="9380"/>
                    <a:pt x="100140" y="16584"/>
                    <a:pt x="109538" y="16616"/>
                  </a:cubicBezTo>
                  <a:close/>
                  <a:moveTo>
                    <a:pt x="383858" y="16616"/>
                  </a:moveTo>
                  <a:cubicBezTo>
                    <a:pt x="393319" y="16590"/>
                    <a:pt x="401193" y="9392"/>
                    <a:pt x="402019" y="0"/>
                  </a:cubicBezTo>
                  <a:lnTo>
                    <a:pt x="365761" y="0"/>
                  </a:lnTo>
                  <a:cubicBezTo>
                    <a:pt x="366523" y="9392"/>
                    <a:pt x="374397" y="16616"/>
                    <a:pt x="383858" y="16616"/>
                  </a:cubicBezTo>
                  <a:close/>
                  <a:moveTo>
                    <a:pt x="63818" y="25748"/>
                  </a:moveTo>
                  <a:cubicBezTo>
                    <a:pt x="53722" y="25748"/>
                    <a:pt x="45530" y="33922"/>
                    <a:pt x="45530" y="44012"/>
                  </a:cubicBezTo>
                  <a:cubicBezTo>
                    <a:pt x="45530" y="54102"/>
                    <a:pt x="53722" y="62277"/>
                    <a:pt x="63818" y="62277"/>
                  </a:cubicBezTo>
                  <a:cubicBezTo>
                    <a:pt x="73914" y="62277"/>
                    <a:pt x="82106" y="54102"/>
                    <a:pt x="82106" y="44012"/>
                  </a:cubicBezTo>
                  <a:cubicBezTo>
                    <a:pt x="81979" y="33998"/>
                    <a:pt x="73851" y="25938"/>
                    <a:pt x="63818" y="25938"/>
                  </a:cubicBezTo>
                  <a:close/>
                  <a:moveTo>
                    <a:pt x="63818" y="117070"/>
                  </a:moveTo>
                  <a:cubicBezTo>
                    <a:pt x="57341" y="117121"/>
                    <a:pt x="51436" y="120539"/>
                    <a:pt x="48133" y="126076"/>
                  </a:cubicBezTo>
                  <a:lnTo>
                    <a:pt x="65913" y="153409"/>
                  </a:lnTo>
                  <a:cubicBezTo>
                    <a:pt x="75947" y="152699"/>
                    <a:pt x="83503" y="143991"/>
                    <a:pt x="82804" y="133965"/>
                  </a:cubicBezTo>
                  <a:cubicBezTo>
                    <a:pt x="82106" y="124129"/>
                    <a:pt x="73661" y="116633"/>
                    <a:pt x="63818" y="117070"/>
                  </a:cubicBezTo>
                  <a:close/>
                  <a:moveTo>
                    <a:pt x="475298" y="16616"/>
                  </a:moveTo>
                  <a:cubicBezTo>
                    <a:pt x="484760" y="16590"/>
                    <a:pt x="492634" y="9392"/>
                    <a:pt x="493459" y="0"/>
                  </a:cubicBezTo>
                  <a:lnTo>
                    <a:pt x="457200" y="0"/>
                  </a:lnTo>
                  <a:cubicBezTo>
                    <a:pt x="457962" y="9392"/>
                    <a:pt x="465837" y="16616"/>
                    <a:pt x="475298" y="16616"/>
                  </a:cubicBezTo>
                  <a:close/>
                  <a:moveTo>
                    <a:pt x="18098" y="71409"/>
                  </a:moveTo>
                  <a:cubicBezTo>
                    <a:pt x="16511" y="71447"/>
                    <a:pt x="14923" y="71682"/>
                    <a:pt x="13399" y="72107"/>
                  </a:cubicBezTo>
                  <a:cubicBezTo>
                    <a:pt x="19749" y="81746"/>
                    <a:pt x="26099" y="91513"/>
                    <a:pt x="32449" y="101279"/>
                  </a:cubicBezTo>
                  <a:cubicBezTo>
                    <a:pt x="35179" y="98038"/>
                    <a:pt x="36703" y="93922"/>
                    <a:pt x="36703" y="89673"/>
                  </a:cubicBezTo>
                  <a:cubicBezTo>
                    <a:pt x="36703" y="79584"/>
                    <a:pt x="28512" y="71409"/>
                    <a:pt x="18415" y="71409"/>
                  </a:cubicBezTo>
                  <a:cubicBezTo>
                    <a:pt x="18288" y="71409"/>
                    <a:pt x="18224" y="71409"/>
                    <a:pt x="18098" y="71409"/>
                  </a:cubicBezTo>
                  <a:close/>
                  <a:moveTo>
                    <a:pt x="36259" y="0"/>
                  </a:moveTo>
                  <a:lnTo>
                    <a:pt x="0" y="0"/>
                  </a:lnTo>
                  <a:cubicBezTo>
                    <a:pt x="1016" y="10001"/>
                    <a:pt x="9970" y="17275"/>
                    <a:pt x="20003" y="16248"/>
                  </a:cubicBezTo>
                  <a:cubicBezTo>
                    <a:pt x="28575" y="15366"/>
                    <a:pt x="35370" y="8580"/>
                    <a:pt x="36259" y="0"/>
                  </a:cubicBezTo>
                  <a:close/>
                  <a:moveTo>
                    <a:pt x="1115378" y="16616"/>
                  </a:moveTo>
                  <a:cubicBezTo>
                    <a:pt x="1124839" y="16616"/>
                    <a:pt x="1132713" y="9392"/>
                    <a:pt x="1133475" y="0"/>
                  </a:cubicBezTo>
                  <a:lnTo>
                    <a:pt x="1097280" y="0"/>
                  </a:lnTo>
                  <a:cubicBezTo>
                    <a:pt x="1098042" y="9392"/>
                    <a:pt x="1105916" y="16616"/>
                    <a:pt x="1115378" y="16616"/>
                  </a:cubicBezTo>
                  <a:close/>
                  <a:moveTo>
                    <a:pt x="1023938" y="16616"/>
                  </a:moveTo>
                  <a:cubicBezTo>
                    <a:pt x="1033400" y="16616"/>
                    <a:pt x="1041274" y="9392"/>
                    <a:pt x="1042036" y="0"/>
                  </a:cubicBezTo>
                  <a:lnTo>
                    <a:pt x="1005840" y="0"/>
                  </a:lnTo>
                  <a:cubicBezTo>
                    <a:pt x="1006602" y="9392"/>
                    <a:pt x="1014476" y="16616"/>
                    <a:pt x="1023938" y="16616"/>
                  </a:cubicBezTo>
                  <a:close/>
                  <a:moveTo>
                    <a:pt x="932498" y="16616"/>
                  </a:moveTo>
                  <a:cubicBezTo>
                    <a:pt x="941960" y="16616"/>
                    <a:pt x="949834" y="9392"/>
                    <a:pt x="950595" y="0"/>
                  </a:cubicBezTo>
                  <a:lnTo>
                    <a:pt x="914400" y="0"/>
                  </a:lnTo>
                  <a:cubicBezTo>
                    <a:pt x="915162" y="9392"/>
                    <a:pt x="923037" y="16616"/>
                    <a:pt x="932498" y="16616"/>
                  </a:cubicBezTo>
                  <a:close/>
                  <a:moveTo>
                    <a:pt x="109538" y="162478"/>
                  </a:moveTo>
                  <a:cubicBezTo>
                    <a:pt x="99441" y="162478"/>
                    <a:pt x="91249" y="170652"/>
                    <a:pt x="91249" y="180742"/>
                  </a:cubicBezTo>
                  <a:cubicBezTo>
                    <a:pt x="91249" y="190832"/>
                    <a:pt x="99441" y="199007"/>
                    <a:pt x="109538" y="199007"/>
                  </a:cubicBezTo>
                  <a:cubicBezTo>
                    <a:pt x="119635" y="199007"/>
                    <a:pt x="127826" y="190832"/>
                    <a:pt x="127826" y="180742"/>
                  </a:cubicBezTo>
                  <a:cubicBezTo>
                    <a:pt x="127699" y="170754"/>
                    <a:pt x="119571" y="162731"/>
                    <a:pt x="109538" y="162731"/>
                  </a:cubicBezTo>
                  <a:close/>
                  <a:moveTo>
                    <a:pt x="566738" y="16616"/>
                  </a:moveTo>
                  <a:cubicBezTo>
                    <a:pt x="576200" y="16590"/>
                    <a:pt x="584074" y="9392"/>
                    <a:pt x="584899" y="0"/>
                  </a:cubicBezTo>
                  <a:lnTo>
                    <a:pt x="548640" y="0"/>
                  </a:lnTo>
                  <a:cubicBezTo>
                    <a:pt x="549402" y="9392"/>
                    <a:pt x="557276" y="16616"/>
                    <a:pt x="566738" y="16616"/>
                  </a:cubicBezTo>
                  <a:close/>
                  <a:moveTo>
                    <a:pt x="1206818" y="16616"/>
                  </a:moveTo>
                  <a:cubicBezTo>
                    <a:pt x="1216279" y="16616"/>
                    <a:pt x="1224153" y="9392"/>
                    <a:pt x="1224915" y="0"/>
                  </a:cubicBezTo>
                  <a:lnTo>
                    <a:pt x="1188593" y="0"/>
                  </a:lnTo>
                  <a:cubicBezTo>
                    <a:pt x="1189419" y="9443"/>
                    <a:pt x="1197356" y="16679"/>
                    <a:pt x="1206818" y="16616"/>
                  </a:cubicBezTo>
                  <a:close/>
                  <a:moveTo>
                    <a:pt x="841058" y="16616"/>
                  </a:moveTo>
                  <a:cubicBezTo>
                    <a:pt x="850519" y="16616"/>
                    <a:pt x="858393" y="9392"/>
                    <a:pt x="859155" y="0"/>
                  </a:cubicBezTo>
                  <a:lnTo>
                    <a:pt x="822961" y="0"/>
                  </a:lnTo>
                  <a:cubicBezTo>
                    <a:pt x="823723" y="9392"/>
                    <a:pt x="831597" y="16616"/>
                    <a:pt x="841058" y="16616"/>
                  </a:cubicBezTo>
                  <a:close/>
                  <a:moveTo>
                    <a:pt x="658178" y="16616"/>
                  </a:moveTo>
                  <a:cubicBezTo>
                    <a:pt x="667639" y="16590"/>
                    <a:pt x="675513" y="9392"/>
                    <a:pt x="676339" y="0"/>
                  </a:cubicBezTo>
                  <a:lnTo>
                    <a:pt x="640080" y="0"/>
                  </a:lnTo>
                  <a:cubicBezTo>
                    <a:pt x="640842" y="9392"/>
                    <a:pt x="648716" y="16616"/>
                    <a:pt x="658178" y="16616"/>
                  </a:cubicBezTo>
                  <a:close/>
                  <a:moveTo>
                    <a:pt x="749618" y="16616"/>
                  </a:moveTo>
                  <a:cubicBezTo>
                    <a:pt x="759079" y="16616"/>
                    <a:pt x="766953" y="9392"/>
                    <a:pt x="767715" y="0"/>
                  </a:cubicBezTo>
                  <a:lnTo>
                    <a:pt x="731393" y="0"/>
                  </a:lnTo>
                  <a:cubicBezTo>
                    <a:pt x="732219" y="9443"/>
                    <a:pt x="740156" y="16679"/>
                    <a:pt x="749618" y="16616"/>
                  </a:cubicBezTo>
                  <a:close/>
                  <a:moveTo>
                    <a:pt x="200978" y="71409"/>
                  </a:moveTo>
                  <a:cubicBezTo>
                    <a:pt x="190881" y="71409"/>
                    <a:pt x="182690" y="79584"/>
                    <a:pt x="182690" y="89673"/>
                  </a:cubicBezTo>
                  <a:cubicBezTo>
                    <a:pt x="182690" y="99763"/>
                    <a:pt x="190881" y="107938"/>
                    <a:pt x="200978" y="107938"/>
                  </a:cubicBezTo>
                  <a:cubicBezTo>
                    <a:pt x="211075" y="107938"/>
                    <a:pt x="219266" y="99763"/>
                    <a:pt x="219266" y="89673"/>
                  </a:cubicBezTo>
                  <a:cubicBezTo>
                    <a:pt x="219266" y="79584"/>
                    <a:pt x="211075" y="71409"/>
                    <a:pt x="200978" y="71409"/>
                  </a:cubicBezTo>
                  <a:close/>
                  <a:moveTo>
                    <a:pt x="292418" y="162731"/>
                  </a:moveTo>
                  <a:cubicBezTo>
                    <a:pt x="282322" y="162731"/>
                    <a:pt x="274130" y="170906"/>
                    <a:pt x="274130" y="180996"/>
                  </a:cubicBezTo>
                  <a:cubicBezTo>
                    <a:pt x="274130" y="191086"/>
                    <a:pt x="282322" y="199260"/>
                    <a:pt x="292418" y="199260"/>
                  </a:cubicBezTo>
                  <a:cubicBezTo>
                    <a:pt x="302514" y="199260"/>
                    <a:pt x="310706" y="191086"/>
                    <a:pt x="310706" y="180996"/>
                  </a:cubicBezTo>
                  <a:cubicBezTo>
                    <a:pt x="310706" y="170906"/>
                    <a:pt x="302514" y="162731"/>
                    <a:pt x="292418" y="162731"/>
                  </a:cubicBezTo>
                  <a:close/>
                  <a:moveTo>
                    <a:pt x="292418" y="71409"/>
                  </a:moveTo>
                  <a:cubicBezTo>
                    <a:pt x="282322" y="71409"/>
                    <a:pt x="274130" y="79584"/>
                    <a:pt x="274130" y="89673"/>
                  </a:cubicBezTo>
                  <a:cubicBezTo>
                    <a:pt x="274130" y="99763"/>
                    <a:pt x="282322" y="107938"/>
                    <a:pt x="292418" y="107938"/>
                  </a:cubicBezTo>
                  <a:cubicBezTo>
                    <a:pt x="302514" y="107938"/>
                    <a:pt x="310706" y="99763"/>
                    <a:pt x="310706" y="89673"/>
                  </a:cubicBezTo>
                  <a:cubicBezTo>
                    <a:pt x="310706" y="79584"/>
                    <a:pt x="302514" y="71409"/>
                    <a:pt x="292418" y="71409"/>
                  </a:cubicBezTo>
                  <a:close/>
                  <a:moveTo>
                    <a:pt x="292418" y="254054"/>
                  </a:moveTo>
                  <a:cubicBezTo>
                    <a:pt x="282322" y="254054"/>
                    <a:pt x="274130" y="262228"/>
                    <a:pt x="274130" y="272318"/>
                  </a:cubicBezTo>
                  <a:cubicBezTo>
                    <a:pt x="274130" y="282408"/>
                    <a:pt x="282322" y="290583"/>
                    <a:pt x="292418" y="290583"/>
                  </a:cubicBezTo>
                  <a:cubicBezTo>
                    <a:pt x="302514" y="290583"/>
                    <a:pt x="310706" y="282408"/>
                    <a:pt x="310706" y="272318"/>
                  </a:cubicBezTo>
                  <a:cubicBezTo>
                    <a:pt x="310579" y="262304"/>
                    <a:pt x="302451" y="254244"/>
                    <a:pt x="292418" y="254244"/>
                  </a:cubicBezTo>
                  <a:close/>
                  <a:moveTo>
                    <a:pt x="292418" y="345376"/>
                  </a:moveTo>
                  <a:cubicBezTo>
                    <a:pt x="282322" y="345376"/>
                    <a:pt x="274130" y="353551"/>
                    <a:pt x="274130" y="363640"/>
                  </a:cubicBezTo>
                  <a:cubicBezTo>
                    <a:pt x="274130" y="373730"/>
                    <a:pt x="282322" y="381905"/>
                    <a:pt x="292418" y="381905"/>
                  </a:cubicBezTo>
                  <a:cubicBezTo>
                    <a:pt x="302514" y="381905"/>
                    <a:pt x="310706" y="373730"/>
                    <a:pt x="310706" y="363640"/>
                  </a:cubicBezTo>
                  <a:cubicBezTo>
                    <a:pt x="310706" y="353551"/>
                    <a:pt x="302514" y="345376"/>
                    <a:pt x="292418" y="345376"/>
                  </a:cubicBezTo>
                  <a:close/>
                  <a:moveTo>
                    <a:pt x="338138" y="208392"/>
                  </a:moveTo>
                  <a:cubicBezTo>
                    <a:pt x="328041" y="208392"/>
                    <a:pt x="319849" y="216567"/>
                    <a:pt x="319849" y="226657"/>
                  </a:cubicBezTo>
                  <a:cubicBezTo>
                    <a:pt x="319849" y="236747"/>
                    <a:pt x="328041" y="244921"/>
                    <a:pt x="338138" y="244921"/>
                  </a:cubicBezTo>
                  <a:cubicBezTo>
                    <a:pt x="348235" y="244921"/>
                    <a:pt x="356426" y="236747"/>
                    <a:pt x="356426" y="226657"/>
                  </a:cubicBezTo>
                  <a:cubicBezTo>
                    <a:pt x="356426" y="216567"/>
                    <a:pt x="348235" y="208392"/>
                    <a:pt x="338138" y="208392"/>
                  </a:cubicBezTo>
                  <a:close/>
                  <a:moveTo>
                    <a:pt x="109538" y="71409"/>
                  </a:moveTo>
                  <a:cubicBezTo>
                    <a:pt x="99441" y="71409"/>
                    <a:pt x="91249" y="79584"/>
                    <a:pt x="91249" y="89673"/>
                  </a:cubicBezTo>
                  <a:cubicBezTo>
                    <a:pt x="91249" y="99763"/>
                    <a:pt x="99441" y="107938"/>
                    <a:pt x="109538" y="107938"/>
                  </a:cubicBezTo>
                  <a:cubicBezTo>
                    <a:pt x="119635" y="107938"/>
                    <a:pt x="127826" y="99763"/>
                    <a:pt x="127826" y="89673"/>
                  </a:cubicBezTo>
                  <a:cubicBezTo>
                    <a:pt x="127826" y="79584"/>
                    <a:pt x="119635" y="71409"/>
                    <a:pt x="109538" y="71409"/>
                  </a:cubicBezTo>
                  <a:close/>
                  <a:moveTo>
                    <a:pt x="246698" y="25748"/>
                  </a:moveTo>
                  <a:cubicBezTo>
                    <a:pt x="236601" y="25748"/>
                    <a:pt x="228410" y="33922"/>
                    <a:pt x="228410" y="44012"/>
                  </a:cubicBezTo>
                  <a:cubicBezTo>
                    <a:pt x="228410" y="54102"/>
                    <a:pt x="236601" y="62277"/>
                    <a:pt x="246698" y="62277"/>
                  </a:cubicBezTo>
                  <a:cubicBezTo>
                    <a:pt x="256794" y="62277"/>
                    <a:pt x="264986" y="54102"/>
                    <a:pt x="264986" y="44012"/>
                  </a:cubicBezTo>
                  <a:cubicBezTo>
                    <a:pt x="264859" y="33998"/>
                    <a:pt x="256731" y="25938"/>
                    <a:pt x="246698" y="25938"/>
                  </a:cubicBezTo>
                  <a:close/>
                  <a:moveTo>
                    <a:pt x="338138" y="117070"/>
                  </a:moveTo>
                  <a:cubicBezTo>
                    <a:pt x="328041" y="117070"/>
                    <a:pt x="319849" y="125245"/>
                    <a:pt x="319849" y="135335"/>
                  </a:cubicBezTo>
                  <a:cubicBezTo>
                    <a:pt x="319849" y="145424"/>
                    <a:pt x="328041" y="153599"/>
                    <a:pt x="338138" y="153599"/>
                  </a:cubicBezTo>
                  <a:cubicBezTo>
                    <a:pt x="348235" y="153599"/>
                    <a:pt x="356426" y="145424"/>
                    <a:pt x="356426" y="135335"/>
                  </a:cubicBezTo>
                  <a:cubicBezTo>
                    <a:pt x="356426" y="125245"/>
                    <a:pt x="348235" y="117070"/>
                    <a:pt x="338138" y="117070"/>
                  </a:cubicBezTo>
                  <a:close/>
                  <a:moveTo>
                    <a:pt x="658178" y="528021"/>
                  </a:moveTo>
                  <a:cubicBezTo>
                    <a:pt x="648018" y="527983"/>
                    <a:pt x="639826" y="536164"/>
                    <a:pt x="639763" y="546285"/>
                  </a:cubicBezTo>
                  <a:cubicBezTo>
                    <a:pt x="639700" y="556407"/>
                    <a:pt x="647891" y="564638"/>
                    <a:pt x="658051" y="564676"/>
                  </a:cubicBezTo>
                  <a:cubicBezTo>
                    <a:pt x="668211" y="564714"/>
                    <a:pt x="676402" y="556533"/>
                    <a:pt x="676466" y="546412"/>
                  </a:cubicBezTo>
                  <a:cubicBezTo>
                    <a:pt x="676466" y="546367"/>
                    <a:pt x="676466" y="546330"/>
                    <a:pt x="676466" y="546285"/>
                  </a:cubicBezTo>
                  <a:cubicBezTo>
                    <a:pt x="676466" y="536195"/>
                    <a:pt x="668275" y="528021"/>
                    <a:pt x="658178" y="528021"/>
                  </a:cubicBezTo>
                  <a:close/>
                  <a:moveTo>
                    <a:pt x="338138" y="391037"/>
                  </a:moveTo>
                  <a:cubicBezTo>
                    <a:pt x="328041" y="391037"/>
                    <a:pt x="319849" y="399212"/>
                    <a:pt x="319849" y="409302"/>
                  </a:cubicBezTo>
                  <a:cubicBezTo>
                    <a:pt x="319849" y="419391"/>
                    <a:pt x="328041" y="427566"/>
                    <a:pt x="338138" y="427566"/>
                  </a:cubicBezTo>
                  <a:cubicBezTo>
                    <a:pt x="348235" y="427566"/>
                    <a:pt x="356426" y="419391"/>
                    <a:pt x="356426" y="409302"/>
                  </a:cubicBezTo>
                  <a:cubicBezTo>
                    <a:pt x="356426" y="399212"/>
                    <a:pt x="348235" y="391037"/>
                    <a:pt x="338138" y="391037"/>
                  </a:cubicBezTo>
                  <a:close/>
                  <a:moveTo>
                    <a:pt x="155258" y="25748"/>
                  </a:moveTo>
                  <a:cubicBezTo>
                    <a:pt x="145162" y="25748"/>
                    <a:pt x="136970" y="33922"/>
                    <a:pt x="136970" y="44012"/>
                  </a:cubicBezTo>
                  <a:cubicBezTo>
                    <a:pt x="136970" y="54102"/>
                    <a:pt x="145162" y="62277"/>
                    <a:pt x="155258" y="62277"/>
                  </a:cubicBezTo>
                  <a:cubicBezTo>
                    <a:pt x="165354" y="62277"/>
                    <a:pt x="173546" y="54102"/>
                    <a:pt x="173546" y="44012"/>
                  </a:cubicBezTo>
                  <a:cubicBezTo>
                    <a:pt x="173419" y="33998"/>
                    <a:pt x="165291" y="25938"/>
                    <a:pt x="155258" y="25938"/>
                  </a:cubicBezTo>
                  <a:close/>
                  <a:moveTo>
                    <a:pt x="155258" y="117070"/>
                  </a:moveTo>
                  <a:cubicBezTo>
                    <a:pt x="145162" y="117070"/>
                    <a:pt x="136970" y="125245"/>
                    <a:pt x="136970" y="135335"/>
                  </a:cubicBezTo>
                  <a:cubicBezTo>
                    <a:pt x="136970" y="145424"/>
                    <a:pt x="145162" y="153599"/>
                    <a:pt x="155258" y="153599"/>
                  </a:cubicBezTo>
                  <a:cubicBezTo>
                    <a:pt x="165354" y="153599"/>
                    <a:pt x="173546" y="145424"/>
                    <a:pt x="173546" y="135335"/>
                  </a:cubicBezTo>
                  <a:cubicBezTo>
                    <a:pt x="173546" y="125245"/>
                    <a:pt x="165354" y="117070"/>
                    <a:pt x="155258" y="117070"/>
                  </a:cubicBezTo>
                  <a:close/>
                  <a:moveTo>
                    <a:pt x="200978" y="254054"/>
                  </a:moveTo>
                  <a:cubicBezTo>
                    <a:pt x="190881" y="254054"/>
                    <a:pt x="182690" y="262228"/>
                    <a:pt x="182690" y="272318"/>
                  </a:cubicBezTo>
                  <a:cubicBezTo>
                    <a:pt x="182690" y="282408"/>
                    <a:pt x="190881" y="290583"/>
                    <a:pt x="200978" y="290583"/>
                  </a:cubicBezTo>
                  <a:cubicBezTo>
                    <a:pt x="211075" y="290583"/>
                    <a:pt x="219266" y="282408"/>
                    <a:pt x="219266" y="272318"/>
                  </a:cubicBezTo>
                  <a:cubicBezTo>
                    <a:pt x="219139" y="262304"/>
                    <a:pt x="211011" y="254244"/>
                    <a:pt x="200978" y="254244"/>
                  </a:cubicBezTo>
                  <a:close/>
                  <a:moveTo>
                    <a:pt x="155258" y="208392"/>
                  </a:moveTo>
                  <a:cubicBezTo>
                    <a:pt x="145162" y="208392"/>
                    <a:pt x="136970" y="216567"/>
                    <a:pt x="136970" y="226657"/>
                  </a:cubicBezTo>
                  <a:cubicBezTo>
                    <a:pt x="136970" y="236747"/>
                    <a:pt x="145162" y="244921"/>
                    <a:pt x="155258" y="244921"/>
                  </a:cubicBezTo>
                  <a:cubicBezTo>
                    <a:pt x="165354" y="244921"/>
                    <a:pt x="173546" y="236747"/>
                    <a:pt x="173546" y="226657"/>
                  </a:cubicBezTo>
                  <a:cubicBezTo>
                    <a:pt x="173546" y="216567"/>
                    <a:pt x="165354" y="208392"/>
                    <a:pt x="155258" y="208392"/>
                  </a:cubicBezTo>
                  <a:close/>
                  <a:moveTo>
                    <a:pt x="200978" y="162731"/>
                  </a:moveTo>
                  <a:cubicBezTo>
                    <a:pt x="190881" y="162731"/>
                    <a:pt x="182690" y="170906"/>
                    <a:pt x="182690" y="180996"/>
                  </a:cubicBezTo>
                  <a:cubicBezTo>
                    <a:pt x="182690" y="191086"/>
                    <a:pt x="190881" y="199260"/>
                    <a:pt x="200978" y="199260"/>
                  </a:cubicBezTo>
                  <a:cubicBezTo>
                    <a:pt x="211075" y="199260"/>
                    <a:pt x="219266" y="191086"/>
                    <a:pt x="219266" y="180996"/>
                  </a:cubicBezTo>
                  <a:cubicBezTo>
                    <a:pt x="219266" y="170906"/>
                    <a:pt x="211075" y="162731"/>
                    <a:pt x="200978" y="162731"/>
                  </a:cubicBezTo>
                  <a:close/>
                  <a:moveTo>
                    <a:pt x="246698" y="208392"/>
                  </a:moveTo>
                  <a:cubicBezTo>
                    <a:pt x="236601" y="208392"/>
                    <a:pt x="228410" y="216567"/>
                    <a:pt x="228410" y="226657"/>
                  </a:cubicBezTo>
                  <a:cubicBezTo>
                    <a:pt x="228410" y="236747"/>
                    <a:pt x="236601" y="244921"/>
                    <a:pt x="246698" y="244921"/>
                  </a:cubicBezTo>
                  <a:cubicBezTo>
                    <a:pt x="256794" y="244921"/>
                    <a:pt x="264986" y="236747"/>
                    <a:pt x="264986" y="226657"/>
                  </a:cubicBezTo>
                  <a:cubicBezTo>
                    <a:pt x="264986" y="216567"/>
                    <a:pt x="256794" y="208392"/>
                    <a:pt x="246698" y="208392"/>
                  </a:cubicBezTo>
                  <a:close/>
                  <a:moveTo>
                    <a:pt x="246698" y="299715"/>
                  </a:moveTo>
                  <a:cubicBezTo>
                    <a:pt x="236601" y="299715"/>
                    <a:pt x="228410" y="307890"/>
                    <a:pt x="228410" y="317979"/>
                  </a:cubicBezTo>
                  <a:cubicBezTo>
                    <a:pt x="228410" y="328069"/>
                    <a:pt x="236601" y="336244"/>
                    <a:pt x="246698" y="336244"/>
                  </a:cubicBezTo>
                  <a:cubicBezTo>
                    <a:pt x="256794" y="336244"/>
                    <a:pt x="264986" y="328069"/>
                    <a:pt x="264986" y="317979"/>
                  </a:cubicBezTo>
                  <a:cubicBezTo>
                    <a:pt x="264986" y="307890"/>
                    <a:pt x="256794" y="299715"/>
                    <a:pt x="246698" y="299715"/>
                  </a:cubicBezTo>
                  <a:close/>
                  <a:moveTo>
                    <a:pt x="338138" y="25748"/>
                  </a:moveTo>
                  <a:cubicBezTo>
                    <a:pt x="328041" y="25748"/>
                    <a:pt x="319849" y="33922"/>
                    <a:pt x="319849" y="44012"/>
                  </a:cubicBezTo>
                  <a:cubicBezTo>
                    <a:pt x="319849" y="54102"/>
                    <a:pt x="328041" y="62277"/>
                    <a:pt x="338138" y="62277"/>
                  </a:cubicBezTo>
                  <a:cubicBezTo>
                    <a:pt x="348235" y="62277"/>
                    <a:pt x="356426" y="54102"/>
                    <a:pt x="356426" y="44012"/>
                  </a:cubicBezTo>
                  <a:cubicBezTo>
                    <a:pt x="356299" y="33998"/>
                    <a:pt x="348171" y="25938"/>
                    <a:pt x="338138" y="25938"/>
                  </a:cubicBezTo>
                  <a:close/>
                  <a:moveTo>
                    <a:pt x="246698" y="117070"/>
                  </a:moveTo>
                  <a:cubicBezTo>
                    <a:pt x="236601" y="117070"/>
                    <a:pt x="228410" y="125245"/>
                    <a:pt x="228410" y="135335"/>
                  </a:cubicBezTo>
                  <a:cubicBezTo>
                    <a:pt x="228410" y="145424"/>
                    <a:pt x="236601" y="153599"/>
                    <a:pt x="246698" y="153599"/>
                  </a:cubicBezTo>
                  <a:cubicBezTo>
                    <a:pt x="256794" y="153599"/>
                    <a:pt x="264986" y="145424"/>
                    <a:pt x="264986" y="135335"/>
                  </a:cubicBezTo>
                  <a:cubicBezTo>
                    <a:pt x="264986" y="125245"/>
                    <a:pt x="256794" y="117070"/>
                    <a:pt x="246698" y="117070"/>
                  </a:cubicBezTo>
                  <a:close/>
                  <a:moveTo>
                    <a:pt x="1023938" y="345376"/>
                  </a:moveTo>
                  <a:cubicBezTo>
                    <a:pt x="1013841" y="345376"/>
                    <a:pt x="1005650" y="353551"/>
                    <a:pt x="1005650" y="363640"/>
                  </a:cubicBezTo>
                  <a:cubicBezTo>
                    <a:pt x="1005650" y="373730"/>
                    <a:pt x="1013841" y="381905"/>
                    <a:pt x="1023938" y="381905"/>
                  </a:cubicBezTo>
                  <a:cubicBezTo>
                    <a:pt x="1034035" y="381905"/>
                    <a:pt x="1042226" y="373730"/>
                    <a:pt x="1042226" y="363640"/>
                  </a:cubicBezTo>
                  <a:cubicBezTo>
                    <a:pt x="1042226" y="353551"/>
                    <a:pt x="1034035" y="345376"/>
                    <a:pt x="1023938" y="345376"/>
                  </a:cubicBezTo>
                  <a:close/>
                  <a:moveTo>
                    <a:pt x="978218" y="25748"/>
                  </a:moveTo>
                  <a:cubicBezTo>
                    <a:pt x="968122" y="25748"/>
                    <a:pt x="959930" y="33922"/>
                    <a:pt x="959930" y="44012"/>
                  </a:cubicBezTo>
                  <a:cubicBezTo>
                    <a:pt x="959930" y="54102"/>
                    <a:pt x="968122" y="62277"/>
                    <a:pt x="978218" y="62277"/>
                  </a:cubicBezTo>
                  <a:cubicBezTo>
                    <a:pt x="988314" y="62277"/>
                    <a:pt x="996506" y="54102"/>
                    <a:pt x="996506" y="44012"/>
                  </a:cubicBezTo>
                  <a:cubicBezTo>
                    <a:pt x="996379" y="33998"/>
                    <a:pt x="988251" y="25938"/>
                    <a:pt x="978218" y="25938"/>
                  </a:cubicBezTo>
                  <a:close/>
                  <a:moveTo>
                    <a:pt x="1023938" y="436698"/>
                  </a:moveTo>
                  <a:cubicBezTo>
                    <a:pt x="1013841" y="436698"/>
                    <a:pt x="1005650" y="444873"/>
                    <a:pt x="1005650" y="454963"/>
                  </a:cubicBezTo>
                  <a:cubicBezTo>
                    <a:pt x="1005650" y="465053"/>
                    <a:pt x="1013841" y="473227"/>
                    <a:pt x="1023938" y="473227"/>
                  </a:cubicBezTo>
                  <a:cubicBezTo>
                    <a:pt x="1034035" y="473227"/>
                    <a:pt x="1042226" y="465053"/>
                    <a:pt x="1042226" y="454963"/>
                  </a:cubicBezTo>
                  <a:cubicBezTo>
                    <a:pt x="1042226" y="444873"/>
                    <a:pt x="1034035" y="436698"/>
                    <a:pt x="1023938" y="436698"/>
                  </a:cubicBezTo>
                  <a:close/>
                  <a:moveTo>
                    <a:pt x="978218" y="117070"/>
                  </a:moveTo>
                  <a:cubicBezTo>
                    <a:pt x="968122" y="117070"/>
                    <a:pt x="959930" y="125245"/>
                    <a:pt x="959930" y="135335"/>
                  </a:cubicBezTo>
                  <a:cubicBezTo>
                    <a:pt x="959930" y="145424"/>
                    <a:pt x="968122" y="153599"/>
                    <a:pt x="978218" y="153599"/>
                  </a:cubicBezTo>
                  <a:cubicBezTo>
                    <a:pt x="988314" y="153599"/>
                    <a:pt x="996506" y="145424"/>
                    <a:pt x="996506" y="135335"/>
                  </a:cubicBezTo>
                  <a:cubicBezTo>
                    <a:pt x="996506" y="125245"/>
                    <a:pt x="988314" y="117070"/>
                    <a:pt x="978218" y="117070"/>
                  </a:cubicBezTo>
                  <a:close/>
                  <a:moveTo>
                    <a:pt x="1069658" y="391037"/>
                  </a:moveTo>
                  <a:cubicBezTo>
                    <a:pt x="1059562" y="391037"/>
                    <a:pt x="1051370" y="399212"/>
                    <a:pt x="1051370" y="409302"/>
                  </a:cubicBezTo>
                  <a:cubicBezTo>
                    <a:pt x="1051370" y="419391"/>
                    <a:pt x="1059562" y="427566"/>
                    <a:pt x="1069658" y="427566"/>
                  </a:cubicBezTo>
                  <a:cubicBezTo>
                    <a:pt x="1079754" y="427566"/>
                    <a:pt x="1087946" y="419391"/>
                    <a:pt x="1087946" y="409302"/>
                  </a:cubicBezTo>
                  <a:cubicBezTo>
                    <a:pt x="1087946" y="399212"/>
                    <a:pt x="1079754" y="391037"/>
                    <a:pt x="1069658" y="391037"/>
                  </a:cubicBezTo>
                  <a:close/>
                  <a:moveTo>
                    <a:pt x="1023938" y="254054"/>
                  </a:moveTo>
                  <a:cubicBezTo>
                    <a:pt x="1013841" y="254054"/>
                    <a:pt x="1005650" y="262228"/>
                    <a:pt x="1005650" y="272318"/>
                  </a:cubicBezTo>
                  <a:cubicBezTo>
                    <a:pt x="1005650" y="282408"/>
                    <a:pt x="1013841" y="290583"/>
                    <a:pt x="1023938" y="290583"/>
                  </a:cubicBezTo>
                  <a:cubicBezTo>
                    <a:pt x="1034035" y="290583"/>
                    <a:pt x="1042226" y="282408"/>
                    <a:pt x="1042226" y="272318"/>
                  </a:cubicBezTo>
                  <a:cubicBezTo>
                    <a:pt x="1042099" y="262304"/>
                    <a:pt x="1033971" y="254244"/>
                    <a:pt x="1023938" y="254244"/>
                  </a:cubicBezTo>
                  <a:close/>
                  <a:moveTo>
                    <a:pt x="1023938" y="71409"/>
                  </a:moveTo>
                  <a:cubicBezTo>
                    <a:pt x="1013841" y="71409"/>
                    <a:pt x="1005650" y="79584"/>
                    <a:pt x="1005650" y="89673"/>
                  </a:cubicBezTo>
                  <a:cubicBezTo>
                    <a:pt x="1005650" y="99763"/>
                    <a:pt x="1013841" y="107938"/>
                    <a:pt x="1023938" y="107938"/>
                  </a:cubicBezTo>
                  <a:cubicBezTo>
                    <a:pt x="1034035" y="107938"/>
                    <a:pt x="1042226" y="99763"/>
                    <a:pt x="1042226" y="89673"/>
                  </a:cubicBezTo>
                  <a:cubicBezTo>
                    <a:pt x="1042226" y="79584"/>
                    <a:pt x="1034035" y="71409"/>
                    <a:pt x="1023938" y="71409"/>
                  </a:cubicBezTo>
                  <a:close/>
                  <a:moveTo>
                    <a:pt x="978218" y="208392"/>
                  </a:moveTo>
                  <a:cubicBezTo>
                    <a:pt x="968122" y="208392"/>
                    <a:pt x="959930" y="216567"/>
                    <a:pt x="959930" y="226657"/>
                  </a:cubicBezTo>
                  <a:cubicBezTo>
                    <a:pt x="959930" y="236747"/>
                    <a:pt x="968122" y="244921"/>
                    <a:pt x="978218" y="244921"/>
                  </a:cubicBezTo>
                  <a:cubicBezTo>
                    <a:pt x="988314" y="244921"/>
                    <a:pt x="996506" y="236747"/>
                    <a:pt x="996506" y="226657"/>
                  </a:cubicBezTo>
                  <a:cubicBezTo>
                    <a:pt x="996506" y="216567"/>
                    <a:pt x="988314" y="208392"/>
                    <a:pt x="978218" y="208392"/>
                  </a:cubicBezTo>
                  <a:close/>
                  <a:moveTo>
                    <a:pt x="1023938" y="162731"/>
                  </a:moveTo>
                  <a:cubicBezTo>
                    <a:pt x="1013841" y="162731"/>
                    <a:pt x="1005650" y="170906"/>
                    <a:pt x="1005650" y="180996"/>
                  </a:cubicBezTo>
                  <a:cubicBezTo>
                    <a:pt x="1005650" y="191086"/>
                    <a:pt x="1013841" y="199260"/>
                    <a:pt x="1023938" y="199260"/>
                  </a:cubicBezTo>
                  <a:cubicBezTo>
                    <a:pt x="1034035" y="199260"/>
                    <a:pt x="1042226" y="191086"/>
                    <a:pt x="1042226" y="180996"/>
                  </a:cubicBezTo>
                  <a:cubicBezTo>
                    <a:pt x="1042226" y="170906"/>
                    <a:pt x="1034035" y="162731"/>
                    <a:pt x="1023938" y="162731"/>
                  </a:cubicBezTo>
                  <a:close/>
                  <a:moveTo>
                    <a:pt x="932498" y="528021"/>
                  </a:moveTo>
                  <a:cubicBezTo>
                    <a:pt x="922338" y="527983"/>
                    <a:pt x="914147" y="536164"/>
                    <a:pt x="914083" y="546285"/>
                  </a:cubicBezTo>
                  <a:cubicBezTo>
                    <a:pt x="914019" y="556407"/>
                    <a:pt x="922211" y="564638"/>
                    <a:pt x="932371" y="564676"/>
                  </a:cubicBezTo>
                  <a:cubicBezTo>
                    <a:pt x="942531" y="564714"/>
                    <a:pt x="950723" y="556533"/>
                    <a:pt x="950786" y="546412"/>
                  </a:cubicBezTo>
                  <a:cubicBezTo>
                    <a:pt x="950786" y="546367"/>
                    <a:pt x="950786" y="546330"/>
                    <a:pt x="950786" y="546285"/>
                  </a:cubicBezTo>
                  <a:cubicBezTo>
                    <a:pt x="950786" y="536195"/>
                    <a:pt x="942594" y="528021"/>
                    <a:pt x="932498" y="528021"/>
                  </a:cubicBezTo>
                  <a:close/>
                  <a:moveTo>
                    <a:pt x="932498" y="436698"/>
                  </a:moveTo>
                  <a:cubicBezTo>
                    <a:pt x="922401" y="436698"/>
                    <a:pt x="914210" y="444873"/>
                    <a:pt x="914210" y="454963"/>
                  </a:cubicBezTo>
                  <a:cubicBezTo>
                    <a:pt x="914210" y="465053"/>
                    <a:pt x="922401" y="473227"/>
                    <a:pt x="932498" y="473227"/>
                  </a:cubicBezTo>
                  <a:cubicBezTo>
                    <a:pt x="942594" y="473227"/>
                    <a:pt x="950786" y="465053"/>
                    <a:pt x="950786" y="454963"/>
                  </a:cubicBezTo>
                  <a:cubicBezTo>
                    <a:pt x="950786" y="444873"/>
                    <a:pt x="942594" y="436698"/>
                    <a:pt x="932498" y="436698"/>
                  </a:cubicBezTo>
                  <a:close/>
                  <a:moveTo>
                    <a:pt x="932498" y="345376"/>
                  </a:moveTo>
                  <a:cubicBezTo>
                    <a:pt x="922401" y="345376"/>
                    <a:pt x="914210" y="353551"/>
                    <a:pt x="914210" y="363640"/>
                  </a:cubicBezTo>
                  <a:cubicBezTo>
                    <a:pt x="914210" y="373730"/>
                    <a:pt x="922401" y="381905"/>
                    <a:pt x="932498" y="381905"/>
                  </a:cubicBezTo>
                  <a:cubicBezTo>
                    <a:pt x="942594" y="381905"/>
                    <a:pt x="950786" y="373730"/>
                    <a:pt x="950786" y="363640"/>
                  </a:cubicBezTo>
                  <a:cubicBezTo>
                    <a:pt x="950786" y="353551"/>
                    <a:pt x="942594" y="345376"/>
                    <a:pt x="932498" y="345376"/>
                  </a:cubicBezTo>
                  <a:close/>
                  <a:moveTo>
                    <a:pt x="1069658" y="299715"/>
                  </a:moveTo>
                  <a:cubicBezTo>
                    <a:pt x="1059562" y="299715"/>
                    <a:pt x="1051370" y="307890"/>
                    <a:pt x="1051370" y="317979"/>
                  </a:cubicBezTo>
                  <a:cubicBezTo>
                    <a:pt x="1051370" y="328069"/>
                    <a:pt x="1059562" y="336244"/>
                    <a:pt x="1069658" y="336244"/>
                  </a:cubicBezTo>
                  <a:cubicBezTo>
                    <a:pt x="1079754" y="336244"/>
                    <a:pt x="1087946" y="328069"/>
                    <a:pt x="1087946" y="317979"/>
                  </a:cubicBezTo>
                  <a:cubicBezTo>
                    <a:pt x="1087946" y="307890"/>
                    <a:pt x="1079754" y="299715"/>
                    <a:pt x="1069658" y="299715"/>
                  </a:cubicBezTo>
                  <a:close/>
                  <a:moveTo>
                    <a:pt x="886778" y="25748"/>
                  </a:moveTo>
                  <a:cubicBezTo>
                    <a:pt x="876681" y="25748"/>
                    <a:pt x="868490" y="33922"/>
                    <a:pt x="868490" y="44012"/>
                  </a:cubicBezTo>
                  <a:cubicBezTo>
                    <a:pt x="868490" y="54102"/>
                    <a:pt x="876681" y="62277"/>
                    <a:pt x="886778" y="62277"/>
                  </a:cubicBezTo>
                  <a:cubicBezTo>
                    <a:pt x="896875" y="62277"/>
                    <a:pt x="905066" y="54102"/>
                    <a:pt x="905066" y="44012"/>
                  </a:cubicBezTo>
                  <a:cubicBezTo>
                    <a:pt x="904939" y="33998"/>
                    <a:pt x="896811" y="25938"/>
                    <a:pt x="886778" y="25938"/>
                  </a:cubicBezTo>
                  <a:close/>
                  <a:moveTo>
                    <a:pt x="932498" y="162731"/>
                  </a:moveTo>
                  <a:cubicBezTo>
                    <a:pt x="922401" y="162731"/>
                    <a:pt x="914210" y="170906"/>
                    <a:pt x="914210" y="180996"/>
                  </a:cubicBezTo>
                  <a:cubicBezTo>
                    <a:pt x="914210" y="191086"/>
                    <a:pt x="922401" y="199260"/>
                    <a:pt x="932498" y="199260"/>
                  </a:cubicBezTo>
                  <a:cubicBezTo>
                    <a:pt x="942594" y="199260"/>
                    <a:pt x="950786" y="191086"/>
                    <a:pt x="950786" y="180996"/>
                  </a:cubicBezTo>
                  <a:cubicBezTo>
                    <a:pt x="950786" y="170906"/>
                    <a:pt x="942594" y="162731"/>
                    <a:pt x="932498" y="162731"/>
                  </a:cubicBezTo>
                  <a:close/>
                  <a:moveTo>
                    <a:pt x="978218" y="482359"/>
                  </a:moveTo>
                  <a:cubicBezTo>
                    <a:pt x="968122" y="482359"/>
                    <a:pt x="959930" y="490534"/>
                    <a:pt x="959930" y="500624"/>
                  </a:cubicBezTo>
                  <a:cubicBezTo>
                    <a:pt x="959930" y="510714"/>
                    <a:pt x="968122" y="518888"/>
                    <a:pt x="978218" y="518888"/>
                  </a:cubicBezTo>
                  <a:cubicBezTo>
                    <a:pt x="988314" y="518888"/>
                    <a:pt x="996506" y="510714"/>
                    <a:pt x="996506" y="500624"/>
                  </a:cubicBezTo>
                  <a:cubicBezTo>
                    <a:pt x="996379" y="490610"/>
                    <a:pt x="988251" y="482550"/>
                    <a:pt x="978218" y="482550"/>
                  </a:cubicBezTo>
                  <a:close/>
                  <a:moveTo>
                    <a:pt x="978218" y="299715"/>
                  </a:moveTo>
                  <a:cubicBezTo>
                    <a:pt x="968122" y="299715"/>
                    <a:pt x="959930" y="307890"/>
                    <a:pt x="959930" y="317979"/>
                  </a:cubicBezTo>
                  <a:cubicBezTo>
                    <a:pt x="959930" y="328069"/>
                    <a:pt x="968122" y="336244"/>
                    <a:pt x="978218" y="336244"/>
                  </a:cubicBezTo>
                  <a:cubicBezTo>
                    <a:pt x="988314" y="336244"/>
                    <a:pt x="996506" y="328069"/>
                    <a:pt x="996506" y="317979"/>
                  </a:cubicBezTo>
                  <a:cubicBezTo>
                    <a:pt x="996506" y="307890"/>
                    <a:pt x="988314" y="299715"/>
                    <a:pt x="978218" y="299715"/>
                  </a:cubicBezTo>
                  <a:close/>
                  <a:moveTo>
                    <a:pt x="978218" y="391037"/>
                  </a:moveTo>
                  <a:cubicBezTo>
                    <a:pt x="968122" y="391037"/>
                    <a:pt x="959930" y="399212"/>
                    <a:pt x="959930" y="409302"/>
                  </a:cubicBezTo>
                  <a:cubicBezTo>
                    <a:pt x="959930" y="419391"/>
                    <a:pt x="968122" y="427566"/>
                    <a:pt x="978218" y="427566"/>
                  </a:cubicBezTo>
                  <a:cubicBezTo>
                    <a:pt x="988314" y="427566"/>
                    <a:pt x="996506" y="419391"/>
                    <a:pt x="996506" y="409302"/>
                  </a:cubicBezTo>
                  <a:cubicBezTo>
                    <a:pt x="996506" y="399212"/>
                    <a:pt x="988314" y="391037"/>
                    <a:pt x="978218" y="391037"/>
                  </a:cubicBezTo>
                  <a:close/>
                  <a:moveTo>
                    <a:pt x="932498" y="71409"/>
                  </a:moveTo>
                  <a:cubicBezTo>
                    <a:pt x="922401" y="71409"/>
                    <a:pt x="914210" y="79584"/>
                    <a:pt x="914210" y="89673"/>
                  </a:cubicBezTo>
                  <a:cubicBezTo>
                    <a:pt x="914210" y="99763"/>
                    <a:pt x="922401" y="107938"/>
                    <a:pt x="932498" y="107938"/>
                  </a:cubicBezTo>
                  <a:cubicBezTo>
                    <a:pt x="942594" y="107938"/>
                    <a:pt x="950786" y="99763"/>
                    <a:pt x="950786" y="89673"/>
                  </a:cubicBezTo>
                  <a:cubicBezTo>
                    <a:pt x="950786" y="79584"/>
                    <a:pt x="942594" y="71409"/>
                    <a:pt x="932498" y="71409"/>
                  </a:cubicBezTo>
                  <a:close/>
                  <a:moveTo>
                    <a:pt x="932498" y="254054"/>
                  </a:moveTo>
                  <a:cubicBezTo>
                    <a:pt x="922401" y="254054"/>
                    <a:pt x="914210" y="262228"/>
                    <a:pt x="914210" y="272318"/>
                  </a:cubicBezTo>
                  <a:cubicBezTo>
                    <a:pt x="914210" y="282408"/>
                    <a:pt x="922401" y="290583"/>
                    <a:pt x="932498" y="290583"/>
                  </a:cubicBezTo>
                  <a:cubicBezTo>
                    <a:pt x="942594" y="290583"/>
                    <a:pt x="950786" y="282408"/>
                    <a:pt x="950786" y="272318"/>
                  </a:cubicBezTo>
                  <a:cubicBezTo>
                    <a:pt x="950659" y="262304"/>
                    <a:pt x="942531" y="254244"/>
                    <a:pt x="932498" y="254244"/>
                  </a:cubicBezTo>
                  <a:close/>
                  <a:moveTo>
                    <a:pt x="1206818" y="162731"/>
                  </a:moveTo>
                  <a:cubicBezTo>
                    <a:pt x="1196722" y="162731"/>
                    <a:pt x="1188530" y="170906"/>
                    <a:pt x="1188530" y="180996"/>
                  </a:cubicBezTo>
                  <a:cubicBezTo>
                    <a:pt x="1188530" y="191086"/>
                    <a:pt x="1196722" y="199260"/>
                    <a:pt x="1206818" y="199260"/>
                  </a:cubicBezTo>
                  <a:cubicBezTo>
                    <a:pt x="1216914" y="199260"/>
                    <a:pt x="1225106" y="191086"/>
                    <a:pt x="1225106" y="180996"/>
                  </a:cubicBezTo>
                  <a:cubicBezTo>
                    <a:pt x="1225106" y="170906"/>
                    <a:pt x="1216914" y="162731"/>
                    <a:pt x="1206818" y="162731"/>
                  </a:cubicBezTo>
                  <a:close/>
                  <a:moveTo>
                    <a:pt x="1206818" y="71409"/>
                  </a:moveTo>
                  <a:cubicBezTo>
                    <a:pt x="1196722" y="71409"/>
                    <a:pt x="1188530" y="79584"/>
                    <a:pt x="1188530" y="89673"/>
                  </a:cubicBezTo>
                  <a:cubicBezTo>
                    <a:pt x="1188530" y="99763"/>
                    <a:pt x="1196722" y="107938"/>
                    <a:pt x="1206818" y="107938"/>
                  </a:cubicBezTo>
                  <a:cubicBezTo>
                    <a:pt x="1216914" y="107938"/>
                    <a:pt x="1225106" y="99763"/>
                    <a:pt x="1225106" y="89673"/>
                  </a:cubicBezTo>
                  <a:cubicBezTo>
                    <a:pt x="1225106" y="79584"/>
                    <a:pt x="1216914" y="71409"/>
                    <a:pt x="1206818" y="71409"/>
                  </a:cubicBezTo>
                  <a:close/>
                  <a:moveTo>
                    <a:pt x="1188593" y="272318"/>
                  </a:moveTo>
                  <a:cubicBezTo>
                    <a:pt x="1188593" y="276599"/>
                    <a:pt x="1190117" y="280734"/>
                    <a:pt x="1192912" y="283987"/>
                  </a:cubicBezTo>
                  <a:cubicBezTo>
                    <a:pt x="1198309" y="274221"/>
                    <a:pt x="1203706" y="264327"/>
                    <a:pt x="1209104" y="254307"/>
                  </a:cubicBezTo>
                  <a:cubicBezTo>
                    <a:pt x="1208342" y="254244"/>
                    <a:pt x="1207643" y="254244"/>
                    <a:pt x="1206881" y="254307"/>
                  </a:cubicBezTo>
                  <a:cubicBezTo>
                    <a:pt x="1196849" y="254307"/>
                    <a:pt x="1188721" y="262330"/>
                    <a:pt x="1188593" y="272318"/>
                  </a:cubicBezTo>
                  <a:close/>
                  <a:moveTo>
                    <a:pt x="658241" y="436698"/>
                  </a:moveTo>
                  <a:cubicBezTo>
                    <a:pt x="648145" y="436698"/>
                    <a:pt x="639953" y="444873"/>
                    <a:pt x="639953" y="454963"/>
                  </a:cubicBezTo>
                  <a:cubicBezTo>
                    <a:pt x="639953" y="465053"/>
                    <a:pt x="648145" y="473227"/>
                    <a:pt x="658241" y="473227"/>
                  </a:cubicBezTo>
                  <a:cubicBezTo>
                    <a:pt x="668338" y="473227"/>
                    <a:pt x="676529" y="465053"/>
                    <a:pt x="676529" y="454963"/>
                  </a:cubicBezTo>
                  <a:cubicBezTo>
                    <a:pt x="676529" y="444873"/>
                    <a:pt x="668338" y="436698"/>
                    <a:pt x="658241" y="436698"/>
                  </a:cubicBezTo>
                  <a:cubicBezTo>
                    <a:pt x="658241" y="436698"/>
                    <a:pt x="658178" y="436698"/>
                    <a:pt x="658178" y="436698"/>
                  </a:cubicBezTo>
                  <a:close/>
                  <a:moveTo>
                    <a:pt x="1161162" y="25748"/>
                  </a:moveTo>
                  <a:cubicBezTo>
                    <a:pt x="1151065" y="25748"/>
                    <a:pt x="1142874" y="33922"/>
                    <a:pt x="1142874" y="44012"/>
                  </a:cubicBezTo>
                  <a:cubicBezTo>
                    <a:pt x="1142874" y="54102"/>
                    <a:pt x="1151065" y="62277"/>
                    <a:pt x="1161162" y="62277"/>
                  </a:cubicBezTo>
                  <a:cubicBezTo>
                    <a:pt x="1171258" y="62277"/>
                    <a:pt x="1179450" y="54102"/>
                    <a:pt x="1179450" y="44012"/>
                  </a:cubicBezTo>
                  <a:cubicBezTo>
                    <a:pt x="1179323" y="33973"/>
                    <a:pt x="1171131" y="25900"/>
                    <a:pt x="1161098" y="25938"/>
                  </a:cubicBezTo>
                  <a:close/>
                  <a:moveTo>
                    <a:pt x="1280034" y="89673"/>
                  </a:moveTo>
                  <a:cubicBezTo>
                    <a:pt x="1280034" y="93859"/>
                    <a:pt x="1281494" y="97911"/>
                    <a:pt x="1284161" y="101152"/>
                  </a:cubicBezTo>
                  <a:cubicBezTo>
                    <a:pt x="1288606" y="91322"/>
                    <a:pt x="1293051" y="81493"/>
                    <a:pt x="1297432" y="71536"/>
                  </a:cubicBezTo>
                  <a:cubicBezTo>
                    <a:pt x="1287717" y="71942"/>
                    <a:pt x="1279970" y="79939"/>
                    <a:pt x="1279970" y="89673"/>
                  </a:cubicBezTo>
                  <a:close/>
                  <a:moveTo>
                    <a:pt x="1069722" y="208392"/>
                  </a:moveTo>
                  <a:cubicBezTo>
                    <a:pt x="1059625" y="208392"/>
                    <a:pt x="1051434" y="216567"/>
                    <a:pt x="1051434" y="226657"/>
                  </a:cubicBezTo>
                  <a:cubicBezTo>
                    <a:pt x="1051434" y="236747"/>
                    <a:pt x="1059625" y="244921"/>
                    <a:pt x="1069722" y="244921"/>
                  </a:cubicBezTo>
                  <a:cubicBezTo>
                    <a:pt x="1079818" y="244921"/>
                    <a:pt x="1088010" y="236747"/>
                    <a:pt x="1088010" y="226657"/>
                  </a:cubicBezTo>
                  <a:cubicBezTo>
                    <a:pt x="1088010" y="216567"/>
                    <a:pt x="1079818" y="208392"/>
                    <a:pt x="1069722" y="208392"/>
                  </a:cubicBezTo>
                  <a:cubicBezTo>
                    <a:pt x="1069722" y="208392"/>
                    <a:pt x="1069658" y="208392"/>
                    <a:pt x="1069658" y="208392"/>
                  </a:cubicBezTo>
                  <a:close/>
                  <a:moveTo>
                    <a:pt x="1252601" y="25748"/>
                  </a:moveTo>
                  <a:cubicBezTo>
                    <a:pt x="1242505" y="25748"/>
                    <a:pt x="1234313" y="33922"/>
                    <a:pt x="1234313" y="44012"/>
                  </a:cubicBezTo>
                  <a:cubicBezTo>
                    <a:pt x="1234313" y="54102"/>
                    <a:pt x="1242505" y="62277"/>
                    <a:pt x="1252601" y="62277"/>
                  </a:cubicBezTo>
                  <a:cubicBezTo>
                    <a:pt x="1262698" y="62277"/>
                    <a:pt x="1270889" y="54102"/>
                    <a:pt x="1270889" y="44012"/>
                  </a:cubicBezTo>
                  <a:cubicBezTo>
                    <a:pt x="1270762" y="33973"/>
                    <a:pt x="1262571" y="25900"/>
                    <a:pt x="1252538" y="25938"/>
                  </a:cubicBezTo>
                  <a:close/>
                  <a:moveTo>
                    <a:pt x="1252601" y="117070"/>
                  </a:moveTo>
                  <a:cubicBezTo>
                    <a:pt x="1242505" y="117070"/>
                    <a:pt x="1234313" y="125245"/>
                    <a:pt x="1234313" y="135335"/>
                  </a:cubicBezTo>
                  <a:cubicBezTo>
                    <a:pt x="1234313" y="145424"/>
                    <a:pt x="1242505" y="153599"/>
                    <a:pt x="1252601" y="153599"/>
                  </a:cubicBezTo>
                  <a:cubicBezTo>
                    <a:pt x="1255396" y="153574"/>
                    <a:pt x="1258189" y="152901"/>
                    <a:pt x="1260729" y="151633"/>
                  </a:cubicBezTo>
                  <a:cubicBezTo>
                    <a:pt x="1263904" y="144847"/>
                    <a:pt x="1267079" y="138062"/>
                    <a:pt x="1270318" y="131149"/>
                  </a:cubicBezTo>
                  <a:cubicBezTo>
                    <a:pt x="1268413" y="122879"/>
                    <a:pt x="1261047" y="117032"/>
                    <a:pt x="1252538" y="117070"/>
                  </a:cubicBezTo>
                  <a:close/>
                  <a:moveTo>
                    <a:pt x="1280224" y="0"/>
                  </a:moveTo>
                  <a:cubicBezTo>
                    <a:pt x="1281050" y="9982"/>
                    <a:pt x="1289812" y="17396"/>
                    <a:pt x="1299846" y="16558"/>
                  </a:cubicBezTo>
                  <a:cubicBezTo>
                    <a:pt x="1308672" y="15816"/>
                    <a:pt x="1315657" y="8821"/>
                    <a:pt x="1316419" y="0"/>
                  </a:cubicBezTo>
                  <a:close/>
                  <a:moveTo>
                    <a:pt x="1115124" y="345376"/>
                  </a:moveTo>
                  <a:cubicBezTo>
                    <a:pt x="1105027" y="345376"/>
                    <a:pt x="1096836" y="353551"/>
                    <a:pt x="1096836" y="363640"/>
                  </a:cubicBezTo>
                  <a:cubicBezTo>
                    <a:pt x="1096836" y="373730"/>
                    <a:pt x="1105027" y="381905"/>
                    <a:pt x="1115124" y="381905"/>
                  </a:cubicBezTo>
                  <a:cubicBezTo>
                    <a:pt x="1125221" y="381905"/>
                    <a:pt x="1133412" y="373730"/>
                    <a:pt x="1133412" y="363640"/>
                  </a:cubicBezTo>
                  <a:cubicBezTo>
                    <a:pt x="1133412" y="353652"/>
                    <a:pt x="1125411" y="345515"/>
                    <a:pt x="1115378" y="345376"/>
                  </a:cubicBezTo>
                  <a:close/>
                  <a:moveTo>
                    <a:pt x="1115124" y="254054"/>
                  </a:moveTo>
                  <a:cubicBezTo>
                    <a:pt x="1105027" y="254054"/>
                    <a:pt x="1096836" y="262228"/>
                    <a:pt x="1096836" y="272318"/>
                  </a:cubicBezTo>
                  <a:cubicBezTo>
                    <a:pt x="1096836" y="282408"/>
                    <a:pt x="1105027" y="290583"/>
                    <a:pt x="1115124" y="290583"/>
                  </a:cubicBezTo>
                  <a:cubicBezTo>
                    <a:pt x="1125221" y="290583"/>
                    <a:pt x="1133412" y="282408"/>
                    <a:pt x="1133412" y="272318"/>
                  </a:cubicBezTo>
                  <a:cubicBezTo>
                    <a:pt x="1133285" y="262406"/>
                    <a:pt x="1125284" y="254383"/>
                    <a:pt x="1115378" y="254244"/>
                  </a:cubicBezTo>
                  <a:close/>
                  <a:moveTo>
                    <a:pt x="1069404" y="25748"/>
                  </a:moveTo>
                  <a:cubicBezTo>
                    <a:pt x="1059307" y="25748"/>
                    <a:pt x="1051116" y="33922"/>
                    <a:pt x="1051116" y="44012"/>
                  </a:cubicBezTo>
                  <a:cubicBezTo>
                    <a:pt x="1051116" y="54102"/>
                    <a:pt x="1059307" y="62277"/>
                    <a:pt x="1069404" y="62277"/>
                  </a:cubicBezTo>
                  <a:cubicBezTo>
                    <a:pt x="1079500" y="62277"/>
                    <a:pt x="1087692" y="54102"/>
                    <a:pt x="1087692" y="44012"/>
                  </a:cubicBezTo>
                  <a:cubicBezTo>
                    <a:pt x="1087565" y="34100"/>
                    <a:pt x="1079564" y="26078"/>
                    <a:pt x="1069658" y="25938"/>
                  </a:cubicBezTo>
                  <a:close/>
                  <a:moveTo>
                    <a:pt x="1069404" y="117070"/>
                  </a:moveTo>
                  <a:cubicBezTo>
                    <a:pt x="1059307" y="117070"/>
                    <a:pt x="1051116" y="125245"/>
                    <a:pt x="1051116" y="135335"/>
                  </a:cubicBezTo>
                  <a:cubicBezTo>
                    <a:pt x="1051116" y="145424"/>
                    <a:pt x="1059307" y="153599"/>
                    <a:pt x="1069404" y="153599"/>
                  </a:cubicBezTo>
                  <a:cubicBezTo>
                    <a:pt x="1079500" y="153599"/>
                    <a:pt x="1087692" y="145424"/>
                    <a:pt x="1087692" y="135335"/>
                  </a:cubicBezTo>
                  <a:cubicBezTo>
                    <a:pt x="1087692" y="125346"/>
                    <a:pt x="1079627" y="117210"/>
                    <a:pt x="1069658" y="117070"/>
                  </a:cubicBezTo>
                  <a:close/>
                  <a:moveTo>
                    <a:pt x="1160844" y="299715"/>
                  </a:moveTo>
                  <a:cubicBezTo>
                    <a:pt x="1150748" y="299715"/>
                    <a:pt x="1142556" y="307890"/>
                    <a:pt x="1142556" y="317979"/>
                  </a:cubicBezTo>
                  <a:cubicBezTo>
                    <a:pt x="1142556" y="328069"/>
                    <a:pt x="1150748" y="336244"/>
                    <a:pt x="1160844" y="336244"/>
                  </a:cubicBezTo>
                  <a:lnTo>
                    <a:pt x="1162495" y="336244"/>
                  </a:lnTo>
                  <a:cubicBezTo>
                    <a:pt x="1167512" y="327790"/>
                    <a:pt x="1172528" y="319330"/>
                    <a:pt x="1177544" y="310876"/>
                  </a:cubicBezTo>
                  <a:cubicBezTo>
                    <a:pt x="1174750" y="304255"/>
                    <a:pt x="1168274" y="299892"/>
                    <a:pt x="1161098" y="299715"/>
                  </a:cubicBezTo>
                  <a:close/>
                  <a:moveTo>
                    <a:pt x="1160844" y="208392"/>
                  </a:moveTo>
                  <a:cubicBezTo>
                    <a:pt x="1150748" y="208392"/>
                    <a:pt x="1142556" y="216567"/>
                    <a:pt x="1142556" y="226657"/>
                  </a:cubicBezTo>
                  <a:cubicBezTo>
                    <a:pt x="1142556" y="236747"/>
                    <a:pt x="1150748" y="244921"/>
                    <a:pt x="1160844" y="244921"/>
                  </a:cubicBezTo>
                  <a:cubicBezTo>
                    <a:pt x="1170940" y="244921"/>
                    <a:pt x="1179132" y="236747"/>
                    <a:pt x="1179132" y="226657"/>
                  </a:cubicBezTo>
                  <a:cubicBezTo>
                    <a:pt x="1179132" y="216669"/>
                    <a:pt x="1171067" y="208532"/>
                    <a:pt x="1161098" y="208392"/>
                  </a:cubicBezTo>
                  <a:close/>
                  <a:moveTo>
                    <a:pt x="1115124" y="162731"/>
                  </a:moveTo>
                  <a:cubicBezTo>
                    <a:pt x="1105027" y="162731"/>
                    <a:pt x="1096836" y="170906"/>
                    <a:pt x="1096836" y="180996"/>
                  </a:cubicBezTo>
                  <a:cubicBezTo>
                    <a:pt x="1096836" y="191086"/>
                    <a:pt x="1105027" y="199260"/>
                    <a:pt x="1115124" y="199260"/>
                  </a:cubicBezTo>
                  <a:cubicBezTo>
                    <a:pt x="1125221" y="199260"/>
                    <a:pt x="1133412" y="191086"/>
                    <a:pt x="1133412" y="180996"/>
                  </a:cubicBezTo>
                  <a:cubicBezTo>
                    <a:pt x="1133412" y="171007"/>
                    <a:pt x="1125411" y="162871"/>
                    <a:pt x="1115378" y="162731"/>
                  </a:cubicBezTo>
                  <a:close/>
                  <a:moveTo>
                    <a:pt x="1115124" y="71409"/>
                  </a:moveTo>
                  <a:cubicBezTo>
                    <a:pt x="1105027" y="71409"/>
                    <a:pt x="1096836" y="79584"/>
                    <a:pt x="1096836" y="89673"/>
                  </a:cubicBezTo>
                  <a:cubicBezTo>
                    <a:pt x="1096836" y="99763"/>
                    <a:pt x="1105027" y="107938"/>
                    <a:pt x="1115124" y="107938"/>
                  </a:cubicBezTo>
                  <a:cubicBezTo>
                    <a:pt x="1125221" y="107938"/>
                    <a:pt x="1133412" y="99763"/>
                    <a:pt x="1133412" y="89673"/>
                  </a:cubicBezTo>
                  <a:cubicBezTo>
                    <a:pt x="1133412" y="79685"/>
                    <a:pt x="1125411" y="71548"/>
                    <a:pt x="1115378" y="71409"/>
                  </a:cubicBezTo>
                  <a:close/>
                  <a:moveTo>
                    <a:pt x="1160844" y="117070"/>
                  </a:moveTo>
                  <a:cubicBezTo>
                    <a:pt x="1150748" y="117070"/>
                    <a:pt x="1142556" y="125245"/>
                    <a:pt x="1142556" y="135335"/>
                  </a:cubicBezTo>
                  <a:cubicBezTo>
                    <a:pt x="1142556" y="145424"/>
                    <a:pt x="1150748" y="153599"/>
                    <a:pt x="1160844" y="153599"/>
                  </a:cubicBezTo>
                  <a:cubicBezTo>
                    <a:pt x="1170940" y="153599"/>
                    <a:pt x="1179132" y="145424"/>
                    <a:pt x="1179132" y="135335"/>
                  </a:cubicBezTo>
                  <a:cubicBezTo>
                    <a:pt x="1179132" y="125346"/>
                    <a:pt x="1171067" y="117210"/>
                    <a:pt x="1161098" y="117070"/>
                  </a:cubicBezTo>
                  <a:close/>
                  <a:moveTo>
                    <a:pt x="749364" y="619343"/>
                  </a:moveTo>
                  <a:cubicBezTo>
                    <a:pt x="739267" y="619343"/>
                    <a:pt x="731076" y="627518"/>
                    <a:pt x="731076" y="637607"/>
                  </a:cubicBezTo>
                  <a:cubicBezTo>
                    <a:pt x="731076" y="640747"/>
                    <a:pt x="731965" y="643822"/>
                    <a:pt x="733489" y="646549"/>
                  </a:cubicBezTo>
                  <a:cubicBezTo>
                    <a:pt x="743776" y="647057"/>
                    <a:pt x="754190" y="647310"/>
                    <a:pt x="764794" y="647374"/>
                  </a:cubicBezTo>
                  <a:cubicBezTo>
                    <a:pt x="770192" y="638850"/>
                    <a:pt x="767652" y="627568"/>
                    <a:pt x="759143" y="622171"/>
                  </a:cubicBezTo>
                  <a:cubicBezTo>
                    <a:pt x="756222" y="620326"/>
                    <a:pt x="752793" y="619349"/>
                    <a:pt x="749364" y="619343"/>
                  </a:cubicBezTo>
                  <a:close/>
                  <a:moveTo>
                    <a:pt x="749364" y="436698"/>
                  </a:moveTo>
                  <a:cubicBezTo>
                    <a:pt x="739267" y="436698"/>
                    <a:pt x="731076" y="444873"/>
                    <a:pt x="731076" y="454963"/>
                  </a:cubicBezTo>
                  <a:cubicBezTo>
                    <a:pt x="731076" y="465053"/>
                    <a:pt x="739267" y="473227"/>
                    <a:pt x="749364" y="473227"/>
                  </a:cubicBezTo>
                  <a:cubicBezTo>
                    <a:pt x="759461" y="473227"/>
                    <a:pt x="767652" y="465053"/>
                    <a:pt x="767652" y="454963"/>
                  </a:cubicBezTo>
                  <a:cubicBezTo>
                    <a:pt x="767652" y="444974"/>
                    <a:pt x="759587" y="436838"/>
                    <a:pt x="749618" y="436698"/>
                  </a:cubicBezTo>
                  <a:close/>
                  <a:moveTo>
                    <a:pt x="749364" y="528021"/>
                  </a:moveTo>
                  <a:cubicBezTo>
                    <a:pt x="739204" y="527983"/>
                    <a:pt x="731012" y="536164"/>
                    <a:pt x="730949" y="546285"/>
                  </a:cubicBezTo>
                  <a:cubicBezTo>
                    <a:pt x="730886" y="556407"/>
                    <a:pt x="739077" y="564638"/>
                    <a:pt x="749237" y="564676"/>
                  </a:cubicBezTo>
                  <a:cubicBezTo>
                    <a:pt x="759397" y="564714"/>
                    <a:pt x="767588" y="556533"/>
                    <a:pt x="767652" y="546412"/>
                  </a:cubicBezTo>
                  <a:cubicBezTo>
                    <a:pt x="767652" y="546367"/>
                    <a:pt x="767652" y="546330"/>
                    <a:pt x="767652" y="546285"/>
                  </a:cubicBezTo>
                  <a:cubicBezTo>
                    <a:pt x="767652" y="536297"/>
                    <a:pt x="759587" y="528160"/>
                    <a:pt x="749618" y="528021"/>
                  </a:cubicBezTo>
                  <a:close/>
                  <a:moveTo>
                    <a:pt x="703644" y="25748"/>
                  </a:moveTo>
                  <a:cubicBezTo>
                    <a:pt x="693548" y="25748"/>
                    <a:pt x="685356" y="33922"/>
                    <a:pt x="685356" y="44012"/>
                  </a:cubicBezTo>
                  <a:cubicBezTo>
                    <a:pt x="685356" y="54102"/>
                    <a:pt x="693548" y="62277"/>
                    <a:pt x="703644" y="62277"/>
                  </a:cubicBezTo>
                  <a:cubicBezTo>
                    <a:pt x="713740" y="62277"/>
                    <a:pt x="721932" y="54102"/>
                    <a:pt x="721932" y="44012"/>
                  </a:cubicBezTo>
                  <a:cubicBezTo>
                    <a:pt x="721805" y="34100"/>
                    <a:pt x="713804" y="26078"/>
                    <a:pt x="703898" y="25938"/>
                  </a:cubicBezTo>
                  <a:close/>
                  <a:moveTo>
                    <a:pt x="749364" y="162731"/>
                  </a:moveTo>
                  <a:cubicBezTo>
                    <a:pt x="739267" y="162731"/>
                    <a:pt x="731076" y="170906"/>
                    <a:pt x="731076" y="180996"/>
                  </a:cubicBezTo>
                  <a:cubicBezTo>
                    <a:pt x="731076" y="191086"/>
                    <a:pt x="739267" y="199260"/>
                    <a:pt x="749364" y="199260"/>
                  </a:cubicBezTo>
                  <a:cubicBezTo>
                    <a:pt x="759461" y="199260"/>
                    <a:pt x="767652" y="191086"/>
                    <a:pt x="767652" y="180996"/>
                  </a:cubicBezTo>
                  <a:cubicBezTo>
                    <a:pt x="767652" y="171007"/>
                    <a:pt x="759587" y="162871"/>
                    <a:pt x="749618" y="162731"/>
                  </a:cubicBezTo>
                  <a:close/>
                  <a:moveTo>
                    <a:pt x="749364" y="345376"/>
                  </a:moveTo>
                  <a:cubicBezTo>
                    <a:pt x="739267" y="345376"/>
                    <a:pt x="731076" y="353551"/>
                    <a:pt x="731076" y="363640"/>
                  </a:cubicBezTo>
                  <a:cubicBezTo>
                    <a:pt x="731076" y="373730"/>
                    <a:pt x="739267" y="381905"/>
                    <a:pt x="749364" y="381905"/>
                  </a:cubicBezTo>
                  <a:cubicBezTo>
                    <a:pt x="759461" y="381905"/>
                    <a:pt x="767652" y="373730"/>
                    <a:pt x="767652" y="363640"/>
                  </a:cubicBezTo>
                  <a:cubicBezTo>
                    <a:pt x="767652" y="353652"/>
                    <a:pt x="759587" y="345515"/>
                    <a:pt x="749618" y="345376"/>
                  </a:cubicBezTo>
                  <a:close/>
                  <a:moveTo>
                    <a:pt x="749364" y="71409"/>
                  </a:moveTo>
                  <a:cubicBezTo>
                    <a:pt x="739267" y="71409"/>
                    <a:pt x="731076" y="79584"/>
                    <a:pt x="731076" y="89673"/>
                  </a:cubicBezTo>
                  <a:cubicBezTo>
                    <a:pt x="731076" y="99763"/>
                    <a:pt x="739267" y="107938"/>
                    <a:pt x="749364" y="107938"/>
                  </a:cubicBezTo>
                  <a:cubicBezTo>
                    <a:pt x="759461" y="107938"/>
                    <a:pt x="767652" y="99763"/>
                    <a:pt x="767652" y="89673"/>
                  </a:cubicBezTo>
                  <a:cubicBezTo>
                    <a:pt x="767652" y="79685"/>
                    <a:pt x="759587" y="71548"/>
                    <a:pt x="749618" y="71409"/>
                  </a:cubicBezTo>
                  <a:close/>
                  <a:moveTo>
                    <a:pt x="703644" y="117070"/>
                  </a:moveTo>
                  <a:cubicBezTo>
                    <a:pt x="693548" y="117070"/>
                    <a:pt x="685356" y="125245"/>
                    <a:pt x="685356" y="135335"/>
                  </a:cubicBezTo>
                  <a:cubicBezTo>
                    <a:pt x="685356" y="145424"/>
                    <a:pt x="693548" y="153599"/>
                    <a:pt x="703644" y="153599"/>
                  </a:cubicBezTo>
                  <a:cubicBezTo>
                    <a:pt x="713740" y="153599"/>
                    <a:pt x="721932" y="145424"/>
                    <a:pt x="721932" y="135335"/>
                  </a:cubicBezTo>
                  <a:cubicBezTo>
                    <a:pt x="721932" y="125346"/>
                    <a:pt x="713867" y="117210"/>
                    <a:pt x="703898" y="117070"/>
                  </a:cubicBezTo>
                  <a:close/>
                  <a:moveTo>
                    <a:pt x="749364" y="254054"/>
                  </a:moveTo>
                  <a:cubicBezTo>
                    <a:pt x="739267" y="254054"/>
                    <a:pt x="731076" y="262228"/>
                    <a:pt x="731076" y="272318"/>
                  </a:cubicBezTo>
                  <a:cubicBezTo>
                    <a:pt x="731076" y="282408"/>
                    <a:pt x="739267" y="290583"/>
                    <a:pt x="749364" y="290583"/>
                  </a:cubicBezTo>
                  <a:cubicBezTo>
                    <a:pt x="759461" y="290583"/>
                    <a:pt x="767652" y="282408"/>
                    <a:pt x="767652" y="272318"/>
                  </a:cubicBezTo>
                  <a:cubicBezTo>
                    <a:pt x="767525" y="262406"/>
                    <a:pt x="759524" y="254383"/>
                    <a:pt x="749618" y="254244"/>
                  </a:cubicBezTo>
                  <a:close/>
                  <a:moveTo>
                    <a:pt x="703644" y="482359"/>
                  </a:moveTo>
                  <a:cubicBezTo>
                    <a:pt x="693548" y="482359"/>
                    <a:pt x="685356" y="490534"/>
                    <a:pt x="685356" y="500624"/>
                  </a:cubicBezTo>
                  <a:cubicBezTo>
                    <a:pt x="685356" y="510714"/>
                    <a:pt x="693548" y="518888"/>
                    <a:pt x="703644" y="518888"/>
                  </a:cubicBezTo>
                  <a:cubicBezTo>
                    <a:pt x="713740" y="518888"/>
                    <a:pt x="721932" y="510714"/>
                    <a:pt x="721932" y="500624"/>
                  </a:cubicBezTo>
                  <a:cubicBezTo>
                    <a:pt x="721805" y="490712"/>
                    <a:pt x="713804" y="482689"/>
                    <a:pt x="703898" y="482550"/>
                  </a:cubicBezTo>
                  <a:close/>
                  <a:moveTo>
                    <a:pt x="657924" y="71409"/>
                  </a:moveTo>
                  <a:cubicBezTo>
                    <a:pt x="647827" y="71409"/>
                    <a:pt x="639636" y="79584"/>
                    <a:pt x="639636" y="89673"/>
                  </a:cubicBezTo>
                  <a:cubicBezTo>
                    <a:pt x="639636" y="99763"/>
                    <a:pt x="647827" y="107938"/>
                    <a:pt x="657924" y="107938"/>
                  </a:cubicBezTo>
                  <a:cubicBezTo>
                    <a:pt x="668020" y="107938"/>
                    <a:pt x="676212" y="99763"/>
                    <a:pt x="676212" y="89673"/>
                  </a:cubicBezTo>
                  <a:cubicBezTo>
                    <a:pt x="676212" y="79685"/>
                    <a:pt x="668211" y="71548"/>
                    <a:pt x="658178" y="71409"/>
                  </a:cubicBezTo>
                  <a:close/>
                  <a:moveTo>
                    <a:pt x="886524" y="117070"/>
                  </a:moveTo>
                  <a:cubicBezTo>
                    <a:pt x="876427" y="117070"/>
                    <a:pt x="868236" y="125245"/>
                    <a:pt x="868236" y="135335"/>
                  </a:cubicBezTo>
                  <a:cubicBezTo>
                    <a:pt x="868236" y="145424"/>
                    <a:pt x="876427" y="153599"/>
                    <a:pt x="886524" y="153599"/>
                  </a:cubicBezTo>
                  <a:cubicBezTo>
                    <a:pt x="896620" y="153599"/>
                    <a:pt x="904812" y="145424"/>
                    <a:pt x="904812" y="135335"/>
                  </a:cubicBezTo>
                  <a:cubicBezTo>
                    <a:pt x="904812" y="125346"/>
                    <a:pt x="896811" y="117210"/>
                    <a:pt x="886778" y="117070"/>
                  </a:cubicBezTo>
                  <a:close/>
                  <a:moveTo>
                    <a:pt x="657924" y="162731"/>
                  </a:moveTo>
                  <a:cubicBezTo>
                    <a:pt x="647827" y="162731"/>
                    <a:pt x="639636" y="170906"/>
                    <a:pt x="639636" y="180996"/>
                  </a:cubicBezTo>
                  <a:cubicBezTo>
                    <a:pt x="639636" y="191086"/>
                    <a:pt x="647827" y="199260"/>
                    <a:pt x="657924" y="199260"/>
                  </a:cubicBezTo>
                  <a:cubicBezTo>
                    <a:pt x="668020" y="199260"/>
                    <a:pt x="676212" y="191086"/>
                    <a:pt x="676212" y="180996"/>
                  </a:cubicBezTo>
                  <a:cubicBezTo>
                    <a:pt x="676212" y="171007"/>
                    <a:pt x="668211" y="162871"/>
                    <a:pt x="658178" y="162731"/>
                  </a:cubicBezTo>
                  <a:close/>
                  <a:moveTo>
                    <a:pt x="657924" y="345376"/>
                  </a:moveTo>
                  <a:cubicBezTo>
                    <a:pt x="647827" y="345376"/>
                    <a:pt x="639636" y="353551"/>
                    <a:pt x="639636" y="363640"/>
                  </a:cubicBezTo>
                  <a:cubicBezTo>
                    <a:pt x="639636" y="373730"/>
                    <a:pt x="647827" y="381905"/>
                    <a:pt x="657924" y="381905"/>
                  </a:cubicBezTo>
                  <a:cubicBezTo>
                    <a:pt x="668020" y="381905"/>
                    <a:pt x="676212" y="373730"/>
                    <a:pt x="676212" y="363640"/>
                  </a:cubicBezTo>
                  <a:cubicBezTo>
                    <a:pt x="676212" y="353652"/>
                    <a:pt x="668211" y="345515"/>
                    <a:pt x="658178" y="345376"/>
                  </a:cubicBezTo>
                  <a:close/>
                  <a:moveTo>
                    <a:pt x="703644" y="391037"/>
                  </a:moveTo>
                  <a:cubicBezTo>
                    <a:pt x="693548" y="391037"/>
                    <a:pt x="685356" y="399212"/>
                    <a:pt x="685356" y="409302"/>
                  </a:cubicBezTo>
                  <a:cubicBezTo>
                    <a:pt x="685356" y="419391"/>
                    <a:pt x="693548" y="427566"/>
                    <a:pt x="703644" y="427566"/>
                  </a:cubicBezTo>
                  <a:cubicBezTo>
                    <a:pt x="713740" y="427566"/>
                    <a:pt x="721932" y="419391"/>
                    <a:pt x="721932" y="409302"/>
                  </a:cubicBezTo>
                  <a:cubicBezTo>
                    <a:pt x="721932" y="399313"/>
                    <a:pt x="713867" y="391177"/>
                    <a:pt x="703898" y="391037"/>
                  </a:cubicBezTo>
                  <a:close/>
                  <a:moveTo>
                    <a:pt x="703644" y="573682"/>
                  </a:moveTo>
                  <a:cubicBezTo>
                    <a:pt x="693548" y="573682"/>
                    <a:pt x="685356" y="581856"/>
                    <a:pt x="685356" y="591946"/>
                  </a:cubicBezTo>
                  <a:cubicBezTo>
                    <a:pt x="685356" y="602036"/>
                    <a:pt x="693548" y="610211"/>
                    <a:pt x="703644" y="610211"/>
                  </a:cubicBezTo>
                  <a:cubicBezTo>
                    <a:pt x="713740" y="610211"/>
                    <a:pt x="721932" y="602036"/>
                    <a:pt x="721932" y="591946"/>
                  </a:cubicBezTo>
                  <a:cubicBezTo>
                    <a:pt x="721932" y="581958"/>
                    <a:pt x="713867" y="573821"/>
                    <a:pt x="703898" y="573682"/>
                  </a:cubicBezTo>
                  <a:close/>
                  <a:moveTo>
                    <a:pt x="703644" y="208392"/>
                  </a:moveTo>
                  <a:cubicBezTo>
                    <a:pt x="693548" y="208392"/>
                    <a:pt x="685356" y="216567"/>
                    <a:pt x="685356" y="226657"/>
                  </a:cubicBezTo>
                  <a:cubicBezTo>
                    <a:pt x="685356" y="236747"/>
                    <a:pt x="693548" y="244921"/>
                    <a:pt x="703644" y="244921"/>
                  </a:cubicBezTo>
                  <a:cubicBezTo>
                    <a:pt x="713740" y="244921"/>
                    <a:pt x="721932" y="236747"/>
                    <a:pt x="721932" y="226657"/>
                  </a:cubicBezTo>
                  <a:cubicBezTo>
                    <a:pt x="721932" y="216669"/>
                    <a:pt x="713867" y="208532"/>
                    <a:pt x="703898" y="208392"/>
                  </a:cubicBezTo>
                  <a:close/>
                  <a:moveTo>
                    <a:pt x="703644" y="299715"/>
                  </a:moveTo>
                  <a:cubicBezTo>
                    <a:pt x="693548" y="299715"/>
                    <a:pt x="685356" y="307890"/>
                    <a:pt x="685356" y="317979"/>
                  </a:cubicBezTo>
                  <a:cubicBezTo>
                    <a:pt x="685356" y="328069"/>
                    <a:pt x="693548" y="336244"/>
                    <a:pt x="703644" y="336244"/>
                  </a:cubicBezTo>
                  <a:cubicBezTo>
                    <a:pt x="713740" y="336244"/>
                    <a:pt x="721932" y="328069"/>
                    <a:pt x="721932" y="317979"/>
                  </a:cubicBezTo>
                  <a:cubicBezTo>
                    <a:pt x="721932" y="307991"/>
                    <a:pt x="713867" y="299854"/>
                    <a:pt x="703898" y="299715"/>
                  </a:cubicBezTo>
                  <a:close/>
                  <a:moveTo>
                    <a:pt x="795084" y="573682"/>
                  </a:moveTo>
                  <a:cubicBezTo>
                    <a:pt x="784987" y="573682"/>
                    <a:pt x="776796" y="581856"/>
                    <a:pt x="776796" y="591946"/>
                  </a:cubicBezTo>
                  <a:cubicBezTo>
                    <a:pt x="776796" y="602036"/>
                    <a:pt x="784987" y="610211"/>
                    <a:pt x="795084" y="610211"/>
                  </a:cubicBezTo>
                  <a:cubicBezTo>
                    <a:pt x="805180" y="610211"/>
                    <a:pt x="813372" y="602036"/>
                    <a:pt x="813372" y="591946"/>
                  </a:cubicBezTo>
                  <a:cubicBezTo>
                    <a:pt x="813372" y="581958"/>
                    <a:pt x="805371" y="573821"/>
                    <a:pt x="795338" y="573682"/>
                  </a:cubicBezTo>
                  <a:close/>
                  <a:moveTo>
                    <a:pt x="657924" y="254054"/>
                  </a:moveTo>
                  <a:cubicBezTo>
                    <a:pt x="647827" y="254054"/>
                    <a:pt x="639636" y="262228"/>
                    <a:pt x="639636" y="272318"/>
                  </a:cubicBezTo>
                  <a:cubicBezTo>
                    <a:pt x="639636" y="282408"/>
                    <a:pt x="647827" y="290583"/>
                    <a:pt x="657924" y="290583"/>
                  </a:cubicBezTo>
                  <a:cubicBezTo>
                    <a:pt x="668020" y="290583"/>
                    <a:pt x="676212" y="282408"/>
                    <a:pt x="676212" y="272318"/>
                  </a:cubicBezTo>
                  <a:cubicBezTo>
                    <a:pt x="676085" y="262406"/>
                    <a:pt x="668084" y="254383"/>
                    <a:pt x="658178" y="254244"/>
                  </a:cubicBezTo>
                  <a:close/>
                  <a:moveTo>
                    <a:pt x="840804" y="162731"/>
                  </a:moveTo>
                  <a:cubicBezTo>
                    <a:pt x="830707" y="162731"/>
                    <a:pt x="822516" y="170906"/>
                    <a:pt x="822516" y="180996"/>
                  </a:cubicBezTo>
                  <a:cubicBezTo>
                    <a:pt x="822516" y="191086"/>
                    <a:pt x="830707" y="199260"/>
                    <a:pt x="840804" y="199260"/>
                  </a:cubicBezTo>
                  <a:cubicBezTo>
                    <a:pt x="850900" y="199260"/>
                    <a:pt x="859092" y="191086"/>
                    <a:pt x="859092" y="180996"/>
                  </a:cubicBezTo>
                  <a:cubicBezTo>
                    <a:pt x="859092" y="171007"/>
                    <a:pt x="851027" y="162871"/>
                    <a:pt x="841058" y="162731"/>
                  </a:cubicBezTo>
                  <a:close/>
                  <a:moveTo>
                    <a:pt x="840804" y="71409"/>
                  </a:moveTo>
                  <a:cubicBezTo>
                    <a:pt x="830707" y="71409"/>
                    <a:pt x="822516" y="79584"/>
                    <a:pt x="822516" y="89673"/>
                  </a:cubicBezTo>
                  <a:cubicBezTo>
                    <a:pt x="822516" y="99763"/>
                    <a:pt x="830707" y="107938"/>
                    <a:pt x="840804" y="107938"/>
                  </a:cubicBezTo>
                  <a:cubicBezTo>
                    <a:pt x="850900" y="107938"/>
                    <a:pt x="859092" y="99763"/>
                    <a:pt x="859092" y="89673"/>
                  </a:cubicBezTo>
                  <a:cubicBezTo>
                    <a:pt x="859092" y="79685"/>
                    <a:pt x="851027" y="71548"/>
                    <a:pt x="841058" y="71409"/>
                  </a:cubicBezTo>
                  <a:close/>
                  <a:moveTo>
                    <a:pt x="840804" y="345376"/>
                  </a:moveTo>
                  <a:cubicBezTo>
                    <a:pt x="830707" y="345376"/>
                    <a:pt x="822516" y="353551"/>
                    <a:pt x="822516" y="363640"/>
                  </a:cubicBezTo>
                  <a:cubicBezTo>
                    <a:pt x="822516" y="373730"/>
                    <a:pt x="830707" y="381905"/>
                    <a:pt x="840804" y="381905"/>
                  </a:cubicBezTo>
                  <a:cubicBezTo>
                    <a:pt x="850900" y="381905"/>
                    <a:pt x="859092" y="373730"/>
                    <a:pt x="859092" y="363640"/>
                  </a:cubicBezTo>
                  <a:cubicBezTo>
                    <a:pt x="859092" y="353652"/>
                    <a:pt x="851027" y="345515"/>
                    <a:pt x="841058" y="345376"/>
                  </a:cubicBezTo>
                  <a:close/>
                  <a:moveTo>
                    <a:pt x="886524" y="573682"/>
                  </a:moveTo>
                  <a:cubicBezTo>
                    <a:pt x="876427" y="573682"/>
                    <a:pt x="868236" y="581856"/>
                    <a:pt x="868236" y="591946"/>
                  </a:cubicBezTo>
                  <a:cubicBezTo>
                    <a:pt x="868236" y="602036"/>
                    <a:pt x="876427" y="610211"/>
                    <a:pt x="886524" y="610211"/>
                  </a:cubicBezTo>
                  <a:cubicBezTo>
                    <a:pt x="896620" y="610211"/>
                    <a:pt x="904812" y="602036"/>
                    <a:pt x="904812" y="591946"/>
                  </a:cubicBezTo>
                  <a:cubicBezTo>
                    <a:pt x="904812" y="581958"/>
                    <a:pt x="896811" y="573821"/>
                    <a:pt x="886778" y="573682"/>
                  </a:cubicBezTo>
                  <a:close/>
                  <a:moveTo>
                    <a:pt x="840804" y="254054"/>
                  </a:moveTo>
                  <a:cubicBezTo>
                    <a:pt x="830707" y="254054"/>
                    <a:pt x="822516" y="262228"/>
                    <a:pt x="822516" y="272318"/>
                  </a:cubicBezTo>
                  <a:cubicBezTo>
                    <a:pt x="822516" y="282408"/>
                    <a:pt x="830707" y="290583"/>
                    <a:pt x="840804" y="290583"/>
                  </a:cubicBezTo>
                  <a:cubicBezTo>
                    <a:pt x="850900" y="290583"/>
                    <a:pt x="859092" y="282408"/>
                    <a:pt x="859092" y="272318"/>
                  </a:cubicBezTo>
                  <a:cubicBezTo>
                    <a:pt x="858965" y="262406"/>
                    <a:pt x="850964" y="254383"/>
                    <a:pt x="841058" y="254244"/>
                  </a:cubicBezTo>
                  <a:close/>
                  <a:moveTo>
                    <a:pt x="886524" y="208392"/>
                  </a:moveTo>
                  <a:cubicBezTo>
                    <a:pt x="876427" y="208392"/>
                    <a:pt x="868236" y="216567"/>
                    <a:pt x="868236" y="226657"/>
                  </a:cubicBezTo>
                  <a:cubicBezTo>
                    <a:pt x="868236" y="236747"/>
                    <a:pt x="876427" y="244921"/>
                    <a:pt x="886524" y="244921"/>
                  </a:cubicBezTo>
                  <a:cubicBezTo>
                    <a:pt x="896620" y="244921"/>
                    <a:pt x="904812" y="236747"/>
                    <a:pt x="904812" y="226657"/>
                  </a:cubicBezTo>
                  <a:cubicBezTo>
                    <a:pt x="904812" y="216669"/>
                    <a:pt x="896811" y="208532"/>
                    <a:pt x="886778" y="208392"/>
                  </a:cubicBezTo>
                  <a:close/>
                  <a:moveTo>
                    <a:pt x="886524" y="299715"/>
                  </a:moveTo>
                  <a:cubicBezTo>
                    <a:pt x="876427" y="299715"/>
                    <a:pt x="868236" y="307890"/>
                    <a:pt x="868236" y="317979"/>
                  </a:cubicBezTo>
                  <a:cubicBezTo>
                    <a:pt x="868236" y="328069"/>
                    <a:pt x="876427" y="336244"/>
                    <a:pt x="886524" y="336244"/>
                  </a:cubicBezTo>
                  <a:cubicBezTo>
                    <a:pt x="896620" y="336244"/>
                    <a:pt x="904812" y="328069"/>
                    <a:pt x="904812" y="317979"/>
                  </a:cubicBezTo>
                  <a:cubicBezTo>
                    <a:pt x="904812" y="307991"/>
                    <a:pt x="896811" y="299854"/>
                    <a:pt x="886778" y="299715"/>
                  </a:cubicBezTo>
                  <a:close/>
                  <a:moveTo>
                    <a:pt x="886524" y="391037"/>
                  </a:moveTo>
                  <a:cubicBezTo>
                    <a:pt x="876427" y="391037"/>
                    <a:pt x="868236" y="399212"/>
                    <a:pt x="868236" y="409302"/>
                  </a:cubicBezTo>
                  <a:cubicBezTo>
                    <a:pt x="868236" y="419391"/>
                    <a:pt x="876427" y="427566"/>
                    <a:pt x="886524" y="427566"/>
                  </a:cubicBezTo>
                  <a:cubicBezTo>
                    <a:pt x="896620" y="427566"/>
                    <a:pt x="904812" y="419391"/>
                    <a:pt x="904812" y="409302"/>
                  </a:cubicBezTo>
                  <a:cubicBezTo>
                    <a:pt x="904812" y="399313"/>
                    <a:pt x="896811" y="391177"/>
                    <a:pt x="886778" y="391037"/>
                  </a:cubicBezTo>
                  <a:close/>
                  <a:moveTo>
                    <a:pt x="886524" y="482359"/>
                  </a:moveTo>
                  <a:cubicBezTo>
                    <a:pt x="876427" y="482359"/>
                    <a:pt x="868236" y="490534"/>
                    <a:pt x="868236" y="500624"/>
                  </a:cubicBezTo>
                  <a:cubicBezTo>
                    <a:pt x="868236" y="510714"/>
                    <a:pt x="876427" y="518888"/>
                    <a:pt x="886524" y="518888"/>
                  </a:cubicBezTo>
                  <a:cubicBezTo>
                    <a:pt x="896620" y="518888"/>
                    <a:pt x="904812" y="510714"/>
                    <a:pt x="904812" y="500624"/>
                  </a:cubicBezTo>
                  <a:cubicBezTo>
                    <a:pt x="904685" y="490712"/>
                    <a:pt x="896684" y="482689"/>
                    <a:pt x="886778" y="482550"/>
                  </a:cubicBezTo>
                  <a:close/>
                  <a:moveTo>
                    <a:pt x="795084" y="391037"/>
                  </a:moveTo>
                  <a:cubicBezTo>
                    <a:pt x="784987" y="391037"/>
                    <a:pt x="776796" y="399212"/>
                    <a:pt x="776796" y="409302"/>
                  </a:cubicBezTo>
                  <a:cubicBezTo>
                    <a:pt x="776796" y="419391"/>
                    <a:pt x="784987" y="427566"/>
                    <a:pt x="795084" y="427566"/>
                  </a:cubicBezTo>
                  <a:cubicBezTo>
                    <a:pt x="805180" y="427566"/>
                    <a:pt x="813372" y="419391"/>
                    <a:pt x="813372" y="409302"/>
                  </a:cubicBezTo>
                  <a:cubicBezTo>
                    <a:pt x="813372" y="399313"/>
                    <a:pt x="805371" y="391177"/>
                    <a:pt x="795338" y="391037"/>
                  </a:cubicBezTo>
                  <a:close/>
                  <a:moveTo>
                    <a:pt x="795084" y="299715"/>
                  </a:moveTo>
                  <a:cubicBezTo>
                    <a:pt x="784987" y="299715"/>
                    <a:pt x="776796" y="307890"/>
                    <a:pt x="776796" y="317979"/>
                  </a:cubicBezTo>
                  <a:cubicBezTo>
                    <a:pt x="776796" y="328069"/>
                    <a:pt x="784987" y="336244"/>
                    <a:pt x="795084" y="336244"/>
                  </a:cubicBezTo>
                  <a:cubicBezTo>
                    <a:pt x="805180" y="336244"/>
                    <a:pt x="813372" y="328069"/>
                    <a:pt x="813372" y="317979"/>
                  </a:cubicBezTo>
                  <a:cubicBezTo>
                    <a:pt x="813372" y="307991"/>
                    <a:pt x="805371" y="299854"/>
                    <a:pt x="795338" y="299715"/>
                  </a:cubicBezTo>
                  <a:close/>
                  <a:moveTo>
                    <a:pt x="840804" y="436698"/>
                  </a:moveTo>
                  <a:cubicBezTo>
                    <a:pt x="830707" y="436698"/>
                    <a:pt x="822516" y="444873"/>
                    <a:pt x="822516" y="454963"/>
                  </a:cubicBezTo>
                  <a:cubicBezTo>
                    <a:pt x="822516" y="465053"/>
                    <a:pt x="830707" y="473227"/>
                    <a:pt x="840804" y="473227"/>
                  </a:cubicBezTo>
                  <a:cubicBezTo>
                    <a:pt x="850900" y="473227"/>
                    <a:pt x="859092" y="465053"/>
                    <a:pt x="859092" y="454963"/>
                  </a:cubicBezTo>
                  <a:cubicBezTo>
                    <a:pt x="859092" y="444974"/>
                    <a:pt x="851027" y="436838"/>
                    <a:pt x="841058" y="436698"/>
                  </a:cubicBezTo>
                  <a:close/>
                  <a:moveTo>
                    <a:pt x="795084" y="208392"/>
                  </a:moveTo>
                  <a:cubicBezTo>
                    <a:pt x="784987" y="208392"/>
                    <a:pt x="776796" y="216567"/>
                    <a:pt x="776796" y="226657"/>
                  </a:cubicBezTo>
                  <a:cubicBezTo>
                    <a:pt x="776796" y="236747"/>
                    <a:pt x="784987" y="244921"/>
                    <a:pt x="795084" y="244921"/>
                  </a:cubicBezTo>
                  <a:cubicBezTo>
                    <a:pt x="805180" y="244921"/>
                    <a:pt x="813372" y="236747"/>
                    <a:pt x="813372" y="226657"/>
                  </a:cubicBezTo>
                  <a:cubicBezTo>
                    <a:pt x="813372" y="216669"/>
                    <a:pt x="805371" y="208532"/>
                    <a:pt x="795338" y="208392"/>
                  </a:cubicBezTo>
                  <a:close/>
                  <a:moveTo>
                    <a:pt x="795084" y="482359"/>
                  </a:moveTo>
                  <a:cubicBezTo>
                    <a:pt x="784987" y="482359"/>
                    <a:pt x="776796" y="490534"/>
                    <a:pt x="776796" y="500624"/>
                  </a:cubicBezTo>
                  <a:cubicBezTo>
                    <a:pt x="776796" y="510714"/>
                    <a:pt x="784987" y="518888"/>
                    <a:pt x="795084" y="518888"/>
                  </a:cubicBezTo>
                  <a:cubicBezTo>
                    <a:pt x="805180" y="518888"/>
                    <a:pt x="813372" y="510714"/>
                    <a:pt x="813372" y="500624"/>
                  </a:cubicBezTo>
                  <a:cubicBezTo>
                    <a:pt x="813245" y="490712"/>
                    <a:pt x="805244" y="482689"/>
                    <a:pt x="795338" y="482550"/>
                  </a:cubicBezTo>
                  <a:close/>
                  <a:moveTo>
                    <a:pt x="795084" y="117070"/>
                  </a:moveTo>
                  <a:cubicBezTo>
                    <a:pt x="784987" y="117070"/>
                    <a:pt x="776796" y="125245"/>
                    <a:pt x="776796" y="135335"/>
                  </a:cubicBezTo>
                  <a:cubicBezTo>
                    <a:pt x="776796" y="145424"/>
                    <a:pt x="784987" y="153599"/>
                    <a:pt x="795084" y="153599"/>
                  </a:cubicBezTo>
                  <a:cubicBezTo>
                    <a:pt x="805180" y="153599"/>
                    <a:pt x="813372" y="145424"/>
                    <a:pt x="813372" y="135335"/>
                  </a:cubicBezTo>
                  <a:cubicBezTo>
                    <a:pt x="813372" y="125346"/>
                    <a:pt x="805371" y="117210"/>
                    <a:pt x="795338" y="117070"/>
                  </a:cubicBezTo>
                  <a:close/>
                  <a:moveTo>
                    <a:pt x="840804" y="528021"/>
                  </a:moveTo>
                  <a:cubicBezTo>
                    <a:pt x="830644" y="527983"/>
                    <a:pt x="822452" y="536164"/>
                    <a:pt x="822389" y="546285"/>
                  </a:cubicBezTo>
                  <a:cubicBezTo>
                    <a:pt x="822325" y="556407"/>
                    <a:pt x="830517" y="564638"/>
                    <a:pt x="840677" y="564676"/>
                  </a:cubicBezTo>
                  <a:cubicBezTo>
                    <a:pt x="850837" y="564714"/>
                    <a:pt x="859028" y="556533"/>
                    <a:pt x="859092" y="546412"/>
                  </a:cubicBezTo>
                  <a:cubicBezTo>
                    <a:pt x="859092" y="546367"/>
                    <a:pt x="859092" y="546330"/>
                    <a:pt x="859092" y="546285"/>
                  </a:cubicBezTo>
                  <a:cubicBezTo>
                    <a:pt x="859092" y="536297"/>
                    <a:pt x="851027" y="528160"/>
                    <a:pt x="841058" y="528021"/>
                  </a:cubicBezTo>
                  <a:close/>
                  <a:moveTo>
                    <a:pt x="840804" y="619343"/>
                  </a:moveTo>
                  <a:cubicBezTo>
                    <a:pt x="830707" y="619343"/>
                    <a:pt x="822516" y="627518"/>
                    <a:pt x="822516" y="637607"/>
                  </a:cubicBezTo>
                  <a:cubicBezTo>
                    <a:pt x="822516" y="639148"/>
                    <a:pt x="822770" y="640683"/>
                    <a:pt x="823151" y="642174"/>
                  </a:cubicBezTo>
                  <a:cubicBezTo>
                    <a:pt x="835089" y="639814"/>
                    <a:pt x="846837" y="636701"/>
                    <a:pt x="858393" y="632851"/>
                  </a:cubicBezTo>
                  <a:cubicBezTo>
                    <a:pt x="856298" y="624994"/>
                    <a:pt x="849186" y="619489"/>
                    <a:pt x="841058" y="619343"/>
                  </a:cubicBezTo>
                  <a:close/>
                  <a:moveTo>
                    <a:pt x="795084" y="25748"/>
                  </a:moveTo>
                  <a:cubicBezTo>
                    <a:pt x="784987" y="25748"/>
                    <a:pt x="776796" y="33922"/>
                    <a:pt x="776796" y="44012"/>
                  </a:cubicBezTo>
                  <a:cubicBezTo>
                    <a:pt x="776796" y="54102"/>
                    <a:pt x="784987" y="62277"/>
                    <a:pt x="795084" y="62277"/>
                  </a:cubicBezTo>
                  <a:cubicBezTo>
                    <a:pt x="805180" y="62277"/>
                    <a:pt x="813372" y="54102"/>
                    <a:pt x="813372" y="44012"/>
                  </a:cubicBezTo>
                  <a:cubicBezTo>
                    <a:pt x="813245" y="34100"/>
                    <a:pt x="805244" y="26078"/>
                    <a:pt x="795338" y="25938"/>
                  </a:cubicBezTo>
                  <a:close/>
                </a:path>
              </a:pathLst>
            </a:custGeom>
            <a:solidFill>
              <a:srgbClr val="F0028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4433316" y="3203434"/>
              <a:ext cx="1359026" cy="913651"/>
            </a:xfrm>
            <a:custGeom>
              <a:avLst/>
              <a:gdLst/>
              <a:ahLst/>
              <a:cxnLst/>
              <a:rect l="l" t="t" r="r" b="b"/>
              <a:pathLst>
                <a:path w="1812035" h="1218201" extrusionOk="0">
                  <a:moveTo>
                    <a:pt x="877760" y="1218202"/>
                  </a:moveTo>
                  <a:cubicBezTo>
                    <a:pt x="1373442" y="1218202"/>
                    <a:pt x="1576959" y="444118"/>
                    <a:pt x="1812036" y="0"/>
                  </a:cubicBezTo>
                  <a:lnTo>
                    <a:pt x="0" y="0"/>
                  </a:lnTo>
                  <a:cubicBezTo>
                    <a:pt x="243967" y="601269"/>
                    <a:pt x="522922" y="1218202"/>
                    <a:pt x="877760" y="1218202"/>
                  </a:cubicBezTo>
                  <a:close/>
                </a:path>
              </a:pathLst>
            </a:custGeom>
            <a:gradFill>
              <a:gsLst>
                <a:gs pos="0">
                  <a:srgbClr val="BEF176"/>
                </a:gs>
                <a:gs pos="100000">
                  <a:srgbClr val="17A89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3474719" y="2357234"/>
              <a:ext cx="958596" cy="846206"/>
            </a:xfrm>
            <a:custGeom>
              <a:avLst/>
              <a:gdLst/>
              <a:ahLst/>
              <a:cxnLst/>
              <a:rect l="l" t="t" r="r" b="b"/>
              <a:pathLst>
                <a:path w="1278128" h="1128274" extrusionOk="0">
                  <a:moveTo>
                    <a:pt x="641922" y="0"/>
                  </a:moveTo>
                  <a:cubicBezTo>
                    <a:pt x="371729" y="0"/>
                    <a:pt x="243142" y="659994"/>
                    <a:pt x="0" y="1128275"/>
                  </a:cubicBezTo>
                  <a:lnTo>
                    <a:pt x="1278128" y="1128275"/>
                  </a:lnTo>
                  <a:cubicBezTo>
                    <a:pt x="1046290" y="557066"/>
                    <a:pt x="845947" y="0"/>
                    <a:pt x="641922" y="0"/>
                  </a:cubicBezTo>
                  <a:close/>
                </a:path>
              </a:pathLst>
            </a:custGeom>
            <a:solidFill>
              <a:srgbClr val="FF3D4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5792342" y="2975558"/>
              <a:ext cx="530066" cy="227878"/>
            </a:xfrm>
            <a:custGeom>
              <a:avLst/>
              <a:gdLst/>
              <a:ahLst/>
              <a:cxnLst/>
              <a:rect l="l" t="t" r="r" b="b"/>
              <a:pathLst>
                <a:path w="706755" h="303837" extrusionOk="0">
                  <a:moveTo>
                    <a:pt x="320167" y="0"/>
                  </a:moveTo>
                  <a:cubicBezTo>
                    <a:pt x="194310" y="0"/>
                    <a:pt x="94615" y="125251"/>
                    <a:pt x="0" y="303837"/>
                  </a:cubicBezTo>
                  <a:lnTo>
                    <a:pt x="706755" y="303837"/>
                  </a:lnTo>
                  <a:cubicBezTo>
                    <a:pt x="594932" y="135335"/>
                    <a:pt x="483933" y="0"/>
                    <a:pt x="320167" y="0"/>
                  </a:cubicBezTo>
                  <a:close/>
                </a:path>
              </a:pathLst>
            </a:custGeom>
            <a:solidFill>
              <a:srgbClr val="A54FA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0" y="2737741"/>
              <a:ext cx="464201" cy="465648"/>
            </a:xfrm>
            <a:custGeom>
              <a:avLst/>
              <a:gdLst/>
              <a:ahLst/>
              <a:cxnLst/>
              <a:rect l="l" t="t" r="r" b="b"/>
              <a:pathLst>
                <a:path w="618934" h="620864" extrusionOk="0">
                  <a:moveTo>
                    <a:pt x="0" y="0"/>
                  </a:moveTo>
                  <a:lnTo>
                    <a:pt x="0" y="620865"/>
                  </a:lnTo>
                  <a:lnTo>
                    <a:pt x="618935" y="620865"/>
                  </a:lnTo>
                  <a:cubicBezTo>
                    <a:pt x="480632" y="309101"/>
                    <a:pt x="339535" y="1459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BEF176"/>
                </a:gs>
                <a:gs pos="100000">
                  <a:srgbClr val="17A89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8765190" y="3203434"/>
              <a:ext cx="378809" cy="485483"/>
            </a:xfrm>
            <a:custGeom>
              <a:avLst/>
              <a:gdLst/>
              <a:ahLst/>
              <a:cxnLst/>
              <a:rect l="l" t="t" r="r" b="b"/>
              <a:pathLst>
                <a:path w="505079" h="647310" extrusionOk="0">
                  <a:moveTo>
                    <a:pt x="0" y="0"/>
                  </a:moveTo>
                  <a:cubicBezTo>
                    <a:pt x="127000" y="368460"/>
                    <a:pt x="278765" y="644013"/>
                    <a:pt x="505079" y="647310"/>
                  </a:cubicBezTo>
                  <a:lnTo>
                    <a:pt x="505079" y="0"/>
                  </a:lnTo>
                  <a:close/>
                </a:path>
              </a:pathLst>
            </a:custGeom>
            <a:gradFill>
              <a:gsLst>
                <a:gs pos="0">
                  <a:srgbClr val="FF826C"/>
                </a:gs>
                <a:gs pos="100000">
                  <a:srgbClr val="FF3E4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1894904" y="2489983"/>
              <a:ext cx="794003" cy="713456"/>
            </a:xfrm>
            <a:custGeom>
              <a:avLst/>
              <a:gdLst/>
              <a:ahLst/>
              <a:cxnLst/>
              <a:rect l="l" t="t" r="r" b="b"/>
              <a:pathLst>
                <a:path w="1058671" h="951274" extrusionOk="0">
                  <a:moveTo>
                    <a:pt x="584200" y="0"/>
                  </a:moveTo>
                  <a:cubicBezTo>
                    <a:pt x="388938" y="0"/>
                    <a:pt x="206692" y="447289"/>
                    <a:pt x="0" y="951274"/>
                  </a:cubicBezTo>
                  <a:lnTo>
                    <a:pt x="1058672" y="951274"/>
                  </a:lnTo>
                  <a:cubicBezTo>
                    <a:pt x="920623" y="672805"/>
                    <a:pt x="806005" y="314808"/>
                    <a:pt x="664654" y="17313"/>
                  </a:cubicBezTo>
                  <a:cubicBezTo>
                    <a:pt x="639312" y="6075"/>
                    <a:pt x="611924" y="184"/>
                    <a:pt x="584200" y="0"/>
                  </a:cubicBezTo>
                  <a:close/>
                </a:path>
              </a:pathLst>
            </a:custGeom>
            <a:solidFill>
              <a:srgbClr val="FF800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5288756" y="3203434"/>
              <a:ext cx="940450" cy="428073"/>
            </a:xfrm>
            <a:custGeom>
              <a:avLst/>
              <a:gdLst/>
              <a:ahLst/>
              <a:cxnLst/>
              <a:rect l="l" t="t" r="r" b="b"/>
              <a:pathLst>
                <a:path w="1253934" h="570764" extrusionOk="0">
                  <a:moveTo>
                    <a:pt x="569913" y="570765"/>
                  </a:moveTo>
                  <a:cubicBezTo>
                    <a:pt x="852488" y="570765"/>
                    <a:pt x="1068959" y="318106"/>
                    <a:pt x="1253934" y="0"/>
                  </a:cubicBezTo>
                  <a:lnTo>
                    <a:pt x="0" y="0"/>
                  </a:lnTo>
                  <a:cubicBezTo>
                    <a:pt x="142240" y="325336"/>
                    <a:pt x="312674" y="570765"/>
                    <a:pt x="569913" y="570765"/>
                  </a:cubicBezTo>
                  <a:close/>
                </a:path>
              </a:pathLst>
            </a:custGeom>
            <a:solidFill>
              <a:srgbClr val="7DFF29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8514492" y="2394856"/>
              <a:ext cx="629507" cy="808583"/>
            </a:xfrm>
            <a:custGeom>
              <a:avLst/>
              <a:gdLst/>
              <a:ahLst/>
              <a:cxnLst/>
              <a:rect l="l" t="t" r="r" b="b"/>
              <a:pathLst>
                <a:path w="839343" h="1078110" extrusionOk="0">
                  <a:moveTo>
                    <a:pt x="0" y="1078111"/>
                  </a:moveTo>
                  <a:lnTo>
                    <a:pt x="839343" y="1078111"/>
                  </a:lnTo>
                  <a:lnTo>
                    <a:pt x="839343" y="0"/>
                  </a:lnTo>
                  <a:cubicBezTo>
                    <a:pt x="537274" y="5898"/>
                    <a:pt x="328867" y="647881"/>
                    <a:pt x="0" y="1078111"/>
                  </a:cubicBezTo>
                  <a:close/>
                </a:path>
              </a:pathLst>
            </a:custGeom>
            <a:solidFill>
              <a:srgbClr val="FF96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3876675" y="2014492"/>
              <a:ext cx="1398460" cy="1189045"/>
            </a:xfrm>
            <a:custGeom>
              <a:avLst/>
              <a:gdLst/>
              <a:ahLst/>
              <a:cxnLst/>
              <a:rect l="l" t="t" r="r" b="b"/>
              <a:pathLst>
                <a:path w="1864614" h="1585393" extrusionOk="0">
                  <a:moveTo>
                    <a:pt x="215900" y="962880"/>
                  </a:moveTo>
                  <a:lnTo>
                    <a:pt x="839153" y="1585267"/>
                  </a:lnTo>
                  <a:lnTo>
                    <a:pt x="866648" y="1585267"/>
                  </a:lnTo>
                  <a:lnTo>
                    <a:pt x="223329" y="942523"/>
                  </a:lnTo>
                  <a:close/>
                  <a:moveTo>
                    <a:pt x="194754" y="1023761"/>
                  </a:moveTo>
                  <a:lnTo>
                    <a:pt x="757047" y="1585267"/>
                  </a:lnTo>
                  <a:lnTo>
                    <a:pt x="784542" y="1585267"/>
                  </a:lnTo>
                  <a:lnTo>
                    <a:pt x="201866" y="1003341"/>
                  </a:lnTo>
                  <a:cubicBezTo>
                    <a:pt x="199771" y="1010190"/>
                    <a:pt x="197358" y="1016976"/>
                    <a:pt x="195009" y="1023761"/>
                  </a:cubicBezTo>
                  <a:close/>
                  <a:moveTo>
                    <a:pt x="173990" y="1084833"/>
                  </a:moveTo>
                  <a:lnTo>
                    <a:pt x="675132" y="1585267"/>
                  </a:lnTo>
                  <a:lnTo>
                    <a:pt x="702691" y="1585267"/>
                  </a:lnTo>
                  <a:lnTo>
                    <a:pt x="181039" y="1064349"/>
                  </a:lnTo>
                  <a:close/>
                  <a:moveTo>
                    <a:pt x="259143" y="841751"/>
                  </a:moveTo>
                  <a:lnTo>
                    <a:pt x="1003681" y="1585267"/>
                  </a:lnTo>
                  <a:lnTo>
                    <a:pt x="1031177" y="1585267"/>
                  </a:lnTo>
                  <a:lnTo>
                    <a:pt x="266700" y="821584"/>
                  </a:lnTo>
                  <a:close/>
                  <a:moveTo>
                    <a:pt x="237490" y="902188"/>
                  </a:moveTo>
                  <a:lnTo>
                    <a:pt x="921512" y="1585267"/>
                  </a:lnTo>
                  <a:lnTo>
                    <a:pt x="949071" y="1585267"/>
                  </a:lnTo>
                  <a:lnTo>
                    <a:pt x="244729" y="881895"/>
                  </a:lnTo>
                  <a:close/>
                  <a:moveTo>
                    <a:pt x="303657" y="722207"/>
                  </a:moveTo>
                  <a:lnTo>
                    <a:pt x="1167892" y="1585267"/>
                  </a:lnTo>
                  <a:lnTo>
                    <a:pt x="1195451" y="1585267"/>
                  </a:lnTo>
                  <a:lnTo>
                    <a:pt x="311150" y="702358"/>
                  </a:lnTo>
                  <a:cubicBezTo>
                    <a:pt x="308801" y="708953"/>
                    <a:pt x="306260" y="715549"/>
                    <a:pt x="303657" y="722207"/>
                  </a:cubicBezTo>
                  <a:close/>
                  <a:moveTo>
                    <a:pt x="281178" y="781757"/>
                  </a:moveTo>
                  <a:lnTo>
                    <a:pt x="1085850" y="1585267"/>
                  </a:lnTo>
                  <a:lnTo>
                    <a:pt x="1113346" y="1585267"/>
                  </a:lnTo>
                  <a:lnTo>
                    <a:pt x="288671" y="761717"/>
                  </a:lnTo>
                  <a:cubicBezTo>
                    <a:pt x="286131" y="768376"/>
                    <a:pt x="283654" y="775035"/>
                    <a:pt x="281178" y="781757"/>
                  </a:cubicBezTo>
                  <a:close/>
                  <a:moveTo>
                    <a:pt x="45657" y="1448727"/>
                  </a:moveTo>
                  <a:lnTo>
                    <a:pt x="182372" y="1585267"/>
                  </a:lnTo>
                  <a:lnTo>
                    <a:pt x="209867" y="1585267"/>
                  </a:lnTo>
                  <a:lnTo>
                    <a:pt x="53086" y="1428687"/>
                  </a:lnTo>
                  <a:close/>
                  <a:moveTo>
                    <a:pt x="23051" y="1508150"/>
                  </a:moveTo>
                  <a:lnTo>
                    <a:pt x="100266" y="1585267"/>
                  </a:lnTo>
                  <a:lnTo>
                    <a:pt x="127762" y="1585267"/>
                  </a:lnTo>
                  <a:lnTo>
                    <a:pt x="30671" y="1488300"/>
                  </a:lnTo>
                  <a:close/>
                  <a:moveTo>
                    <a:pt x="67501" y="1388797"/>
                  </a:moveTo>
                  <a:lnTo>
                    <a:pt x="264351" y="1585394"/>
                  </a:lnTo>
                  <a:lnTo>
                    <a:pt x="292100" y="1585394"/>
                  </a:lnTo>
                  <a:lnTo>
                    <a:pt x="75121" y="1368757"/>
                  </a:lnTo>
                  <a:close/>
                  <a:moveTo>
                    <a:pt x="326517" y="663228"/>
                  </a:moveTo>
                  <a:lnTo>
                    <a:pt x="1249807" y="1585267"/>
                  </a:lnTo>
                  <a:lnTo>
                    <a:pt x="1277303" y="1585267"/>
                  </a:lnTo>
                  <a:lnTo>
                    <a:pt x="334709" y="643632"/>
                  </a:lnTo>
                  <a:cubicBezTo>
                    <a:pt x="332041" y="650164"/>
                    <a:pt x="329374" y="656696"/>
                    <a:pt x="326771" y="663228"/>
                  </a:cubicBezTo>
                  <a:close/>
                  <a:moveTo>
                    <a:pt x="153035" y="1145905"/>
                  </a:moveTo>
                  <a:lnTo>
                    <a:pt x="593027" y="1585267"/>
                  </a:lnTo>
                  <a:lnTo>
                    <a:pt x="620522" y="1585267"/>
                  </a:lnTo>
                  <a:lnTo>
                    <a:pt x="160084" y="1125421"/>
                  </a:lnTo>
                  <a:close/>
                  <a:moveTo>
                    <a:pt x="0" y="1566812"/>
                  </a:moveTo>
                  <a:lnTo>
                    <a:pt x="18288" y="1585077"/>
                  </a:lnTo>
                  <a:lnTo>
                    <a:pt x="45847" y="1585077"/>
                  </a:lnTo>
                  <a:lnTo>
                    <a:pt x="7747" y="1547026"/>
                  </a:lnTo>
                  <a:cubicBezTo>
                    <a:pt x="5080" y="1554128"/>
                    <a:pt x="2413" y="1560470"/>
                    <a:pt x="0" y="1566812"/>
                  </a:cubicBezTo>
                  <a:close/>
                  <a:moveTo>
                    <a:pt x="132207" y="1206723"/>
                  </a:moveTo>
                  <a:lnTo>
                    <a:pt x="511111" y="1585077"/>
                  </a:lnTo>
                  <a:lnTo>
                    <a:pt x="538607" y="1585077"/>
                  </a:lnTo>
                  <a:lnTo>
                    <a:pt x="139065" y="1186302"/>
                  </a:lnTo>
                  <a:close/>
                  <a:moveTo>
                    <a:pt x="110998" y="1267605"/>
                  </a:moveTo>
                  <a:lnTo>
                    <a:pt x="428942" y="1585077"/>
                  </a:lnTo>
                  <a:lnTo>
                    <a:pt x="456438" y="1585077"/>
                  </a:lnTo>
                  <a:lnTo>
                    <a:pt x="118110" y="1247184"/>
                  </a:lnTo>
                  <a:cubicBezTo>
                    <a:pt x="115570" y="1254223"/>
                    <a:pt x="113221" y="1261009"/>
                    <a:pt x="110808" y="1267795"/>
                  </a:cubicBezTo>
                  <a:close/>
                  <a:moveTo>
                    <a:pt x="89662" y="1328233"/>
                  </a:moveTo>
                  <a:lnTo>
                    <a:pt x="346837" y="1585077"/>
                  </a:lnTo>
                  <a:lnTo>
                    <a:pt x="374333" y="1585077"/>
                  </a:lnTo>
                  <a:lnTo>
                    <a:pt x="96838" y="1307939"/>
                  </a:lnTo>
                  <a:cubicBezTo>
                    <a:pt x="94234" y="1314915"/>
                    <a:pt x="91884" y="1321701"/>
                    <a:pt x="89472" y="1328423"/>
                  </a:cubicBezTo>
                  <a:close/>
                  <a:moveTo>
                    <a:pt x="1792922" y="1361400"/>
                  </a:moveTo>
                  <a:lnTo>
                    <a:pt x="599122" y="169137"/>
                  </a:lnTo>
                  <a:cubicBezTo>
                    <a:pt x="594868" y="173956"/>
                    <a:pt x="590614" y="178966"/>
                    <a:pt x="586422" y="183976"/>
                  </a:cubicBezTo>
                  <a:lnTo>
                    <a:pt x="1809750" y="1405920"/>
                  </a:lnTo>
                  <a:cubicBezTo>
                    <a:pt x="1804035" y="1391251"/>
                    <a:pt x="1798383" y="1376475"/>
                    <a:pt x="1792732" y="1361591"/>
                  </a:cubicBezTo>
                  <a:close/>
                  <a:moveTo>
                    <a:pt x="1608772" y="849171"/>
                  </a:moveTo>
                  <a:lnTo>
                    <a:pt x="785876" y="27967"/>
                  </a:lnTo>
                  <a:cubicBezTo>
                    <a:pt x="779526" y="30631"/>
                    <a:pt x="773176" y="33421"/>
                    <a:pt x="766826" y="36402"/>
                  </a:cubicBezTo>
                  <a:lnTo>
                    <a:pt x="1624076" y="892549"/>
                  </a:lnTo>
                  <a:close/>
                  <a:moveTo>
                    <a:pt x="1745488" y="1231837"/>
                  </a:moveTo>
                  <a:lnTo>
                    <a:pt x="638873" y="127217"/>
                  </a:lnTo>
                  <a:cubicBezTo>
                    <a:pt x="634238" y="131720"/>
                    <a:pt x="629603" y="136222"/>
                    <a:pt x="625030" y="140915"/>
                  </a:cubicBezTo>
                  <a:lnTo>
                    <a:pt x="1760728" y="1275088"/>
                  </a:lnTo>
                  <a:close/>
                  <a:moveTo>
                    <a:pt x="1700149" y="1104493"/>
                  </a:moveTo>
                  <a:lnTo>
                    <a:pt x="682689" y="89166"/>
                  </a:lnTo>
                  <a:cubicBezTo>
                    <a:pt x="677609" y="93161"/>
                    <a:pt x="672528" y="97347"/>
                    <a:pt x="667512" y="101533"/>
                  </a:cubicBezTo>
                  <a:lnTo>
                    <a:pt x="1714818" y="1147490"/>
                  </a:lnTo>
                  <a:close/>
                  <a:moveTo>
                    <a:pt x="1558734" y="717197"/>
                  </a:moveTo>
                  <a:lnTo>
                    <a:pt x="848423" y="8435"/>
                  </a:lnTo>
                  <a:cubicBezTo>
                    <a:pt x="841058" y="10020"/>
                    <a:pt x="833691" y="11859"/>
                    <a:pt x="826453" y="13952"/>
                  </a:cubicBezTo>
                  <a:lnTo>
                    <a:pt x="1575753" y="762288"/>
                  </a:lnTo>
                  <a:cubicBezTo>
                    <a:pt x="1569974" y="747239"/>
                    <a:pt x="1564132" y="732272"/>
                    <a:pt x="1558354" y="717388"/>
                  </a:cubicBezTo>
                  <a:close/>
                  <a:moveTo>
                    <a:pt x="1655128" y="977593"/>
                  </a:moveTo>
                  <a:lnTo>
                    <a:pt x="731266" y="55491"/>
                  </a:lnTo>
                  <a:cubicBezTo>
                    <a:pt x="725615" y="58852"/>
                    <a:pt x="719963" y="62404"/>
                    <a:pt x="714375" y="66082"/>
                  </a:cubicBezTo>
                  <a:lnTo>
                    <a:pt x="1670050" y="1020337"/>
                  </a:lnTo>
                  <a:cubicBezTo>
                    <a:pt x="1664843" y="1006131"/>
                    <a:pt x="1659827" y="991925"/>
                    <a:pt x="1654746" y="977783"/>
                  </a:cubicBezTo>
                  <a:close/>
                  <a:moveTo>
                    <a:pt x="1289876" y="202621"/>
                  </a:moveTo>
                  <a:lnTo>
                    <a:pt x="1173035" y="85995"/>
                  </a:lnTo>
                  <a:cubicBezTo>
                    <a:pt x="1150029" y="68341"/>
                    <a:pt x="1125385" y="52924"/>
                    <a:pt x="1099439" y="39954"/>
                  </a:cubicBezTo>
                  <a:lnTo>
                    <a:pt x="1356423" y="296544"/>
                  </a:lnTo>
                  <a:cubicBezTo>
                    <a:pt x="1335786" y="264142"/>
                    <a:pt x="1313434" y="232854"/>
                    <a:pt x="1289495" y="202812"/>
                  </a:cubicBezTo>
                  <a:close/>
                  <a:moveTo>
                    <a:pt x="1501457" y="577994"/>
                  </a:moveTo>
                  <a:lnTo>
                    <a:pt x="922147" y="0"/>
                  </a:lnTo>
                  <a:cubicBezTo>
                    <a:pt x="913321" y="0"/>
                    <a:pt x="904558" y="634"/>
                    <a:pt x="895922" y="1332"/>
                  </a:cubicBezTo>
                  <a:lnTo>
                    <a:pt x="1521396" y="625938"/>
                  </a:lnTo>
                  <a:cubicBezTo>
                    <a:pt x="1514666" y="609894"/>
                    <a:pt x="1507934" y="593912"/>
                    <a:pt x="1501077" y="578185"/>
                  </a:cubicBezTo>
                  <a:close/>
                  <a:moveTo>
                    <a:pt x="1428496" y="423127"/>
                  </a:moveTo>
                  <a:lnTo>
                    <a:pt x="1013841" y="9576"/>
                  </a:lnTo>
                  <a:cubicBezTo>
                    <a:pt x="1002792" y="7039"/>
                    <a:pt x="991597" y="4926"/>
                    <a:pt x="980250" y="3234"/>
                  </a:cubicBezTo>
                  <a:lnTo>
                    <a:pt x="1455293" y="477667"/>
                  </a:lnTo>
                  <a:cubicBezTo>
                    <a:pt x="1446340" y="459275"/>
                    <a:pt x="1437322" y="441157"/>
                    <a:pt x="1428115" y="423317"/>
                  </a:cubicBezTo>
                  <a:close/>
                  <a:moveTo>
                    <a:pt x="456057" y="381651"/>
                  </a:moveTo>
                  <a:lnTo>
                    <a:pt x="1661033" y="1585077"/>
                  </a:lnTo>
                  <a:lnTo>
                    <a:pt x="1688592" y="1585077"/>
                  </a:lnTo>
                  <a:lnTo>
                    <a:pt x="465455" y="364084"/>
                  </a:lnTo>
                  <a:cubicBezTo>
                    <a:pt x="462153" y="369982"/>
                    <a:pt x="458915" y="375880"/>
                    <a:pt x="455676" y="381842"/>
                  </a:cubicBezTo>
                  <a:close/>
                  <a:moveTo>
                    <a:pt x="427990" y="435620"/>
                  </a:moveTo>
                  <a:lnTo>
                    <a:pt x="1578928" y="1585077"/>
                  </a:lnTo>
                  <a:lnTo>
                    <a:pt x="1606423" y="1585077"/>
                  </a:lnTo>
                  <a:lnTo>
                    <a:pt x="436880" y="417609"/>
                  </a:lnTo>
                  <a:cubicBezTo>
                    <a:pt x="433769" y="423634"/>
                    <a:pt x="430657" y="429659"/>
                    <a:pt x="427609" y="435810"/>
                  </a:cubicBezTo>
                  <a:close/>
                  <a:moveTo>
                    <a:pt x="1845564" y="1495847"/>
                  </a:moveTo>
                  <a:lnTo>
                    <a:pt x="561911" y="214354"/>
                  </a:lnTo>
                  <a:cubicBezTo>
                    <a:pt x="557975" y="219554"/>
                    <a:pt x="554101" y="224881"/>
                    <a:pt x="550164" y="230145"/>
                  </a:cubicBezTo>
                  <a:lnTo>
                    <a:pt x="1864614" y="1542904"/>
                  </a:lnTo>
                  <a:cubicBezTo>
                    <a:pt x="1858137" y="1527429"/>
                    <a:pt x="1851660" y="1511828"/>
                    <a:pt x="1845183" y="1496037"/>
                  </a:cubicBezTo>
                  <a:close/>
                  <a:moveTo>
                    <a:pt x="375222" y="547553"/>
                  </a:moveTo>
                  <a:lnTo>
                    <a:pt x="1414272" y="1585267"/>
                  </a:lnTo>
                  <a:lnTo>
                    <a:pt x="1441831" y="1585267"/>
                  </a:lnTo>
                  <a:lnTo>
                    <a:pt x="383730" y="528528"/>
                  </a:lnTo>
                  <a:cubicBezTo>
                    <a:pt x="381000" y="534870"/>
                    <a:pt x="378016" y="541148"/>
                    <a:pt x="375222" y="547553"/>
                  </a:cubicBezTo>
                  <a:close/>
                  <a:moveTo>
                    <a:pt x="400622" y="491111"/>
                  </a:moveTo>
                  <a:lnTo>
                    <a:pt x="1496251" y="1585267"/>
                  </a:lnTo>
                  <a:lnTo>
                    <a:pt x="1524000" y="1585267"/>
                  </a:lnTo>
                  <a:lnTo>
                    <a:pt x="409702" y="472466"/>
                  </a:lnTo>
                  <a:close/>
                  <a:moveTo>
                    <a:pt x="516509" y="278723"/>
                  </a:moveTo>
                  <a:lnTo>
                    <a:pt x="1824609" y="1585140"/>
                  </a:lnTo>
                  <a:lnTo>
                    <a:pt x="1852105" y="1585140"/>
                  </a:lnTo>
                  <a:lnTo>
                    <a:pt x="527685" y="262235"/>
                  </a:lnTo>
                  <a:cubicBezTo>
                    <a:pt x="524002" y="267689"/>
                    <a:pt x="520319" y="273079"/>
                    <a:pt x="516699" y="278723"/>
                  </a:cubicBezTo>
                  <a:close/>
                  <a:moveTo>
                    <a:pt x="484759" y="329458"/>
                  </a:moveTo>
                  <a:lnTo>
                    <a:pt x="1742059" y="1585140"/>
                  </a:lnTo>
                  <a:lnTo>
                    <a:pt x="1769555" y="1585140"/>
                  </a:lnTo>
                  <a:lnTo>
                    <a:pt x="495617" y="312208"/>
                  </a:lnTo>
                  <a:cubicBezTo>
                    <a:pt x="492125" y="317916"/>
                    <a:pt x="488950" y="323814"/>
                    <a:pt x="485267" y="329395"/>
                  </a:cubicBezTo>
                  <a:close/>
                  <a:moveTo>
                    <a:pt x="350076" y="605010"/>
                  </a:moveTo>
                  <a:lnTo>
                    <a:pt x="1331659" y="1585330"/>
                  </a:lnTo>
                  <a:lnTo>
                    <a:pt x="1359154" y="1585330"/>
                  </a:lnTo>
                  <a:lnTo>
                    <a:pt x="358775" y="585668"/>
                  </a:lnTo>
                  <a:close/>
                </a:path>
              </a:pathLst>
            </a:custGeom>
            <a:solidFill>
              <a:srgbClr val="AF9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0" y="2918101"/>
              <a:ext cx="387952" cy="285382"/>
            </a:xfrm>
            <a:custGeom>
              <a:avLst/>
              <a:gdLst/>
              <a:ahLst/>
              <a:cxnLst/>
              <a:rect l="l" t="t" r="r" b="b"/>
              <a:pathLst>
                <a:path w="517270" h="380509" extrusionOk="0">
                  <a:moveTo>
                    <a:pt x="0" y="0"/>
                  </a:moveTo>
                  <a:lnTo>
                    <a:pt x="0" y="380510"/>
                  </a:lnTo>
                  <a:lnTo>
                    <a:pt x="517271" y="380510"/>
                  </a:lnTo>
                  <a:cubicBezTo>
                    <a:pt x="385445" y="159053"/>
                    <a:pt x="226378" y="1142"/>
                    <a:pt x="0" y="0"/>
                  </a:cubicBezTo>
                  <a:close/>
                </a:path>
              </a:pathLst>
            </a:custGeom>
            <a:solidFill>
              <a:srgbClr val="029E8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6229207" y="2252166"/>
              <a:ext cx="1366075" cy="951274"/>
            </a:xfrm>
            <a:custGeom>
              <a:avLst/>
              <a:gdLst/>
              <a:ahLst/>
              <a:cxnLst/>
              <a:rect l="l" t="t" r="r" b="b"/>
              <a:pathLst>
                <a:path w="1821434" h="1268365" extrusionOk="0">
                  <a:moveTo>
                    <a:pt x="840804" y="0"/>
                  </a:moveTo>
                  <a:cubicBezTo>
                    <a:pt x="537718" y="0"/>
                    <a:pt x="314134" y="728422"/>
                    <a:pt x="0" y="1268366"/>
                  </a:cubicBezTo>
                  <a:lnTo>
                    <a:pt x="1821435" y="1268366"/>
                  </a:lnTo>
                  <a:cubicBezTo>
                    <a:pt x="1438784" y="781440"/>
                    <a:pt x="1172337" y="0"/>
                    <a:pt x="840804" y="0"/>
                  </a:cubicBezTo>
                  <a:close/>
                </a:path>
              </a:pathLst>
            </a:custGeom>
            <a:gradFill>
              <a:gsLst>
                <a:gs pos="0">
                  <a:srgbClr val="3BE5CC"/>
                </a:gs>
                <a:gs pos="100000">
                  <a:srgbClr val="02719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7343679" y="1786473"/>
              <a:ext cx="1421463" cy="1416970"/>
            </a:xfrm>
            <a:custGeom>
              <a:avLst/>
              <a:gdLst/>
              <a:ahLst/>
              <a:cxnLst/>
              <a:rect l="l" t="t" r="r" b="b"/>
              <a:pathLst>
                <a:path w="1895284" h="1889294" extrusionOk="0">
                  <a:moveTo>
                    <a:pt x="878205" y="1889294"/>
                  </a:moveTo>
                  <a:lnTo>
                    <a:pt x="931735" y="1889294"/>
                  </a:lnTo>
                  <a:lnTo>
                    <a:pt x="931735" y="14333"/>
                  </a:lnTo>
                  <a:cubicBezTo>
                    <a:pt x="913194" y="20420"/>
                    <a:pt x="895286" y="28190"/>
                    <a:pt x="878205" y="37544"/>
                  </a:cubicBezTo>
                  <a:close/>
                  <a:moveTo>
                    <a:pt x="607695" y="1889294"/>
                  </a:moveTo>
                  <a:lnTo>
                    <a:pt x="661226" y="1889294"/>
                  </a:lnTo>
                  <a:lnTo>
                    <a:pt x="661226" y="256971"/>
                  </a:lnTo>
                  <a:cubicBezTo>
                    <a:pt x="643065" y="284241"/>
                    <a:pt x="625221" y="313223"/>
                    <a:pt x="607695" y="343917"/>
                  </a:cubicBezTo>
                  <a:close/>
                  <a:moveTo>
                    <a:pt x="427419" y="1889294"/>
                  </a:moveTo>
                  <a:lnTo>
                    <a:pt x="480885" y="1889294"/>
                  </a:lnTo>
                  <a:lnTo>
                    <a:pt x="480885" y="601903"/>
                  </a:lnTo>
                  <a:cubicBezTo>
                    <a:pt x="462852" y="643505"/>
                    <a:pt x="445009" y="686357"/>
                    <a:pt x="427419" y="730452"/>
                  </a:cubicBezTo>
                  <a:close/>
                  <a:moveTo>
                    <a:pt x="697865" y="1889294"/>
                  </a:moveTo>
                  <a:lnTo>
                    <a:pt x="751396" y="1889294"/>
                  </a:lnTo>
                  <a:lnTo>
                    <a:pt x="751396" y="140281"/>
                  </a:lnTo>
                  <a:cubicBezTo>
                    <a:pt x="733171" y="160068"/>
                    <a:pt x="715328" y="181651"/>
                    <a:pt x="697865" y="205031"/>
                  </a:cubicBezTo>
                  <a:close/>
                  <a:moveTo>
                    <a:pt x="517525" y="1889294"/>
                  </a:moveTo>
                  <a:lnTo>
                    <a:pt x="571056" y="1889294"/>
                  </a:lnTo>
                  <a:lnTo>
                    <a:pt x="571056" y="411141"/>
                  </a:lnTo>
                  <a:cubicBezTo>
                    <a:pt x="552895" y="445894"/>
                    <a:pt x="535115" y="482296"/>
                    <a:pt x="517525" y="520030"/>
                  </a:cubicBezTo>
                  <a:close/>
                  <a:moveTo>
                    <a:pt x="66675" y="1889294"/>
                  </a:moveTo>
                  <a:lnTo>
                    <a:pt x="120206" y="1889294"/>
                  </a:lnTo>
                  <a:lnTo>
                    <a:pt x="120206" y="1579813"/>
                  </a:lnTo>
                  <a:cubicBezTo>
                    <a:pt x="102489" y="1628309"/>
                    <a:pt x="84646" y="1676037"/>
                    <a:pt x="66675" y="1723011"/>
                  </a:cubicBezTo>
                  <a:close/>
                  <a:moveTo>
                    <a:pt x="30035" y="1889294"/>
                  </a:moveTo>
                  <a:lnTo>
                    <a:pt x="30035" y="1816363"/>
                  </a:lnTo>
                  <a:cubicBezTo>
                    <a:pt x="20066" y="1841014"/>
                    <a:pt x="10096" y="1865322"/>
                    <a:pt x="0" y="1889294"/>
                  </a:cubicBezTo>
                  <a:close/>
                  <a:moveTo>
                    <a:pt x="247015" y="1889294"/>
                  </a:moveTo>
                  <a:lnTo>
                    <a:pt x="300482" y="1889294"/>
                  </a:lnTo>
                  <a:lnTo>
                    <a:pt x="300482" y="1069676"/>
                  </a:lnTo>
                  <a:cubicBezTo>
                    <a:pt x="282639" y="1119986"/>
                    <a:pt x="264858" y="1170721"/>
                    <a:pt x="247015" y="1221880"/>
                  </a:cubicBezTo>
                  <a:close/>
                  <a:moveTo>
                    <a:pt x="337185" y="1889294"/>
                  </a:moveTo>
                  <a:lnTo>
                    <a:pt x="390652" y="1889294"/>
                  </a:lnTo>
                  <a:lnTo>
                    <a:pt x="390652" y="823867"/>
                  </a:lnTo>
                  <a:cubicBezTo>
                    <a:pt x="372682" y="870923"/>
                    <a:pt x="354902" y="918823"/>
                    <a:pt x="337185" y="967573"/>
                  </a:cubicBezTo>
                  <a:close/>
                  <a:moveTo>
                    <a:pt x="156845" y="1889294"/>
                  </a:moveTo>
                  <a:lnTo>
                    <a:pt x="210376" y="1889294"/>
                  </a:lnTo>
                  <a:lnTo>
                    <a:pt x="210376" y="1326393"/>
                  </a:lnTo>
                  <a:cubicBezTo>
                    <a:pt x="192532" y="1377128"/>
                    <a:pt x="174689" y="1427691"/>
                    <a:pt x="156845" y="1478090"/>
                  </a:cubicBezTo>
                  <a:close/>
                  <a:moveTo>
                    <a:pt x="787971" y="1889294"/>
                  </a:moveTo>
                  <a:lnTo>
                    <a:pt x="841502" y="1889294"/>
                  </a:lnTo>
                  <a:lnTo>
                    <a:pt x="841502" y="60184"/>
                  </a:lnTo>
                  <a:cubicBezTo>
                    <a:pt x="822643" y="73317"/>
                    <a:pt x="804799" y="87748"/>
                    <a:pt x="787971" y="103372"/>
                  </a:cubicBezTo>
                  <a:close/>
                  <a:moveTo>
                    <a:pt x="1501902" y="1889294"/>
                  </a:moveTo>
                  <a:lnTo>
                    <a:pt x="1555369" y="1889294"/>
                  </a:lnTo>
                  <a:lnTo>
                    <a:pt x="1555369" y="725442"/>
                  </a:lnTo>
                  <a:cubicBezTo>
                    <a:pt x="1538033" y="671917"/>
                    <a:pt x="1520254" y="620041"/>
                    <a:pt x="1501902" y="570194"/>
                  </a:cubicBezTo>
                  <a:close/>
                  <a:moveTo>
                    <a:pt x="1592008" y="1889294"/>
                  </a:moveTo>
                  <a:lnTo>
                    <a:pt x="1645539" y="1889294"/>
                  </a:lnTo>
                  <a:lnTo>
                    <a:pt x="1645539" y="1026298"/>
                  </a:lnTo>
                  <a:cubicBezTo>
                    <a:pt x="1628013" y="964021"/>
                    <a:pt x="1610234" y="902569"/>
                    <a:pt x="1592008" y="842385"/>
                  </a:cubicBezTo>
                  <a:close/>
                  <a:moveTo>
                    <a:pt x="1682179" y="1889294"/>
                  </a:moveTo>
                  <a:lnTo>
                    <a:pt x="1735709" y="1889294"/>
                  </a:lnTo>
                  <a:lnTo>
                    <a:pt x="1735709" y="1353980"/>
                  </a:lnTo>
                  <a:cubicBezTo>
                    <a:pt x="1717866" y="1288786"/>
                    <a:pt x="1700085" y="1223339"/>
                    <a:pt x="1682179" y="1158272"/>
                  </a:cubicBezTo>
                  <a:close/>
                  <a:moveTo>
                    <a:pt x="1862519" y="1790425"/>
                  </a:moveTo>
                  <a:lnTo>
                    <a:pt x="1862519" y="1889294"/>
                  </a:lnTo>
                  <a:lnTo>
                    <a:pt x="1895284" y="1889294"/>
                  </a:lnTo>
                  <a:cubicBezTo>
                    <a:pt x="1884235" y="1856995"/>
                    <a:pt x="1873314" y="1824037"/>
                    <a:pt x="1862582" y="1790425"/>
                  </a:cubicBezTo>
                  <a:close/>
                  <a:moveTo>
                    <a:pt x="1772348" y="1889294"/>
                  </a:moveTo>
                  <a:lnTo>
                    <a:pt x="1825879" y="1889294"/>
                  </a:lnTo>
                  <a:lnTo>
                    <a:pt x="1825879" y="1671833"/>
                  </a:lnTo>
                  <a:cubicBezTo>
                    <a:pt x="1807718" y="1611205"/>
                    <a:pt x="1789938" y="1549245"/>
                    <a:pt x="1772348" y="1486525"/>
                  </a:cubicBezTo>
                  <a:close/>
                  <a:moveTo>
                    <a:pt x="968375" y="4883"/>
                  </a:moveTo>
                  <a:lnTo>
                    <a:pt x="968375" y="1889294"/>
                  </a:lnTo>
                  <a:lnTo>
                    <a:pt x="1021842" y="1889294"/>
                  </a:lnTo>
                  <a:lnTo>
                    <a:pt x="1021842" y="0"/>
                  </a:lnTo>
                  <a:lnTo>
                    <a:pt x="1020191" y="0"/>
                  </a:lnTo>
                  <a:cubicBezTo>
                    <a:pt x="1002792" y="-8"/>
                    <a:pt x="985457" y="1627"/>
                    <a:pt x="968375" y="4883"/>
                  </a:cubicBezTo>
                  <a:close/>
                  <a:moveTo>
                    <a:pt x="1050925" y="1889294"/>
                  </a:moveTo>
                  <a:lnTo>
                    <a:pt x="1104456" y="1889294"/>
                  </a:lnTo>
                  <a:lnTo>
                    <a:pt x="1104456" y="13318"/>
                  </a:lnTo>
                  <a:cubicBezTo>
                    <a:pt x="1087057" y="7658"/>
                    <a:pt x="1069086" y="3770"/>
                    <a:pt x="1050925" y="1712"/>
                  </a:cubicBezTo>
                  <a:close/>
                  <a:moveTo>
                    <a:pt x="1141096" y="1889294"/>
                  </a:moveTo>
                  <a:lnTo>
                    <a:pt x="1194626" y="1889294"/>
                  </a:lnTo>
                  <a:lnTo>
                    <a:pt x="1194626" y="60564"/>
                  </a:lnTo>
                  <a:cubicBezTo>
                    <a:pt x="1177862" y="48103"/>
                    <a:pt x="1159891" y="37232"/>
                    <a:pt x="1141096" y="28094"/>
                  </a:cubicBezTo>
                  <a:close/>
                  <a:moveTo>
                    <a:pt x="1321435" y="1889294"/>
                  </a:moveTo>
                  <a:lnTo>
                    <a:pt x="1374902" y="1889294"/>
                  </a:lnTo>
                  <a:lnTo>
                    <a:pt x="1374902" y="284304"/>
                  </a:lnTo>
                  <a:cubicBezTo>
                    <a:pt x="1357694" y="253187"/>
                    <a:pt x="1339850" y="224205"/>
                    <a:pt x="1321435" y="197358"/>
                  </a:cubicBezTo>
                  <a:close/>
                  <a:moveTo>
                    <a:pt x="1231265" y="90942"/>
                  </a:moveTo>
                  <a:lnTo>
                    <a:pt x="1231265" y="1889294"/>
                  </a:lnTo>
                  <a:lnTo>
                    <a:pt x="1284732" y="1889294"/>
                  </a:lnTo>
                  <a:lnTo>
                    <a:pt x="1284732" y="148335"/>
                  </a:lnTo>
                  <a:cubicBezTo>
                    <a:pt x="1268349" y="127978"/>
                    <a:pt x="1250569" y="108800"/>
                    <a:pt x="1231456" y="90942"/>
                  </a:cubicBezTo>
                  <a:close/>
                  <a:moveTo>
                    <a:pt x="1411605" y="1889294"/>
                  </a:moveTo>
                  <a:lnTo>
                    <a:pt x="1465072" y="1889294"/>
                  </a:lnTo>
                  <a:lnTo>
                    <a:pt x="1465072" y="475637"/>
                  </a:lnTo>
                  <a:cubicBezTo>
                    <a:pt x="1447800" y="433401"/>
                    <a:pt x="1430021" y="393193"/>
                    <a:pt x="1411605" y="355142"/>
                  </a:cubicBezTo>
                  <a:close/>
                </a:path>
              </a:pathLst>
            </a:custGeom>
            <a:gradFill>
              <a:gsLst>
                <a:gs pos="0">
                  <a:srgbClr val="C182FF">
                    <a:alpha val="53333"/>
                    <a:alpha val="49800"/>
                  </a:srgbClr>
                </a:gs>
                <a:gs pos="100000">
                  <a:srgbClr val="002FFF">
                    <a:alpha val="58431"/>
                    <a:alpha val="4980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6229350" y="3129663"/>
              <a:ext cx="93202" cy="73771"/>
            </a:xfrm>
            <a:custGeom>
              <a:avLst/>
              <a:gdLst/>
              <a:ahLst/>
              <a:cxnLst/>
              <a:rect l="l" t="t" r="r" b="b"/>
              <a:pathLst>
                <a:path w="124269" h="98361" extrusionOk="0">
                  <a:moveTo>
                    <a:pt x="0" y="98362"/>
                  </a:moveTo>
                  <a:lnTo>
                    <a:pt x="124269" y="98362"/>
                  </a:lnTo>
                  <a:cubicBezTo>
                    <a:pt x="101409" y="63926"/>
                    <a:pt x="78549" y="30821"/>
                    <a:pt x="55245" y="0"/>
                  </a:cubicBezTo>
                  <a:cubicBezTo>
                    <a:pt x="37020" y="33358"/>
                    <a:pt x="18606" y="66145"/>
                    <a:pt x="0" y="98362"/>
                  </a:cubicBezTo>
                  <a:close/>
                </a:path>
              </a:pathLst>
            </a:custGeom>
            <a:solidFill>
              <a:srgbClr val="FF85C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7595330" y="3203434"/>
              <a:ext cx="919163" cy="285382"/>
            </a:xfrm>
            <a:custGeom>
              <a:avLst/>
              <a:gdLst/>
              <a:ahLst/>
              <a:cxnLst/>
              <a:rect l="l" t="t" r="r" b="b"/>
              <a:pathLst>
                <a:path w="1225550" h="380509" extrusionOk="0">
                  <a:moveTo>
                    <a:pt x="607632" y="380510"/>
                  </a:moveTo>
                  <a:cubicBezTo>
                    <a:pt x="862712" y="380510"/>
                    <a:pt x="1059435" y="217271"/>
                    <a:pt x="1225550" y="0"/>
                  </a:cubicBezTo>
                  <a:lnTo>
                    <a:pt x="0" y="0"/>
                  </a:lnTo>
                  <a:cubicBezTo>
                    <a:pt x="173101" y="220442"/>
                    <a:pt x="370078" y="380510"/>
                    <a:pt x="607632" y="380510"/>
                  </a:cubicBezTo>
                  <a:close/>
                </a:path>
              </a:pathLst>
            </a:custGeom>
            <a:solidFill>
              <a:srgbClr val="FFC22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2858547" y="3202435"/>
              <a:ext cx="1012412" cy="474733"/>
            </a:xfrm>
            <a:custGeom>
              <a:avLst/>
              <a:gdLst/>
              <a:ahLst/>
              <a:cxnLst/>
              <a:rect l="l" t="t" r="r" b="b"/>
              <a:pathLst>
                <a:path w="1349883" h="632977" extrusionOk="0">
                  <a:moveTo>
                    <a:pt x="617347" y="0"/>
                  </a:moveTo>
                  <a:cubicBezTo>
                    <a:pt x="595535" y="0"/>
                    <a:pt x="577850" y="17662"/>
                    <a:pt x="577850" y="39446"/>
                  </a:cubicBezTo>
                  <a:cubicBezTo>
                    <a:pt x="577850" y="39465"/>
                    <a:pt x="577850" y="39491"/>
                    <a:pt x="577850" y="39509"/>
                  </a:cubicBezTo>
                  <a:lnTo>
                    <a:pt x="577850" y="569877"/>
                  </a:lnTo>
                  <a:cubicBezTo>
                    <a:pt x="577850" y="591661"/>
                    <a:pt x="595535" y="609323"/>
                    <a:pt x="617347" y="609323"/>
                  </a:cubicBezTo>
                  <a:cubicBezTo>
                    <a:pt x="639159" y="609323"/>
                    <a:pt x="656844" y="591661"/>
                    <a:pt x="656844" y="569877"/>
                  </a:cubicBezTo>
                  <a:lnTo>
                    <a:pt x="656844" y="39509"/>
                  </a:lnTo>
                  <a:cubicBezTo>
                    <a:pt x="656876" y="17725"/>
                    <a:pt x="639223" y="38"/>
                    <a:pt x="617411" y="0"/>
                  </a:cubicBezTo>
                  <a:cubicBezTo>
                    <a:pt x="617392" y="0"/>
                    <a:pt x="617366" y="0"/>
                    <a:pt x="617347" y="0"/>
                  </a:cubicBezTo>
                  <a:close/>
                  <a:moveTo>
                    <a:pt x="39497" y="0"/>
                  </a:moveTo>
                  <a:cubicBezTo>
                    <a:pt x="17685" y="0"/>
                    <a:pt x="0" y="17662"/>
                    <a:pt x="0" y="39446"/>
                  </a:cubicBezTo>
                  <a:cubicBezTo>
                    <a:pt x="0" y="39465"/>
                    <a:pt x="0" y="39491"/>
                    <a:pt x="0" y="39509"/>
                  </a:cubicBezTo>
                  <a:lnTo>
                    <a:pt x="0" y="69506"/>
                  </a:lnTo>
                  <a:cubicBezTo>
                    <a:pt x="0" y="91291"/>
                    <a:pt x="17685" y="108953"/>
                    <a:pt x="39497" y="108953"/>
                  </a:cubicBezTo>
                  <a:cubicBezTo>
                    <a:pt x="61309" y="108953"/>
                    <a:pt x="78994" y="91291"/>
                    <a:pt x="78994" y="69506"/>
                  </a:cubicBezTo>
                  <a:lnTo>
                    <a:pt x="78994" y="39509"/>
                  </a:lnTo>
                  <a:cubicBezTo>
                    <a:pt x="79032" y="17821"/>
                    <a:pt x="61532" y="171"/>
                    <a:pt x="39815" y="0"/>
                  </a:cubicBezTo>
                  <a:close/>
                  <a:moveTo>
                    <a:pt x="501523" y="0"/>
                  </a:moveTo>
                  <a:cubicBezTo>
                    <a:pt x="479711" y="0"/>
                    <a:pt x="462026" y="17662"/>
                    <a:pt x="462026" y="39446"/>
                  </a:cubicBezTo>
                  <a:cubicBezTo>
                    <a:pt x="462026" y="39465"/>
                    <a:pt x="462026" y="39491"/>
                    <a:pt x="462026" y="39509"/>
                  </a:cubicBezTo>
                  <a:lnTo>
                    <a:pt x="462026" y="513561"/>
                  </a:lnTo>
                  <a:cubicBezTo>
                    <a:pt x="462026" y="535345"/>
                    <a:pt x="479711" y="553007"/>
                    <a:pt x="501523" y="553007"/>
                  </a:cubicBezTo>
                  <a:cubicBezTo>
                    <a:pt x="523336" y="553007"/>
                    <a:pt x="541020" y="535345"/>
                    <a:pt x="541020" y="513561"/>
                  </a:cubicBezTo>
                  <a:lnTo>
                    <a:pt x="541020" y="39509"/>
                  </a:lnTo>
                  <a:cubicBezTo>
                    <a:pt x="541058" y="17821"/>
                    <a:pt x="523558" y="171"/>
                    <a:pt x="501841" y="0"/>
                  </a:cubicBezTo>
                  <a:close/>
                  <a:moveTo>
                    <a:pt x="386017" y="0"/>
                  </a:moveTo>
                  <a:cubicBezTo>
                    <a:pt x="364205" y="0"/>
                    <a:pt x="346520" y="17662"/>
                    <a:pt x="346520" y="39446"/>
                  </a:cubicBezTo>
                  <a:cubicBezTo>
                    <a:pt x="346520" y="39465"/>
                    <a:pt x="346520" y="39491"/>
                    <a:pt x="346520" y="39509"/>
                  </a:cubicBezTo>
                  <a:lnTo>
                    <a:pt x="346520" y="437206"/>
                  </a:lnTo>
                  <a:cubicBezTo>
                    <a:pt x="346520" y="458990"/>
                    <a:pt x="364205" y="476652"/>
                    <a:pt x="386017" y="476652"/>
                  </a:cubicBezTo>
                  <a:cubicBezTo>
                    <a:pt x="407829" y="476652"/>
                    <a:pt x="425514" y="458990"/>
                    <a:pt x="425514" y="437206"/>
                  </a:cubicBezTo>
                  <a:lnTo>
                    <a:pt x="425514" y="39509"/>
                  </a:lnTo>
                  <a:cubicBezTo>
                    <a:pt x="425552" y="17821"/>
                    <a:pt x="408051" y="171"/>
                    <a:pt x="386334" y="0"/>
                  </a:cubicBezTo>
                  <a:close/>
                  <a:moveTo>
                    <a:pt x="155004" y="0"/>
                  </a:moveTo>
                  <a:cubicBezTo>
                    <a:pt x="133191" y="0"/>
                    <a:pt x="115507" y="17662"/>
                    <a:pt x="115507" y="39446"/>
                  </a:cubicBezTo>
                  <a:cubicBezTo>
                    <a:pt x="115507" y="39465"/>
                    <a:pt x="115507" y="39491"/>
                    <a:pt x="115507" y="39509"/>
                  </a:cubicBezTo>
                  <a:lnTo>
                    <a:pt x="115507" y="171356"/>
                  </a:lnTo>
                  <a:cubicBezTo>
                    <a:pt x="115507" y="193140"/>
                    <a:pt x="133191" y="210802"/>
                    <a:pt x="155004" y="210802"/>
                  </a:cubicBezTo>
                  <a:cubicBezTo>
                    <a:pt x="176816" y="210802"/>
                    <a:pt x="194501" y="193140"/>
                    <a:pt x="194501" y="171356"/>
                  </a:cubicBezTo>
                  <a:lnTo>
                    <a:pt x="194501" y="39509"/>
                  </a:lnTo>
                  <a:cubicBezTo>
                    <a:pt x="194539" y="17821"/>
                    <a:pt x="177038" y="171"/>
                    <a:pt x="155321" y="0"/>
                  </a:cubicBezTo>
                  <a:close/>
                  <a:moveTo>
                    <a:pt x="270510" y="0"/>
                  </a:moveTo>
                  <a:cubicBezTo>
                    <a:pt x="248698" y="0"/>
                    <a:pt x="231013" y="17662"/>
                    <a:pt x="231013" y="39446"/>
                  </a:cubicBezTo>
                  <a:cubicBezTo>
                    <a:pt x="231013" y="39465"/>
                    <a:pt x="231013" y="39491"/>
                    <a:pt x="231013" y="39509"/>
                  </a:cubicBezTo>
                  <a:lnTo>
                    <a:pt x="231013" y="322355"/>
                  </a:lnTo>
                  <a:cubicBezTo>
                    <a:pt x="231013" y="344139"/>
                    <a:pt x="248698" y="361801"/>
                    <a:pt x="270510" y="361801"/>
                  </a:cubicBezTo>
                  <a:cubicBezTo>
                    <a:pt x="292322" y="361801"/>
                    <a:pt x="310007" y="344139"/>
                    <a:pt x="310007" y="322355"/>
                  </a:cubicBezTo>
                  <a:lnTo>
                    <a:pt x="310007" y="39509"/>
                  </a:lnTo>
                  <a:cubicBezTo>
                    <a:pt x="310045" y="17821"/>
                    <a:pt x="292545" y="171"/>
                    <a:pt x="270828" y="0"/>
                  </a:cubicBezTo>
                  <a:close/>
                  <a:moveTo>
                    <a:pt x="848360" y="0"/>
                  </a:moveTo>
                  <a:cubicBezTo>
                    <a:pt x="826548" y="0"/>
                    <a:pt x="808863" y="17662"/>
                    <a:pt x="808863" y="39446"/>
                  </a:cubicBezTo>
                  <a:cubicBezTo>
                    <a:pt x="808863" y="39465"/>
                    <a:pt x="808863" y="39491"/>
                    <a:pt x="808863" y="39509"/>
                  </a:cubicBezTo>
                  <a:lnTo>
                    <a:pt x="808863" y="580911"/>
                  </a:lnTo>
                  <a:cubicBezTo>
                    <a:pt x="808863" y="602696"/>
                    <a:pt x="826548" y="620358"/>
                    <a:pt x="848360" y="620358"/>
                  </a:cubicBezTo>
                  <a:cubicBezTo>
                    <a:pt x="870172" y="620358"/>
                    <a:pt x="887857" y="602696"/>
                    <a:pt x="887857" y="580911"/>
                  </a:cubicBezTo>
                  <a:lnTo>
                    <a:pt x="887857" y="39509"/>
                  </a:lnTo>
                  <a:cubicBezTo>
                    <a:pt x="887889" y="17725"/>
                    <a:pt x="870236" y="38"/>
                    <a:pt x="848424" y="0"/>
                  </a:cubicBezTo>
                  <a:cubicBezTo>
                    <a:pt x="848405" y="0"/>
                    <a:pt x="848379" y="0"/>
                    <a:pt x="848360" y="0"/>
                  </a:cubicBezTo>
                  <a:close/>
                  <a:moveTo>
                    <a:pt x="1194880" y="0"/>
                  </a:moveTo>
                  <a:cubicBezTo>
                    <a:pt x="1173068" y="0"/>
                    <a:pt x="1155383" y="17662"/>
                    <a:pt x="1155383" y="39446"/>
                  </a:cubicBezTo>
                  <a:cubicBezTo>
                    <a:pt x="1155383" y="39465"/>
                    <a:pt x="1155383" y="39491"/>
                    <a:pt x="1155383" y="39509"/>
                  </a:cubicBezTo>
                  <a:lnTo>
                    <a:pt x="1155383" y="236106"/>
                  </a:lnTo>
                  <a:cubicBezTo>
                    <a:pt x="1155383" y="257890"/>
                    <a:pt x="1173068" y="275552"/>
                    <a:pt x="1194880" y="275552"/>
                  </a:cubicBezTo>
                  <a:cubicBezTo>
                    <a:pt x="1216692" y="275552"/>
                    <a:pt x="1234377" y="257890"/>
                    <a:pt x="1234377" y="236106"/>
                  </a:cubicBezTo>
                  <a:lnTo>
                    <a:pt x="1234377" y="39509"/>
                  </a:lnTo>
                  <a:cubicBezTo>
                    <a:pt x="1234408" y="17725"/>
                    <a:pt x="1216756" y="38"/>
                    <a:pt x="1194943" y="0"/>
                  </a:cubicBezTo>
                  <a:cubicBezTo>
                    <a:pt x="1194924" y="0"/>
                    <a:pt x="1194899" y="0"/>
                    <a:pt x="1194880" y="0"/>
                  </a:cubicBezTo>
                  <a:close/>
                  <a:moveTo>
                    <a:pt x="1310386" y="0"/>
                  </a:moveTo>
                  <a:cubicBezTo>
                    <a:pt x="1288574" y="0"/>
                    <a:pt x="1270889" y="17662"/>
                    <a:pt x="1270889" y="39446"/>
                  </a:cubicBezTo>
                  <a:cubicBezTo>
                    <a:pt x="1270889" y="39465"/>
                    <a:pt x="1270889" y="39491"/>
                    <a:pt x="1270889" y="39509"/>
                  </a:cubicBezTo>
                  <a:lnTo>
                    <a:pt x="1270889" y="71219"/>
                  </a:lnTo>
                  <a:cubicBezTo>
                    <a:pt x="1270889" y="93003"/>
                    <a:pt x="1288574" y="110665"/>
                    <a:pt x="1310386" y="110665"/>
                  </a:cubicBezTo>
                  <a:cubicBezTo>
                    <a:pt x="1332199" y="110665"/>
                    <a:pt x="1349883" y="93003"/>
                    <a:pt x="1349883" y="71219"/>
                  </a:cubicBezTo>
                  <a:lnTo>
                    <a:pt x="1349883" y="39509"/>
                  </a:lnTo>
                  <a:cubicBezTo>
                    <a:pt x="1349915" y="17725"/>
                    <a:pt x="1332262" y="38"/>
                    <a:pt x="1310450" y="0"/>
                  </a:cubicBezTo>
                  <a:cubicBezTo>
                    <a:pt x="1310431" y="0"/>
                    <a:pt x="1310405" y="0"/>
                    <a:pt x="1310386" y="0"/>
                  </a:cubicBezTo>
                  <a:close/>
                  <a:moveTo>
                    <a:pt x="732536" y="0"/>
                  </a:moveTo>
                  <a:cubicBezTo>
                    <a:pt x="710724" y="0"/>
                    <a:pt x="693039" y="17662"/>
                    <a:pt x="693039" y="39446"/>
                  </a:cubicBezTo>
                  <a:cubicBezTo>
                    <a:pt x="693039" y="39465"/>
                    <a:pt x="693039" y="39491"/>
                    <a:pt x="693039" y="39509"/>
                  </a:cubicBezTo>
                  <a:lnTo>
                    <a:pt x="693039" y="593532"/>
                  </a:lnTo>
                  <a:cubicBezTo>
                    <a:pt x="693039" y="615316"/>
                    <a:pt x="710724" y="632978"/>
                    <a:pt x="732536" y="632978"/>
                  </a:cubicBezTo>
                  <a:cubicBezTo>
                    <a:pt x="754349" y="632978"/>
                    <a:pt x="772033" y="615316"/>
                    <a:pt x="772033" y="593532"/>
                  </a:cubicBezTo>
                  <a:lnTo>
                    <a:pt x="772033" y="39509"/>
                  </a:lnTo>
                  <a:cubicBezTo>
                    <a:pt x="772072" y="17821"/>
                    <a:pt x="754571" y="171"/>
                    <a:pt x="732854" y="0"/>
                  </a:cubicBezTo>
                  <a:close/>
                  <a:moveTo>
                    <a:pt x="1079056" y="0"/>
                  </a:moveTo>
                  <a:cubicBezTo>
                    <a:pt x="1057244" y="0"/>
                    <a:pt x="1039559" y="17662"/>
                    <a:pt x="1039559" y="39446"/>
                  </a:cubicBezTo>
                  <a:cubicBezTo>
                    <a:pt x="1039559" y="39465"/>
                    <a:pt x="1039559" y="39491"/>
                    <a:pt x="1039559" y="39509"/>
                  </a:cubicBezTo>
                  <a:lnTo>
                    <a:pt x="1039559" y="411141"/>
                  </a:lnTo>
                  <a:cubicBezTo>
                    <a:pt x="1039559" y="432925"/>
                    <a:pt x="1057244" y="450587"/>
                    <a:pt x="1079056" y="450587"/>
                  </a:cubicBezTo>
                  <a:cubicBezTo>
                    <a:pt x="1100868" y="450587"/>
                    <a:pt x="1118553" y="432925"/>
                    <a:pt x="1118553" y="411141"/>
                  </a:cubicBezTo>
                  <a:lnTo>
                    <a:pt x="1118553" y="39509"/>
                  </a:lnTo>
                  <a:cubicBezTo>
                    <a:pt x="1118591" y="17821"/>
                    <a:pt x="1101090" y="171"/>
                    <a:pt x="1079373" y="0"/>
                  </a:cubicBezTo>
                  <a:close/>
                  <a:moveTo>
                    <a:pt x="963549" y="0"/>
                  </a:moveTo>
                  <a:lnTo>
                    <a:pt x="963549" y="0"/>
                  </a:lnTo>
                  <a:cubicBezTo>
                    <a:pt x="941737" y="0"/>
                    <a:pt x="924052" y="17662"/>
                    <a:pt x="924052" y="39446"/>
                  </a:cubicBezTo>
                  <a:cubicBezTo>
                    <a:pt x="924052" y="39465"/>
                    <a:pt x="924052" y="39491"/>
                    <a:pt x="924052" y="39509"/>
                  </a:cubicBezTo>
                  <a:lnTo>
                    <a:pt x="924052" y="524913"/>
                  </a:lnTo>
                  <a:cubicBezTo>
                    <a:pt x="924014" y="546697"/>
                    <a:pt x="941674" y="564391"/>
                    <a:pt x="963486" y="564423"/>
                  </a:cubicBezTo>
                  <a:cubicBezTo>
                    <a:pt x="963594" y="564423"/>
                    <a:pt x="963695" y="564423"/>
                    <a:pt x="963803" y="564423"/>
                  </a:cubicBezTo>
                  <a:lnTo>
                    <a:pt x="963803" y="564423"/>
                  </a:lnTo>
                  <a:cubicBezTo>
                    <a:pt x="985615" y="564423"/>
                    <a:pt x="1003300" y="546761"/>
                    <a:pt x="1003300" y="524977"/>
                  </a:cubicBezTo>
                  <a:cubicBezTo>
                    <a:pt x="1003300" y="524957"/>
                    <a:pt x="1003300" y="524932"/>
                    <a:pt x="1003300" y="524913"/>
                  </a:cubicBezTo>
                  <a:lnTo>
                    <a:pt x="1003300" y="39509"/>
                  </a:lnTo>
                  <a:cubicBezTo>
                    <a:pt x="1003332" y="17725"/>
                    <a:pt x="985679" y="38"/>
                    <a:pt x="963867" y="0"/>
                  </a:cubicBezTo>
                  <a:cubicBezTo>
                    <a:pt x="963848" y="0"/>
                    <a:pt x="963822" y="0"/>
                    <a:pt x="963803" y="0"/>
                  </a:cubicBezTo>
                  <a:close/>
                </a:path>
              </a:pathLst>
            </a:custGeom>
            <a:solidFill>
              <a:srgbClr val="33E7FF">
                <a:alpha val="597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0" y="1968308"/>
              <a:ext cx="9144000" cy="2220131"/>
            </a:xfrm>
            <a:custGeom>
              <a:avLst/>
              <a:gdLst/>
              <a:ahLst/>
              <a:cxnLst/>
              <a:rect l="l" t="t" r="r" b="b"/>
              <a:pathLst>
                <a:path w="12192000" h="2960175" extrusionOk="0">
                  <a:moveTo>
                    <a:pt x="0" y="333390"/>
                  </a:moveTo>
                  <a:cubicBezTo>
                    <a:pt x="514350" y="333390"/>
                    <a:pt x="699072" y="1437375"/>
                    <a:pt x="1490980" y="1437375"/>
                  </a:cubicBezTo>
                  <a:cubicBezTo>
                    <a:pt x="2642870" y="1437375"/>
                    <a:pt x="2642870" y="0"/>
                    <a:pt x="3794697" y="0"/>
                  </a:cubicBezTo>
                  <a:cubicBezTo>
                    <a:pt x="4946523" y="0"/>
                    <a:pt x="4946650" y="2960175"/>
                    <a:pt x="6098413" y="2960175"/>
                  </a:cubicBezTo>
                  <a:cubicBezTo>
                    <a:pt x="7250176" y="2960175"/>
                    <a:pt x="7250303" y="571082"/>
                    <a:pt x="8402130" y="571082"/>
                  </a:cubicBezTo>
                  <a:cubicBezTo>
                    <a:pt x="9553956" y="571082"/>
                    <a:pt x="9490519" y="2769920"/>
                    <a:pt x="10642600" y="2769920"/>
                  </a:cubicBezTo>
                  <a:cubicBezTo>
                    <a:pt x="11588052" y="2769920"/>
                    <a:pt x="11586337" y="903964"/>
                    <a:pt x="12192000" y="235155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3"/>
          <p:cNvSpPr txBox="1">
            <a:spLocks noGrp="1"/>
          </p:cNvSpPr>
          <p:nvPr>
            <p:ph type="ctrTitle"/>
          </p:nvPr>
        </p:nvSpPr>
        <p:spPr>
          <a:xfrm>
            <a:off x="855300" y="1114800"/>
            <a:ext cx="7433400" cy="1018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3"/>
          <p:cNvSpPr txBox="1">
            <a:spLocks noGrp="1"/>
          </p:cNvSpPr>
          <p:nvPr>
            <p:ph type="subTitle" idx="1"/>
          </p:nvPr>
        </p:nvSpPr>
        <p:spPr>
          <a:xfrm>
            <a:off x="855300" y="2117602"/>
            <a:ext cx="7433400" cy="35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 algn="ctr" rtl="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2pPr>
            <a:lvl3pPr lvl="2" algn="ctr" rtl="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3pPr>
            <a:lvl4pPr lvl="3" algn="ctr" rtl="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4pPr>
            <a:lvl5pPr lvl="4" algn="ctr" rtl="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5pPr>
            <a:lvl6pPr lvl="5" algn="ctr" rtl="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6pPr>
            <a:lvl7pPr lvl="6" algn="ctr" rtl="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7pPr>
            <a:lvl8pPr lvl="7" algn="ctr" rtl="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8pPr>
            <a:lvl9pPr lvl="8" algn="ctr" rtl="0"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grpSp>
        <p:nvGrpSpPr>
          <p:cNvPr id="90" name="Google Shape;90;p3"/>
          <p:cNvGrpSpPr/>
          <p:nvPr/>
        </p:nvGrpSpPr>
        <p:grpSpPr>
          <a:xfrm>
            <a:off x="135815" y="2828480"/>
            <a:ext cx="8869535" cy="2073345"/>
            <a:chOff x="135815" y="2828480"/>
            <a:chExt cx="8869535" cy="2073345"/>
          </a:xfrm>
        </p:grpSpPr>
        <p:sp>
          <p:nvSpPr>
            <p:cNvPr id="91" name="Google Shape;91;p3"/>
            <p:cNvSpPr/>
            <p:nvPr/>
          </p:nvSpPr>
          <p:spPr>
            <a:xfrm>
              <a:off x="2005925" y="395652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2320790" y="4086477"/>
              <a:ext cx="58200" cy="58200"/>
            </a:xfrm>
            <a:prstGeom prst="ellipse">
              <a:avLst/>
            </a:prstGeom>
            <a:solidFill>
              <a:srgbClr val="BEF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2102225" y="4326630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rgbClr val="FFD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268650" y="440162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rgbClr val="BEF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2719290" y="4420677"/>
              <a:ext cx="58200" cy="5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2777500" y="4589780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6258675" y="423032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1669290" y="4656377"/>
              <a:ext cx="58200" cy="58200"/>
            </a:xfrm>
            <a:prstGeom prst="ellipse">
              <a:avLst/>
            </a:prstGeom>
            <a:solidFill>
              <a:srgbClr val="17A8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1015700" y="3350030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4283275" y="4184350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6085040" y="4656377"/>
              <a:ext cx="58200" cy="58200"/>
            </a:xfrm>
            <a:prstGeom prst="ellipse">
              <a:avLst/>
            </a:prstGeom>
            <a:solidFill>
              <a:srgbClr val="FFD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6570650" y="4497930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rgbClr val="17A8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3225425" y="325372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rgbClr val="17A8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5755090" y="4451427"/>
              <a:ext cx="58200" cy="58200"/>
            </a:xfrm>
            <a:prstGeom prst="ellipse">
              <a:avLst/>
            </a:prstGeom>
            <a:solidFill>
              <a:srgbClr val="BEF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3005325" y="3474830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rgbClr val="BEF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5505625" y="480552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7109815" y="4420677"/>
              <a:ext cx="58200" cy="58200"/>
            </a:xfrm>
            <a:prstGeom prst="ellipse">
              <a:avLst/>
            </a:prstGeom>
            <a:solidFill>
              <a:srgbClr val="FFD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7682275" y="4216080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8909050" y="463732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rgbClr val="17A8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8733490" y="4280652"/>
              <a:ext cx="58200" cy="58200"/>
            </a:xfrm>
            <a:prstGeom prst="ellipse">
              <a:avLst/>
            </a:prstGeom>
            <a:solidFill>
              <a:srgbClr val="BEF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7280975" y="2828480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rgbClr val="FFD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7446290" y="3072952"/>
              <a:ext cx="58200" cy="58200"/>
            </a:xfrm>
            <a:prstGeom prst="ellipse">
              <a:avLst/>
            </a:prstGeom>
            <a:solidFill>
              <a:srgbClr val="BEF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6143240" y="3416627"/>
              <a:ext cx="58200" cy="5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5363775" y="347482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rgbClr val="FFD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8526265" y="4733627"/>
              <a:ext cx="58200" cy="58200"/>
            </a:xfrm>
            <a:prstGeom prst="ellipse">
              <a:avLst/>
            </a:prstGeom>
            <a:solidFill>
              <a:srgbClr val="FFD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135815" y="3975577"/>
              <a:ext cx="58200" cy="58200"/>
            </a:xfrm>
            <a:prstGeom prst="ellipse">
              <a:avLst/>
            </a:prstGeom>
            <a:solidFill>
              <a:srgbClr val="FFD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509690" y="3508127"/>
              <a:ext cx="58200" cy="58200"/>
            </a:xfrm>
            <a:prstGeom prst="ellipse">
              <a:avLst/>
            </a:prstGeom>
            <a:solidFill>
              <a:srgbClr val="FFD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>
            <a:spLocks noGrp="1"/>
          </p:cNvSpPr>
          <p:nvPr>
            <p:ph type="body" idx="1"/>
          </p:nvPr>
        </p:nvSpPr>
        <p:spPr>
          <a:xfrm>
            <a:off x="1241875" y="1933200"/>
            <a:ext cx="6660300" cy="248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▹"/>
              <a:defRPr sz="3000"/>
            </a:lvl1pPr>
            <a:lvl2pPr marL="914400" lvl="1" indent="-419100" algn="ctr" rtl="0">
              <a:spcBef>
                <a:spcPts val="800"/>
              </a:spcBef>
              <a:spcAft>
                <a:spcPts val="0"/>
              </a:spcAft>
              <a:buSzPts val="3000"/>
              <a:buChar char="▸"/>
              <a:defRPr sz="3000"/>
            </a:lvl2pPr>
            <a:lvl3pPr marL="1371600" lvl="2" indent="-419100" algn="ctr" rtl="0">
              <a:spcBef>
                <a:spcPts val="800"/>
              </a:spcBef>
              <a:spcAft>
                <a:spcPts val="0"/>
              </a:spcAft>
              <a:buSzPts val="3000"/>
              <a:buChar char="■"/>
              <a:defRPr sz="3000"/>
            </a:lvl3pPr>
            <a:lvl4pPr marL="1828800" lvl="3" indent="-419100" algn="ctr" rtl="0">
              <a:spcBef>
                <a:spcPts val="800"/>
              </a:spcBef>
              <a:spcAft>
                <a:spcPts val="0"/>
              </a:spcAft>
              <a:buSzPts val="3000"/>
              <a:buChar char="●"/>
              <a:defRPr sz="3000"/>
            </a:lvl4pPr>
            <a:lvl5pPr marL="2286000" lvl="4" indent="-419100" algn="ctr" rtl="0">
              <a:spcBef>
                <a:spcPts val="800"/>
              </a:spcBef>
              <a:spcAft>
                <a:spcPts val="0"/>
              </a:spcAft>
              <a:buSzPts val="3000"/>
              <a:buChar char="○"/>
              <a:defRPr sz="3000"/>
            </a:lvl5pPr>
            <a:lvl6pPr marL="2743200" lvl="5" indent="-419100" algn="ctr" rtl="0">
              <a:spcBef>
                <a:spcPts val="800"/>
              </a:spcBef>
              <a:spcAft>
                <a:spcPts val="0"/>
              </a:spcAft>
              <a:buSzPts val="3000"/>
              <a:buChar char="■"/>
              <a:defRPr sz="3000"/>
            </a:lvl6pPr>
            <a:lvl7pPr marL="3200400" lvl="6" indent="-419100" algn="ctr" rtl="0">
              <a:spcBef>
                <a:spcPts val="800"/>
              </a:spcBef>
              <a:spcAft>
                <a:spcPts val="0"/>
              </a:spcAft>
              <a:buSzPts val="3000"/>
              <a:buChar char="●"/>
              <a:defRPr sz="3000"/>
            </a:lvl7pPr>
            <a:lvl8pPr marL="3657600" lvl="7" indent="-419100" algn="ctr" rtl="0">
              <a:spcBef>
                <a:spcPts val="800"/>
              </a:spcBef>
              <a:spcAft>
                <a:spcPts val="0"/>
              </a:spcAft>
              <a:buSzPts val="3000"/>
              <a:buChar char="○"/>
              <a:defRPr sz="3000"/>
            </a:lvl8pPr>
            <a:lvl9pPr marL="4114800" lvl="8" indent="-419100" algn="ctr" rtl="0">
              <a:spcBef>
                <a:spcPts val="800"/>
              </a:spcBef>
              <a:spcAft>
                <a:spcPts val="80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3593400" y="108616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2"/>
                </a:solidFill>
                <a:latin typeface="Catamaran"/>
                <a:ea typeface="Catamaran"/>
                <a:cs typeface="Catamaran"/>
                <a:sym typeface="Catamaran"/>
              </a:rPr>
              <a:t>“</a:t>
            </a:r>
            <a:endParaRPr sz="9600">
              <a:solidFill>
                <a:schemeClr val="accent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21" name="Google Shape;121;p4"/>
          <p:cNvSpPr txBox="1">
            <a:spLocks noGrp="1"/>
          </p:cNvSpPr>
          <p:nvPr>
            <p:ph type="sldNum" idx="12"/>
          </p:nvPr>
        </p:nvSpPr>
        <p:spPr>
          <a:xfrm>
            <a:off x="4297650" y="4413799"/>
            <a:ext cx="548700" cy="72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22" name="Google Shape;122;p4"/>
          <p:cNvGrpSpPr/>
          <p:nvPr/>
        </p:nvGrpSpPr>
        <p:grpSpPr>
          <a:xfrm>
            <a:off x="218" y="260336"/>
            <a:ext cx="9143345" cy="1231682"/>
            <a:chOff x="218" y="898161"/>
            <a:chExt cx="9143345" cy="1231682"/>
          </a:xfrm>
        </p:grpSpPr>
        <p:sp>
          <p:nvSpPr>
            <p:cNvPr id="123" name="Google Shape;123;p4"/>
            <p:cNvSpPr/>
            <p:nvPr/>
          </p:nvSpPr>
          <p:spPr>
            <a:xfrm>
              <a:off x="4567150" y="1374616"/>
              <a:ext cx="236742" cy="232824"/>
            </a:xfrm>
            <a:custGeom>
              <a:avLst/>
              <a:gdLst/>
              <a:ahLst/>
              <a:cxnLst/>
              <a:rect l="l" t="t" r="r" b="b"/>
              <a:pathLst>
                <a:path w="618934" h="620864" extrusionOk="0">
                  <a:moveTo>
                    <a:pt x="0" y="0"/>
                  </a:moveTo>
                  <a:lnTo>
                    <a:pt x="0" y="620865"/>
                  </a:lnTo>
                  <a:lnTo>
                    <a:pt x="618935" y="620865"/>
                  </a:lnTo>
                  <a:cubicBezTo>
                    <a:pt x="480632" y="309101"/>
                    <a:pt x="339535" y="1459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FFC229"/>
                </a:gs>
                <a:gs pos="100000">
                  <a:srgbClr val="FF826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4"/>
            <p:cNvSpPr/>
            <p:nvPr/>
          </p:nvSpPr>
          <p:spPr>
            <a:xfrm flipH="1">
              <a:off x="4340118" y="1374612"/>
              <a:ext cx="232100" cy="232824"/>
            </a:xfrm>
            <a:custGeom>
              <a:avLst/>
              <a:gdLst/>
              <a:ahLst/>
              <a:cxnLst/>
              <a:rect l="l" t="t" r="r" b="b"/>
              <a:pathLst>
                <a:path w="618934" h="620864" extrusionOk="0">
                  <a:moveTo>
                    <a:pt x="0" y="0"/>
                  </a:moveTo>
                  <a:lnTo>
                    <a:pt x="0" y="620865"/>
                  </a:lnTo>
                  <a:lnTo>
                    <a:pt x="618935" y="620865"/>
                  </a:lnTo>
                  <a:cubicBezTo>
                    <a:pt x="480632" y="309101"/>
                    <a:pt x="339535" y="1459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BEF176"/>
                </a:gs>
                <a:gs pos="100000">
                  <a:srgbClr val="FFC229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4765540" y="1606642"/>
              <a:ext cx="753451" cy="523201"/>
            </a:xfrm>
            <a:custGeom>
              <a:avLst/>
              <a:gdLst/>
              <a:ahLst/>
              <a:cxnLst/>
              <a:rect l="l" t="t" r="r" b="b"/>
              <a:pathLst>
                <a:path w="2009203" h="1395202" extrusionOk="0">
                  <a:moveTo>
                    <a:pt x="1005142" y="1395202"/>
                  </a:moveTo>
                  <a:cubicBezTo>
                    <a:pt x="1434656" y="1395202"/>
                    <a:pt x="1742377" y="650418"/>
                    <a:pt x="2009204" y="0"/>
                  </a:cubicBezTo>
                  <a:lnTo>
                    <a:pt x="0" y="0"/>
                  </a:lnTo>
                  <a:cubicBezTo>
                    <a:pt x="310706" y="521742"/>
                    <a:pt x="470408" y="1395202"/>
                    <a:pt x="1005142" y="1395202"/>
                  </a:cubicBezTo>
                  <a:close/>
                </a:path>
              </a:pathLst>
            </a:custGeom>
            <a:gradFill>
              <a:gsLst>
                <a:gs pos="0">
                  <a:srgbClr val="FF826C"/>
                </a:gs>
                <a:gs pos="100000">
                  <a:srgbClr val="FF3E4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4803711" y="1606642"/>
              <a:ext cx="426243" cy="242789"/>
            </a:xfrm>
            <a:custGeom>
              <a:avLst/>
              <a:gdLst/>
              <a:ahLst/>
              <a:cxnLst/>
              <a:rect l="l" t="t" r="r" b="b"/>
              <a:pathLst>
                <a:path w="1136649" h="647437" extrusionOk="0">
                  <a:moveTo>
                    <a:pt x="632968" y="647437"/>
                  </a:moveTo>
                  <a:cubicBezTo>
                    <a:pt x="884492" y="647437"/>
                    <a:pt x="1023684" y="362626"/>
                    <a:pt x="1136650" y="0"/>
                  </a:cubicBezTo>
                  <a:lnTo>
                    <a:pt x="0" y="0"/>
                  </a:lnTo>
                  <a:cubicBezTo>
                    <a:pt x="142494" y="321467"/>
                    <a:pt x="282067" y="647437"/>
                    <a:pt x="632968" y="647437"/>
                  </a:cubicBezTo>
                  <a:close/>
                </a:path>
              </a:pathLst>
            </a:custGeom>
            <a:solidFill>
              <a:srgbClr val="33E7FF">
                <a:alpha val="597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5519015" y="1249917"/>
              <a:ext cx="481965" cy="356728"/>
            </a:xfrm>
            <a:custGeom>
              <a:avLst/>
              <a:gdLst/>
              <a:ahLst/>
              <a:cxnLst/>
              <a:rect l="l" t="t" r="r" b="b"/>
              <a:pathLst>
                <a:path w="1285240" h="951274" extrusionOk="0">
                  <a:moveTo>
                    <a:pt x="584200" y="0"/>
                  </a:moveTo>
                  <a:cubicBezTo>
                    <a:pt x="388938" y="0"/>
                    <a:pt x="206692" y="447289"/>
                    <a:pt x="0" y="951274"/>
                  </a:cubicBezTo>
                  <a:lnTo>
                    <a:pt x="1285240" y="951274"/>
                  </a:lnTo>
                  <a:cubicBezTo>
                    <a:pt x="1028509" y="509883"/>
                    <a:pt x="837755" y="0"/>
                    <a:pt x="584200" y="0"/>
                  </a:cubicBezTo>
                  <a:close/>
                </a:path>
              </a:pathLst>
            </a:custGeom>
            <a:solidFill>
              <a:srgbClr val="83288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5229955" y="1040852"/>
              <a:ext cx="686062" cy="565794"/>
            </a:xfrm>
            <a:custGeom>
              <a:avLst/>
              <a:gdLst/>
              <a:ahLst/>
              <a:cxnLst/>
              <a:rect l="l" t="t" r="r" b="b"/>
              <a:pathLst>
                <a:path w="1829498" h="1508784" extrusionOk="0">
                  <a:moveTo>
                    <a:pt x="815658" y="0"/>
                  </a:moveTo>
                  <a:cubicBezTo>
                    <a:pt x="315468" y="0"/>
                    <a:pt x="197866" y="873714"/>
                    <a:pt x="0" y="1508784"/>
                  </a:cubicBezTo>
                  <a:lnTo>
                    <a:pt x="1829498" y="1508784"/>
                  </a:lnTo>
                  <a:cubicBezTo>
                    <a:pt x="1541526" y="928000"/>
                    <a:pt x="1355789" y="0"/>
                    <a:pt x="815658" y="0"/>
                  </a:cubicBezTo>
                  <a:close/>
                </a:path>
              </a:pathLst>
            </a:custGeom>
            <a:solidFill>
              <a:srgbClr val="FFA22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5916017" y="1606642"/>
              <a:ext cx="392906" cy="171443"/>
            </a:xfrm>
            <a:custGeom>
              <a:avLst/>
              <a:gdLst/>
              <a:ahLst/>
              <a:cxnLst/>
              <a:rect l="l" t="t" r="r" b="b"/>
              <a:pathLst>
                <a:path w="1047750" h="457182" extrusionOk="0">
                  <a:moveTo>
                    <a:pt x="500190" y="457182"/>
                  </a:moveTo>
                  <a:cubicBezTo>
                    <a:pt x="745744" y="457182"/>
                    <a:pt x="914019" y="257605"/>
                    <a:pt x="1047750" y="0"/>
                  </a:cubicBezTo>
                  <a:lnTo>
                    <a:pt x="0" y="0"/>
                  </a:lnTo>
                  <a:cubicBezTo>
                    <a:pt x="131191" y="264645"/>
                    <a:pt x="283528" y="457182"/>
                    <a:pt x="500190" y="457182"/>
                  </a:cubicBezTo>
                  <a:close/>
                </a:path>
              </a:pathLst>
            </a:custGeom>
            <a:gradFill>
              <a:gsLst>
                <a:gs pos="0">
                  <a:srgbClr val="A54FA6"/>
                </a:gs>
                <a:gs pos="100000">
                  <a:srgbClr val="F702A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7745341" y="1606642"/>
              <a:ext cx="493657" cy="242765"/>
            </a:xfrm>
            <a:custGeom>
              <a:avLst/>
              <a:gdLst/>
              <a:ahLst/>
              <a:cxnLst/>
              <a:rect l="l" t="t" r="r" b="b"/>
              <a:pathLst>
                <a:path w="1316418" h="647373" extrusionOk="0">
                  <a:moveTo>
                    <a:pt x="475298" y="345376"/>
                  </a:moveTo>
                  <a:cubicBezTo>
                    <a:pt x="465201" y="345376"/>
                    <a:pt x="457010" y="353551"/>
                    <a:pt x="457010" y="363640"/>
                  </a:cubicBezTo>
                  <a:cubicBezTo>
                    <a:pt x="457010" y="373730"/>
                    <a:pt x="465201" y="381905"/>
                    <a:pt x="475298" y="381905"/>
                  </a:cubicBezTo>
                  <a:cubicBezTo>
                    <a:pt x="485394" y="381905"/>
                    <a:pt x="493586" y="373730"/>
                    <a:pt x="493586" y="363640"/>
                  </a:cubicBezTo>
                  <a:cubicBezTo>
                    <a:pt x="493586" y="353551"/>
                    <a:pt x="485394" y="345376"/>
                    <a:pt x="475298" y="345376"/>
                  </a:cubicBezTo>
                  <a:close/>
                  <a:moveTo>
                    <a:pt x="475298" y="436698"/>
                  </a:moveTo>
                  <a:cubicBezTo>
                    <a:pt x="465201" y="436698"/>
                    <a:pt x="457010" y="444873"/>
                    <a:pt x="457010" y="454963"/>
                  </a:cubicBezTo>
                  <a:cubicBezTo>
                    <a:pt x="457010" y="465053"/>
                    <a:pt x="465201" y="473227"/>
                    <a:pt x="475298" y="473227"/>
                  </a:cubicBezTo>
                  <a:cubicBezTo>
                    <a:pt x="485394" y="473227"/>
                    <a:pt x="493586" y="465053"/>
                    <a:pt x="493586" y="454963"/>
                  </a:cubicBezTo>
                  <a:cubicBezTo>
                    <a:pt x="493586" y="444873"/>
                    <a:pt x="485394" y="436698"/>
                    <a:pt x="475298" y="436698"/>
                  </a:cubicBezTo>
                  <a:close/>
                  <a:moveTo>
                    <a:pt x="475298" y="528021"/>
                  </a:moveTo>
                  <a:cubicBezTo>
                    <a:pt x="465138" y="527983"/>
                    <a:pt x="456947" y="536164"/>
                    <a:pt x="456883" y="546285"/>
                  </a:cubicBezTo>
                  <a:cubicBezTo>
                    <a:pt x="456819" y="556407"/>
                    <a:pt x="465011" y="564638"/>
                    <a:pt x="475171" y="564676"/>
                  </a:cubicBezTo>
                  <a:cubicBezTo>
                    <a:pt x="485331" y="564714"/>
                    <a:pt x="493523" y="556533"/>
                    <a:pt x="493586" y="546412"/>
                  </a:cubicBezTo>
                  <a:cubicBezTo>
                    <a:pt x="493586" y="546367"/>
                    <a:pt x="493586" y="546330"/>
                    <a:pt x="493586" y="546285"/>
                  </a:cubicBezTo>
                  <a:cubicBezTo>
                    <a:pt x="493586" y="536195"/>
                    <a:pt x="485394" y="528021"/>
                    <a:pt x="475298" y="528021"/>
                  </a:cubicBezTo>
                  <a:close/>
                  <a:moveTo>
                    <a:pt x="429578" y="25748"/>
                  </a:moveTo>
                  <a:cubicBezTo>
                    <a:pt x="419481" y="25748"/>
                    <a:pt x="411290" y="33922"/>
                    <a:pt x="411290" y="44012"/>
                  </a:cubicBezTo>
                  <a:cubicBezTo>
                    <a:pt x="411290" y="54102"/>
                    <a:pt x="419481" y="62277"/>
                    <a:pt x="429578" y="62277"/>
                  </a:cubicBezTo>
                  <a:cubicBezTo>
                    <a:pt x="439675" y="62277"/>
                    <a:pt x="447866" y="54102"/>
                    <a:pt x="447866" y="44012"/>
                  </a:cubicBezTo>
                  <a:cubicBezTo>
                    <a:pt x="447739" y="33998"/>
                    <a:pt x="439611" y="25938"/>
                    <a:pt x="429578" y="25938"/>
                  </a:cubicBezTo>
                  <a:close/>
                  <a:moveTo>
                    <a:pt x="475298" y="162731"/>
                  </a:moveTo>
                  <a:cubicBezTo>
                    <a:pt x="465201" y="162731"/>
                    <a:pt x="457010" y="170906"/>
                    <a:pt x="457010" y="180996"/>
                  </a:cubicBezTo>
                  <a:cubicBezTo>
                    <a:pt x="457010" y="191086"/>
                    <a:pt x="465201" y="199260"/>
                    <a:pt x="475298" y="199260"/>
                  </a:cubicBezTo>
                  <a:cubicBezTo>
                    <a:pt x="485394" y="199260"/>
                    <a:pt x="493586" y="191086"/>
                    <a:pt x="493586" y="180996"/>
                  </a:cubicBezTo>
                  <a:cubicBezTo>
                    <a:pt x="493586" y="170906"/>
                    <a:pt x="485394" y="162731"/>
                    <a:pt x="475298" y="162731"/>
                  </a:cubicBezTo>
                  <a:close/>
                  <a:moveTo>
                    <a:pt x="521018" y="573682"/>
                  </a:moveTo>
                  <a:cubicBezTo>
                    <a:pt x="510922" y="573682"/>
                    <a:pt x="502730" y="581856"/>
                    <a:pt x="502730" y="591946"/>
                  </a:cubicBezTo>
                  <a:cubicBezTo>
                    <a:pt x="502730" y="591946"/>
                    <a:pt x="502730" y="591946"/>
                    <a:pt x="502730" y="592263"/>
                  </a:cubicBezTo>
                  <a:cubicBezTo>
                    <a:pt x="512826" y="596747"/>
                    <a:pt x="523113" y="600971"/>
                    <a:pt x="533591" y="604947"/>
                  </a:cubicBezTo>
                  <a:cubicBezTo>
                    <a:pt x="541020" y="598123"/>
                    <a:pt x="541528" y="586568"/>
                    <a:pt x="534670" y="579142"/>
                  </a:cubicBezTo>
                  <a:cubicBezTo>
                    <a:pt x="531114" y="575293"/>
                    <a:pt x="526098" y="573143"/>
                    <a:pt x="520891" y="573238"/>
                  </a:cubicBezTo>
                  <a:close/>
                  <a:moveTo>
                    <a:pt x="475298" y="254054"/>
                  </a:moveTo>
                  <a:cubicBezTo>
                    <a:pt x="465201" y="254054"/>
                    <a:pt x="457010" y="262228"/>
                    <a:pt x="457010" y="272318"/>
                  </a:cubicBezTo>
                  <a:cubicBezTo>
                    <a:pt x="457010" y="282408"/>
                    <a:pt x="465201" y="290583"/>
                    <a:pt x="475298" y="290583"/>
                  </a:cubicBezTo>
                  <a:cubicBezTo>
                    <a:pt x="485394" y="290583"/>
                    <a:pt x="493586" y="282408"/>
                    <a:pt x="493586" y="272318"/>
                  </a:cubicBezTo>
                  <a:cubicBezTo>
                    <a:pt x="493459" y="262304"/>
                    <a:pt x="485331" y="254244"/>
                    <a:pt x="475298" y="254244"/>
                  </a:cubicBezTo>
                  <a:close/>
                  <a:moveTo>
                    <a:pt x="475298" y="71409"/>
                  </a:moveTo>
                  <a:cubicBezTo>
                    <a:pt x="465201" y="71409"/>
                    <a:pt x="457010" y="79584"/>
                    <a:pt x="457010" y="89673"/>
                  </a:cubicBezTo>
                  <a:cubicBezTo>
                    <a:pt x="457010" y="99763"/>
                    <a:pt x="465201" y="107938"/>
                    <a:pt x="475298" y="107938"/>
                  </a:cubicBezTo>
                  <a:cubicBezTo>
                    <a:pt x="485394" y="107938"/>
                    <a:pt x="493586" y="99763"/>
                    <a:pt x="493586" y="89673"/>
                  </a:cubicBezTo>
                  <a:cubicBezTo>
                    <a:pt x="493586" y="79584"/>
                    <a:pt x="485394" y="71409"/>
                    <a:pt x="475298" y="71409"/>
                  </a:cubicBezTo>
                  <a:close/>
                  <a:moveTo>
                    <a:pt x="521018" y="482359"/>
                  </a:moveTo>
                  <a:cubicBezTo>
                    <a:pt x="510922" y="482359"/>
                    <a:pt x="502730" y="490534"/>
                    <a:pt x="502730" y="500624"/>
                  </a:cubicBezTo>
                  <a:cubicBezTo>
                    <a:pt x="502730" y="510714"/>
                    <a:pt x="510922" y="518888"/>
                    <a:pt x="521018" y="518888"/>
                  </a:cubicBezTo>
                  <a:cubicBezTo>
                    <a:pt x="531114" y="518888"/>
                    <a:pt x="539306" y="510714"/>
                    <a:pt x="539306" y="500624"/>
                  </a:cubicBezTo>
                  <a:cubicBezTo>
                    <a:pt x="539179" y="490610"/>
                    <a:pt x="531051" y="482550"/>
                    <a:pt x="521018" y="482550"/>
                  </a:cubicBezTo>
                  <a:close/>
                  <a:moveTo>
                    <a:pt x="383858" y="162731"/>
                  </a:moveTo>
                  <a:cubicBezTo>
                    <a:pt x="373762" y="162731"/>
                    <a:pt x="365570" y="170906"/>
                    <a:pt x="365570" y="180996"/>
                  </a:cubicBezTo>
                  <a:cubicBezTo>
                    <a:pt x="365570" y="191086"/>
                    <a:pt x="373762" y="199260"/>
                    <a:pt x="383858" y="199260"/>
                  </a:cubicBezTo>
                  <a:cubicBezTo>
                    <a:pt x="393954" y="199260"/>
                    <a:pt x="402146" y="191086"/>
                    <a:pt x="402146" y="180996"/>
                  </a:cubicBezTo>
                  <a:cubicBezTo>
                    <a:pt x="402146" y="170906"/>
                    <a:pt x="393954" y="162731"/>
                    <a:pt x="383858" y="162731"/>
                  </a:cubicBezTo>
                  <a:close/>
                  <a:moveTo>
                    <a:pt x="383858" y="254054"/>
                  </a:moveTo>
                  <a:cubicBezTo>
                    <a:pt x="373762" y="254054"/>
                    <a:pt x="365570" y="262228"/>
                    <a:pt x="365570" y="272318"/>
                  </a:cubicBezTo>
                  <a:cubicBezTo>
                    <a:pt x="365570" y="282408"/>
                    <a:pt x="373762" y="290583"/>
                    <a:pt x="383858" y="290583"/>
                  </a:cubicBezTo>
                  <a:cubicBezTo>
                    <a:pt x="393954" y="290583"/>
                    <a:pt x="402146" y="282408"/>
                    <a:pt x="402146" y="272318"/>
                  </a:cubicBezTo>
                  <a:cubicBezTo>
                    <a:pt x="402019" y="262304"/>
                    <a:pt x="393891" y="254244"/>
                    <a:pt x="383858" y="254244"/>
                  </a:cubicBezTo>
                  <a:close/>
                  <a:moveTo>
                    <a:pt x="383858" y="71409"/>
                  </a:moveTo>
                  <a:cubicBezTo>
                    <a:pt x="373762" y="71409"/>
                    <a:pt x="365570" y="79584"/>
                    <a:pt x="365570" y="89673"/>
                  </a:cubicBezTo>
                  <a:cubicBezTo>
                    <a:pt x="365570" y="99763"/>
                    <a:pt x="373762" y="107938"/>
                    <a:pt x="383858" y="107938"/>
                  </a:cubicBezTo>
                  <a:cubicBezTo>
                    <a:pt x="393954" y="107938"/>
                    <a:pt x="402146" y="99763"/>
                    <a:pt x="402146" y="89673"/>
                  </a:cubicBezTo>
                  <a:cubicBezTo>
                    <a:pt x="402146" y="79584"/>
                    <a:pt x="393954" y="71409"/>
                    <a:pt x="383858" y="71409"/>
                  </a:cubicBezTo>
                  <a:close/>
                  <a:moveTo>
                    <a:pt x="383858" y="345376"/>
                  </a:moveTo>
                  <a:cubicBezTo>
                    <a:pt x="373762" y="345376"/>
                    <a:pt x="365570" y="353551"/>
                    <a:pt x="365570" y="363640"/>
                  </a:cubicBezTo>
                  <a:cubicBezTo>
                    <a:pt x="365570" y="373730"/>
                    <a:pt x="373762" y="381905"/>
                    <a:pt x="383858" y="381905"/>
                  </a:cubicBezTo>
                  <a:cubicBezTo>
                    <a:pt x="393954" y="381905"/>
                    <a:pt x="402146" y="373730"/>
                    <a:pt x="402146" y="363640"/>
                  </a:cubicBezTo>
                  <a:cubicBezTo>
                    <a:pt x="402146" y="353551"/>
                    <a:pt x="393954" y="345376"/>
                    <a:pt x="383858" y="345376"/>
                  </a:cubicBezTo>
                  <a:close/>
                  <a:moveTo>
                    <a:pt x="429578" y="208392"/>
                  </a:moveTo>
                  <a:cubicBezTo>
                    <a:pt x="419481" y="208392"/>
                    <a:pt x="411290" y="216567"/>
                    <a:pt x="411290" y="226657"/>
                  </a:cubicBezTo>
                  <a:cubicBezTo>
                    <a:pt x="411290" y="236747"/>
                    <a:pt x="419481" y="244921"/>
                    <a:pt x="429578" y="244921"/>
                  </a:cubicBezTo>
                  <a:cubicBezTo>
                    <a:pt x="439675" y="244921"/>
                    <a:pt x="447866" y="236747"/>
                    <a:pt x="447866" y="226657"/>
                  </a:cubicBezTo>
                  <a:cubicBezTo>
                    <a:pt x="447866" y="216567"/>
                    <a:pt x="439675" y="208392"/>
                    <a:pt x="429578" y="208392"/>
                  </a:cubicBezTo>
                  <a:close/>
                  <a:moveTo>
                    <a:pt x="429578" y="117070"/>
                  </a:moveTo>
                  <a:cubicBezTo>
                    <a:pt x="419481" y="117070"/>
                    <a:pt x="411290" y="125245"/>
                    <a:pt x="411290" y="135335"/>
                  </a:cubicBezTo>
                  <a:cubicBezTo>
                    <a:pt x="411290" y="145424"/>
                    <a:pt x="419481" y="153599"/>
                    <a:pt x="429578" y="153599"/>
                  </a:cubicBezTo>
                  <a:cubicBezTo>
                    <a:pt x="439675" y="153599"/>
                    <a:pt x="447866" y="145424"/>
                    <a:pt x="447866" y="135335"/>
                  </a:cubicBezTo>
                  <a:cubicBezTo>
                    <a:pt x="447866" y="125245"/>
                    <a:pt x="439675" y="117070"/>
                    <a:pt x="429578" y="117070"/>
                  </a:cubicBezTo>
                  <a:close/>
                  <a:moveTo>
                    <a:pt x="429578" y="299715"/>
                  </a:moveTo>
                  <a:cubicBezTo>
                    <a:pt x="419481" y="299715"/>
                    <a:pt x="411290" y="307890"/>
                    <a:pt x="411290" y="317979"/>
                  </a:cubicBezTo>
                  <a:cubicBezTo>
                    <a:pt x="411290" y="328069"/>
                    <a:pt x="419481" y="336244"/>
                    <a:pt x="429578" y="336244"/>
                  </a:cubicBezTo>
                  <a:cubicBezTo>
                    <a:pt x="439675" y="336244"/>
                    <a:pt x="447866" y="328069"/>
                    <a:pt x="447866" y="317979"/>
                  </a:cubicBezTo>
                  <a:cubicBezTo>
                    <a:pt x="447866" y="307890"/>
                    <a:pt x="439675" y="299715"/>
                    <a:pt x="429578" y="299715"/>
                  </a:cubicBezTo>
                  <a:close/>
                  <a:moveTo>
                    <a:pt x="429578" y="482359"/>
                  </a:moveTo>
                  <a:cubicBezTo>
                    <a:pt x="419481" y="482359"/>
                    <a:pt x="411290" y="490534"/>
                    <a:pt x="411290" y="500624"/>
                  </a:cubicBezTo>
                  <a:cubicBezTo>
                    <a:pt x="411290" y="510714"/>
                    <a:pt x="419481" y="518888"/>
                    <a:pt x="429578" y="518888"/>
                  </a:cubicBezTo>
                  <a:cubicBezTo>
                    <a:pt x="439675" y="518888"/>
                    <a:pt x="447866" y="510714"/>
                    <a:pt x="447866" y="500624"/>
                  </a:cubicBezTo>
                  <a:cubicBezTo>
                    <a:pt x="447739" y="490610"/>
                    <a:pt x="439611" y="482550"/>
                    <a:pt x="429578" y="482550"/>
                  </a:cubicBezTo>
                  <a:close/>
                  <a:moveTo>
                    <a:pt x="429578" y="391037"/>
                  </a:moveTo>
                  <a:cubicBezTo>
                    <a:pt x="419481" y="391037"/>
                    <a:pt x="411290" y="399212"/>
                    <a:pt x="411290" y="409302"/>
                  </a:cubicBezTo>
                  <a:cubicBezTo>
                    <a:pt x="411290" y="419391"/>
                    <a:pt x="419481" y="427566"/>
                    <a:pt x="429578" y="427566"/>
                  </a:cubicBezTo>
                  <a:cubicBezTo>
                    <a:pt x="439675" y="427566"/>
                    <a:pt x="447866" y="419391"/>
                    <a:pt x="447866" y="409302"/>
                  </a:cubicBezTo>
                  <a:cubicBezTo>
                    <a:pt x="447866" y="399212"/>
                    <a:pt x="439675" y="391037"/>
                    <a:pt x="429578" y="391037"/>
                  </a:cubicBezTo>
                  <a:close/>
                  <a:moveTo>
                    <a:pt x="566738" y="71409"/>
                  </a:moveTo>
                  <a:cubicBezTo>
                    <a:pt x="556641" y="71409"/>
                    <a:pt x="548450" y="79584"/>
                    <a:pt x="548450" y="89673"/>
                  </a:cubicBezTo>
                  <a:cubicBezTo>
                    <a:pt x="548450" y="99763"/>
                    <a:pt x="556641" y="107938"/>
                    <a:pt x="566738" y="107938"/>
                  </a:cubicBezTo>
                  <a:cubicBezTo>
                    <a:pt x="576835" y="107938"/>
                    <a:pt x="585026" y="99763"/>
                    <a:pt x="585026" y="89673"/>
                  </a:cubicBezTo>
                  <a:cubicBezTo>
                    <a:pt x="585026" y="79584"/>
                    <a:pt x="576835" y="71409"/>
                    <a:pt x="566738" y="71409"/>
                  </a:cubicBezTo>
                  <a:close/>
                  <a:moveTo>
                    <a:pt x="612458" y="391037"/>
                  </a:moveTo>
                  <a:cubicBezTo>
                    <a:pt x="602362" y="391037"/>
                    <a:pt x="594170" y="399212"/>
                    <a:pt x="594170" y="409302"/>
                  </a:cubicBezTo>
                  <a:cubicBezTo>
                    <a:pt x="594170" y="419391"/>
                    <a:pt x="602362" y="427566"/>
                    <a:pt x="612458" y="427566"/>
                  </a:cubicBezTo>
                  <a:cubicBezTo>
                    <a:pt x="622554" y="427566"/>
                    <a:pt x="630746" y="419391"/>
                    <a:pt x="630746" y="409302"/>
                  </a:cubicBezTo>
                  <a:cubicBezTo>
                    <a:pt x="630746" y="399212"/>
                    <a:pt x="622554" y="391037"/>
                    <a:pt x="612458" y="391037"/>
                  </a:cubicBezTo>
                  <a:close/>
                  <a:moveTo>
                    <a:pt x="612458" y="299715"/>
                  </a:moveTo>
                  <a:cubicBezTo>
                    <a:pt x="602362" y="299715"/>
                    <a:pt x="594170" y="307890"/>
                    <a:pt x="594170" y="317979"/>
                  </a:cubicBezTo>
                  <a:cubicBezTo>
                    <a:pt x="594170" y="328069"/>
                    <a:pt x="602362" y="336244"/>
                    <a:pt x="612458" y="336244"/>
                  </a:cubicBezTo>
                  <a:cubicBezTo>
                    <a:pt x="622554" y="336244"/>
                    <a:pt x="630746" y="328069"/>
                    <a:pt x="630746" y="317979"/>
                  </a:cubicBezTo>
                  <a:cubicBezTo>
                    <a:pt x="630746" y="307890"/>
                    <a:pt x="622554" y="299715"/>
                    <a:pt x="612458" y="299715"/>
                  </a:cubicBezTo>
                  <a:close/>
                  <a:moveTo>
                    <a:pt x="612458" y="482359"/>
                  </a:moveTo>
                  <a:cubicBezTo>
                    <a:pt x="602362" y="482359"/>
                    <a:pt x="594170" y="490534"/>
                    <a:pt x="594170" y="500624"/>
                  </a:cubicBezTo>
                  <a:cubicBezTo>
                    <a:pt x="594170" y="510714"/>
                    <a:pt x="602362" y="518888"/>
                    <a:pt x="612458" y="518888"/>
                  </a:cubicBezTo>
                  <a:cubicBezTo>
                    <a:pt x="622554" y="518888"/>
                    <a:pt x="630746" y="510714"/>
                    <a:pt x="630746" y="500624"/>
                  </a:cubicBezTo>
                  <a:cubicBezTo>
                    <a:pt x="630619" y="490610"/>
                    <a:pt x="622491" y="482550"/>
                    <a:pt x="612458" y="482550"/>
                  </a:cubicBezTo>
                  <a:close/>
                  <a:moveTo>
                    <a:pt x="521018" y="391037"/>
                  </a:moveTo>
                  <a:cubicBezTo>
                    <a:pt x="510922" y="391037"/>
                    <a:pt x="502730" y="399212"/>
                    <a:pt x="502730" y="409302"/>
                  </a:cubicBezTo>
                  <a:cubicBezTo>
                    <a:pt x="502730" y="419391"/>
                    <a:pt x="510922" y="427566"/>
                    <a:pt x="521018" y="427566"/>
                  </a:cubicBezTo>
                  <a:cubicBezTo>
                    <a:pt x="531114" y="427566"/>
                    <a:pt x="539306" y="419391"/>
                    <a:pt x="539306" y="409302"/>
                  </a:cubicBezTo>
                  <a:cubicBezTo>
                    <a:pt x="539306" y="399212"/>
                    <a:pt x="531114" y="391037"/>
                    <a:pt x="521018" y="391037"/>
                  </a:cubicBezTo>
                  <a:close/>
                  <a:moveTo>
                    <a:pt x="612458" y="25748"/>
                  </a:moveTo>
                  <a:cubicBezTo>
                    <a:pt x="602362" y="25748"/>
                    <a:pt x="594170" y="33922"/>
                    <a:pt x="594170" y="44012"/>
                  </a:cubicBezTo>
                  <a:cubicBezTo>
                    <a:pt x="594170" y="54102"/>
                    <a:pt x="602362" y="62277"/>
                    <a:pt x="612458" y="62277"/>
                  </a:cubicBezTo>
                  <a:cubicBezTo>
                    <a:pt x="622554" y="62277"/>
                    <a:pt x="630746" y="54102"/>
                    <a:pt x="630746" y="44012"/>
                  </a:cubicBezTo>
                  <a:cubicBezTo>
                    <a:pt x="630619" y="33998"/>
                    <a:pt x="622491" y="25938"/>
                    <a:pt x="612458" y="25938"/>
                  </a:cubicBezTo>
                  <a:close/>
                  <a:moveTo>
                    <a:pt x="658178" y="619343"/>
                  </a:moveTo>
                  <a:cubicBezTo>
                    <a:pt x="648970" y="619381"/>
                    <a:pt x="641224" y="626293"/>
                    <a:pt x="640144" y="635451"/>
                  </a:cubicBezTo>
                  <a:cubicBezTo>
                    <a:pt x="651891" y="637734"/>
                    <a:pt x="663829" y="639700"/>
                    <a:pt x="676085" y="641349"/>
                  </a:cubicBezTo>
                  <a:cubicBezTo>
                    <a:pt x="678180" y="631475"/>
                    <a:pt x="671830" y="621797"/>
                    <a:pt x="661925" y="619730"/>
                  </a:cubicBezTo>
                  <a:cubicBezTo>
                    <a:pt x="660718" y="619470"/>
                    <a:pt x="659448" y="619343"/>
                    <a:pt x="658178" y="619343"/>
                  </a:cubicBezTo>
                  <a:close/>
                  <a:moveTo>
                    <a:pt x="383858" y="436698"/>
                  </a:moveTo>
                  <a:cubicBezTo>
                    <a:pt x="373762" y="436698"/>
                    <a:pt x="365570" y="444873"/>
                    <a:pt x="365570" y="454963"/>
                  </a:cubicBezTo>
                  <a:cubicBezTo>
                    <a:pt x="365570" y="465053"/>
                    <a:pt x="373762" y="473227"/>
                    <a:pt x="383858" y="473227"/>
                  </a:cubicBezTo>
                  <a:cubicBezTo>
                    <a:pt x="393954" y="473227"/>
                    <a:pt x="402146" y="465053"/>
                    <a:pt x="402146" y="454963"/>
                  </a:cubicBezTo>
                  <a:cubicBezTo>
                    <a:pt x="402146" y="444873"/>
                    <a:pt x="393954" y="436698"/>
                    <a:pt x="383858" y="436698"/>
                  </a:cubicBezTo>
                  <a:close/>
                  <a:moveTo>
                    <a:pt x="612458" y="208392"/>
                  </a:moveTo>
                  <a:cubicBezTo>
                    <a:pt x="602362" y="208392"/>
                    <a:pt x="594170" y="216567"/>
                    <a:pt x="594170" y="226657"/>
                  </a:cubicBezTo>
                  <a:cubicBezTo>
                    <a:pt x="594170" y="236747"/>
                    <a:pt x="602362" y="244921"/>
                    <a:pt x="612458" y="244921"/>
                  </a:cubicBezTo>
                  <a:cubicBezTo>
                    <a:pt x="622554" y="244921"/>
                    <a:pt x="630746" y="236747"/>
                    <a:pt x="630746" y="226657"/>
                  </a:cubicBezTo>
                  <a:cubicBezTo>
                    <a:pt x="630746" y="216567"/>
                    <a:pt x="622554" y="208392"/>
                    <a:pt x="612458" y="208392"/>
                  </a:cubicBezTo>
                  <a:close/>
                  <a:moveTo>
                    <a:pt x="612458" y="117070"/>
                  </a:moveTo>
                  <a:cubicBezTo>
                    <a:pt x="602362" y="117070"/>
                    <a:pt x="594170" y="125245"/>
                    <a:pt x="594170" y="135335"/>
                  </a:cubicBezTo>
                  <a:cubicBezTo>
                    <a:pt x="594170" y="145424"/>
                    <a:pt x="602362" y="153599"/>
                    <a:pt x="612458" y="153599"/>
                  </a:cubicBezTo>
                  <a:cubicBezTo>
                    <a:pt x="622554" y="153599"/>
                    <a:pt x="630746" y="145424"/>
                    <a:pt x="630746" y="135335"/>
                  </a:cubicBezTo>
                  <a:cubicBezTo>
                    <a:pt x="630746" y="125245"/>
                    <a:pt x="622554" y="117070"/>
                    <a:pt x="612458" y="117070"/>
                  </a:cubicBezTo>
                  <a:close/>
                  <a:moveTo>
                    <a:pt x="612458" y="573682"/>
                  </a:moveTo>
                  <a:cubicBezTo>
                    <a:pt x="602362" y="573682"/>
                    <a:pt x="594170" y="581856"/>
                    <a:pt x="594170" y="591946"/>
                  </a:cubicBezTo>
                  <a:cubicBezTo>
                    <a:pt x="594170" y="602036"/>
                    <a:pt x="602362" y="610211"/>
                    <a:pt x="612458" y="610211"/>
                  </a:cubicBezTo>
                  <a:cubicBezTo>
                    <a:pt x="622554" y="610211"/>
                    <a:pt x="630746" y="602036"/>
                    <a:pt x="630746" y="591946"/>
                  </a:cubicBezTo>
                  <a:cubicBezTo>
                    <a:pt x="630746" y="581856"/>
                    <a:pt x="622554" y="573682"/>
                    <a:pt x="612458" y="573682"/>
                  </a:cubicBezTo>
                  <a:close/>
                  <a:moveTo>
                    <a:pt x="521018" y="25748"/>
                  </a:moveTo>
                  <a:cubicBezTo>
                    <a:pt x="510922" y="25748"/>
                    <a:pt x="502730" y="33922"/>
                    <a:pt x="502730" y="44012"/>
                  </a:cubicBezTo>
                  <a:cubicBezTo>
                    <a:pt x="502730" y="54102"/>
                    <a:pt x="510922" y="62277"/>
                    <a:pt x="521018" y="62277"/>
                  </a:cubicBezTo>
                  <a:cubicBezTo>
                    <a:pt x="531114" y="62277"/>
                    <a:pt x="539306" y="54102"/>
                    <a:pt x="539306" y="44012"/>
                  </a:cubicBezTo>
                  <a:cubicBezTo>
                    <a:pt x="539179" y="33998"/>
                    <a:pt x="531051" y="25938"/>
                    <a:pt x="521018" y="25938"/>
                  </a:cubicBezTo>
                  <a:close/>
                  <a:moveTo>
                    <a:pt x="521018" y="117070"/>
                  </a:moveTo>
                  <a:cubicBezTo>
                    <a:pt x="510922" y="117070"/>
                    <a:pt x="502730" y="125245"/>
                    <a:pt x="502730" y="135335"/>
                  </a:cubicBezTo>
                  <a:cubicBezTo>
                    <a:pt x="502730" y="145424"/>
                    <a:pt x="510922" y="153599"/>
                    <a:pt x="521018" y="153599"/>
                  </a:cubicBezTo>
                  <a:cubicBezTo>
                    <a:pt x="531114" y="153599"/>
                    <a:pt x="539306" y="145424"/>
                    <a:pt x="539306" y="135335"/>
                  </a:cubicBezTo>
                  <a:cubicBezTo>
                    <a:pt x="539306" y="125245"/>
                    <a:pt x="531114" y="117070"/>
                    <a:pt x="521018" y="117070"/>
                  </a:cubicBezTo>
                  <a:close/>
                  <a:moveTo>
                    <a:pt x="521018" y="208392"/>
                  </a:moveTo>
                  <a:cubicBezTo>
                    <a:pt x="510922" y="208392"/>
                    <a:pt x="502730" y="216567"/>
                    <a:pt x="502730" y="226657"/>
                  </a:cubicBezTo>
                  <a:cubicBezTo>
                    <a:pt x="502730" y="236747"/>
                    <a:pt x="510922" y="244921"/>
                    <a:pt x="521018" y="244921"/>
                  </a:cubicBezTo>
                  <a:cubicBezTo>
                    <a:pt x="531114" y="244921"/>
                    <a:pt x="539306" y="236747"/>
                    <a:pt x="539306" y="226657"/>
                  </a:cubicBezTo>
                  <a:cubicBezTo>
                    <a:pt x="539306" y="216567"/>
                    <a:pt x="531114" y="208392"/>
                    <a:pt x="521018" y="208392"/>
                  </a:cubicBezTo>
                  <a:close/>
                  <a:moveTo>
                    <a:pt x="521018" y="299715"/>
                  </a:moveTo>
                  <a:cubicBezTo>
                    <a:pt x="510922" y="299715"/>
                    <a:pt x="502730" y="307890"/>
                    <a:pt x="502730" y="317979"/>
                  </a:cubicBezTo>
                  <a:cubicBezTo>
                    <a:pt x="502730" y="328069"/>
                    <a:pt x="510922" y="336244"/>
                    <a:pt x="521018" y="336244"/>
                  </a:cubicBezTo>
                  <a:cubicBezTo>
                    <a:pt x="531114" y="336244"/>
                    <a:pt x="539306" y="328069"/>
                    <a:pt x="539306" y="317979"/>
                  </a:cubicBezTo>
                  <a:cubicBezTo>
                    <a:pt x="539306" y="307890"/>
                    <a:pt x="531114" y="299715"/>
                    <a:pt x="521018" y="299715"/>
                  </a:cubicBezTo>
                  <a:close/>
                  <a:moveTo>
                    <a:pt x="566738" y="162731"/>
                  </a:moveTo>
                  <a:cubicBezTo>
                    <a:pt x="556641" y="162731"/>
                    <a:pt x="548450" y="170906"/>
                    <a:pt x="548450" y="180996"/>
                  </a:cubicBezTo>
                  <a:cubicBezTo>
                    <a:pt x="548450" y="191086"/>
                    <a:pt x="556641" y="199260"/>
                    <a:pt x="566738" y="199260"/>
                  </a:cubicBezTo>
                  <a:cubicBezTo>
                    <a:pt x="576835" y="199260"/>
                    <a:pt x="585026" y="191086"/>
                    <a:pt x="585026" y="180996"/>
                  </a:cubicBezTo>
                  <a:cubicBezTo>
                    <a:pt x="585026" y="170906"/>
                    <a:pt x="576835" y="162731"/>
                    <a:pt x="566738" y="162731"/>
                  </a:cubicBezTo>
                  <a:close/>
                  <a:moveTo>
                    <a:pt x="566738" y="528021"/>
                  </a:moveTo>
                  <a:cubicBezTo>
                    <a:pt x="556578" y="527983"/>
                    <a:pt x="548387" y="536164"/>
                    <a:pt x="548323" y="546285"/>
                  </a:cubicBezTo>
                  <a:cubicBezTo>
                    <a:pt x="548260" y="556407"/>
                    <a:pt x="556451" y="564638"/>
                    <a:pt x="566611" y="564676"/>
                  </a:cubicBezTo>
                  <a:cubicBezTo>
                    <a:pt x="576771" y="564714"/>
                    <a:pt x="584962" y="556533"/>
                    <a:pt x="585026" y="546412"/>
                  </a:cubicBezTo>
                  <a:cubicBezTo>
                    <a:pt x="585026" y="546367"/>
                    <a:pt x="585026" y="546330"/>
                    <a:pt x="585026" y="546285"/>
                  </a:cubicBezTo>
                  <a:cubicBezTo>
                    <a:pt x="585026" y="536195"/>
                    <a:pt x="576835" y="528021"/>
                    <a:pt x="566738" y="528021"/>
                  </a:cubicBezTo>
                  <a:close/>
                  <a:moveTo>
                    <a:pt x="566738" y="254054"/>
                  </a:moveTo>
                  <a:cubicBezTo>
                    <a:pt x="556641" y="254054"/>
                    <a:pt x="548450" y="262228"/>
                    <a:pt x="548450" y="272318"/>
                  </a:cubicBezTo>
                  <a:cubicBezTo>
                    <a:pt x="548450" y="282408"/>
                    <a:pt x="556641" y="290583"/>
                    <a:pt x="566738" y="290583"/>
                  </a:cubicBezTo>
                  <a:cubicBezTo>
                    <a:pt x="576835" y="290583"/>
                    <a:pt x="585026" y="282408"/>
                    <a:pt x="585026" y="272318"/>
                  </a:cubicBezTo>
                  <a:cubicBezTo>
                    <a:pt x="584899" y="262304"/>
                    <a:pt x="576771" y="254244"/>
                    <a:pt x="566738" y="254244"/>
                  </a:cubicBezTo>
                  <a:close/>
                  <a:moveTo>
                    <a:pt x="566738" y="345376"/>
                  </a:moveTo>
                  <a:cubicBezTo>
                    <a:pt x="556641" y="345376"/>
                    <a:pt x="548450" y="353551"/>
                    <a:pt x="548450" y="363640"/>
                  </a:cubicBezTo>
                  <a:cubicBezTo>
                    <a:pt x="548450" y="373730"/>
                    <a:pt x="556641" y="381905"/>
                    <a:pt x="566738" y="381905"/>
                  </a:cubicBezTo>
                  <a:cubicBezTo>
                    <a:pt x="576835" y="381905"/>
                    <a:pt x="585026" y="373730"/>
                    <a:pt x="585026" y="363640"/>
                  </a:cubicBezTo>
                  <a:cubicBezTo>
                    <a:pt x="585026" y="353551"/>
                    <a:pt x="576835" y="345376"/>
                    <a:pt x="566738" y="345376"/>
                  </a:cubicBezTo>
                  <a:close/>
                  <a:moveTo>
                    <a:pt x="566738" y="436698"/>
                  </a:moveTo>
                  <a:cubicBezTo>
                    <a:pt x="556641" y="436698"/>
                    <a:pt x="548450" y="444873"/>
                    <a:pt x="548450" y="454963"/>
                  </a:cubicBezTo>
                  <a:cubicBezTo>
                    <a:pt x="548450" y="465053"/>
                    <a:pt x="556641" y="473227"/>
                    <a:pt x="566738" y="473227"/>
                  </a:cubicBezTo>
                  <a:cubicBezTo>
                    <a:pt x="576835" y="473227"/>
                    <a:pt x="585026" y="465053"/>
                    <a:pt x="585026" y="454963"/>
                  </a:cubicBezTo>
                  <a:cubicBezTo>
                    <a:pt x="585026" y="444873"/>
                    <a:pt x="576835" y="436698"/>
                    <a:pt x="566738" y="436698"/>
                  </a:cubicBezTo>
                  <a:close/>
                  <a:moveTo>
                    <a:pt x="338138" y="299715"/>
                  </a:moveTo>
                  <a:cubicBezTo>
                    <a:pt x="328041" y="299715"/>
                    <a:pt x="319849" y="307890"/>
                    <a:pt x="319849" y="317979"/>
                  </a:cubicBezTo>
                  <a:cubicBezTo>
                    <a:pt x="319849" y="328069"/>
                    <a:pt x="328041" y="336244"/>
                    <a:pt x="338138" y="336244"/>
                  </a:cubicBezTo>
                  <a:cubicBezTo>
                    <a:pt x="348235" y="336244"/>
                    <a:pt x="356426" y="328069"/>
                    <a:pt x="356426" y="317979"/>
                  </a:cubicBezTo>
                  <a:cubicBezTo>
                    <a:pt x="356426" y="307890"/>
                    <a:pt x="348235" y="299715"/>
                    <a:pt x="338138" y="299715"/>
                  </a:cubicBezTo>
                  <a:close/>
                  <a:moveTo>
                    <a:pt x="292418" y="16616"/>
                  </a:moveTo>
                  <a:cubicBezTo>
                    <a:pt x="301879" y="16590"/>
                    <a:pt x="309753" y="9392"/>
                    <a:pt x="310579" y="0"/>
                  </a:cubicBezTo>
                  <a:lnTo>
                    <a:pt x="274193" y="0"/>
                  </a:lnTo>
                  <a:cubicBezTo>
                    <a:pt x="275019" y="9443"/>
                    <a:pt x="282956" y="16679"/>
                    <a:pt x="292418" y="16616"/>
                  </a:cubicBezTo>
                  <a:close/>
                  <a:moveTo>
                    <a:pt x="200978" y="16616"/>
                  </a:moveTo>
                  <a:cubicBezTo>
                    <a:pt x="210439" y="16590"/>
                    <a:pt x="218313" y="9392"/>
                    <a:pt x="219139" y="0"/>
                  </a:cubicBezTo>
                  <a:lnTo>
                    <a:pt x="182880" y="0"/>
                  </a:lnTo>
                  <a:cubicBezTo>
                    <a:pt x="183642" y="9392"/>
                    <a:pt x="191516" y="16616"/>
                    <a:pt x="200978" y="16616"/>
                  </a:cubicBezTo>
                  <a:close/>
                  <a:moveTo>
                    <a:pt x="109538" y="16616"/>
                  </a:moveTo>
                  <a:cubicBezTo>
                    <a:pt x="119000" y="16590"/>
                    <a:pt x="126874" y="9392"/>
                    <a:pt x="127699" y="0"/>
                  </a:cubicBezTo>
                  <a:lnTo>
                    <a:pt x="91440" y="0"/>
                  </a:lnTo>
                  <a:cubicBezTo>
                    <a:pt x="92266" y="9380"/>
                    <a:pt x="100140" y="16584"/>
                    <a:pt x="109538" y="16616"/>
                  </a:cubicBezTo>
                  <a:close/>
                  <a:moveTo>
                    <a:pt x="383858" y="16616"/>
                  </a:moveTo>
                  <a:cubicBezTo>
                    <a:pt x="393319" y="16590"/>
                    <a:pt x="401193" y="9392"/>
                    <a:pt x="402019" y="0"/>
                  </a:cubicBezTo>
                  <a:lnTo>
                    <a:pt x="365761" y="0"/>
                  </a:lnTo>
                  <a:cubicBezTo>
                    <a:pt x="366523" y="9392"/>
                    <a:pt x="374397" y="16616"/>
                    <a:pt x="383858" y="16616"/>
                  </a:cubicBezTo>
                  <a:close/>
                  <a:moveTo>
                    <a:pt x="63818" y="25748"/>
                  </a:moveTo>
                  <a:cubicBezTo>
                    <a:pt x="53722" y="25748"/>
                    <a:pt x="45530" y="33922"/>
                    <a:pt x="45530" y="44012"/>
                  </a:cubicBezTo>
                  <a:cubicBezTo>
                    <a:pt x="45530" y="54102"/>
                    <a:pt x="53722" y="62277"/>
                    <a:pt x="63818" y="62277"/>
                  </a:cubicBezTo>
                  <a:cubicBezTo>
                    <a:pt x="73914" y="62277"/>
                    <a:pt x="82106" y="54102"/>
                    <a:pt x="82106" y="44012"/>
                  </a:cubicBezTo>
                  <a:cubicBezTo>
                    <a:pt x="81979" y="33998"/>
                    <a:pt x="73851" y="25938"/>
                    <a:pt x="63818" y="25938"/>
                  </a:cubicBezTo>
                  <a:close/>
                  <a:moveTo>
                    <a:pt x="63818" y="117070"/>
                  </a:moveTo>
                  <a:cubicBezTo>
                    <a:pt x="57341" y="117121"/>
                    <a:pt x="51436" y="120539"/>
                    <a:pt x="48133" y="126076"/>
                  </a:cubicBezTo>
                  <a:lnTo>
                    <a:pt x="65913" y="153409"/>
                  </a:lnTo>
                  <a:cubicBezTo>
                    <a:pt x="75947" y="152699"/>
                    <a:pt x="83503" y="143991"/>
                    <a:pt x="82804" y="133965"/>
                  </a:cubicBezTo>
                  <a:cubicBezTo>
                    <a:pt x="82106" y="124129"/>
                    <a:pt x="73661" y="116633"/>
                    <a:pt x="63818" y="117070"/>
                  </a:cubicBezTo>
                  <a:close/>
                  <a:moveTo>
                    <a:pt x="475298" y="16616"/>
                  </a:moveTo>
                  <a:cubicBezTo>
                    <a:pt x="484760" y="16590"/>
                    <a:pt x="492634" y="9392"/>
                    <a:pt x="493459" y="0"/>
                  </a:cubicBezTo>
                  <a:lnTo>
                    <a:pt x="457200" y="0"/>
                  </a:lnTo>
                  <a:cubicBezTo>
                    <a:pt x="457962" y="9392"/>
                    <a:pt x="465837" y="16616"/>
                    <a:pt x="475298" y="16616"/>
                  </a:cubicBezTo>
                  <a:close/>
                  <a:moveTo>
                    <a:pt x="18098" y="71409"/>
                  </a:moveTo>
                  <a:cubicBezTo>
                    <a:pt x="16511" y="71447"/>
                    <a:pt x="14923" y="71682"/>
                    <a:pt x="13399" y="72107"/>
                  </a:cubicBezTo>
                  <a:cubicBezTo>
                    <a:pt x="19749" y="81746"/>
                    <a:pt x="26099" y="91513"/>
                    <a:pt x="32449" y="101279"/>
                  </a:cubicBezTo>
                  <a:cubicBezTo>
                    <a:pt x="35179" y="98038"/>
                    <a:pt x="36703" y="93922"/>
                    <a:pt x="36703" y="89673"/>
                  </a:cubicBezTo>
                  <a:cubicBezTo>
                    <a:pt x="36703" y="79584"/>
                    <a:pt x="28512" y="71409"/>
                    <a:pt x="18415" y="71409"/>
                  </a:cubicBezTo>
                  <a:cubicBezTo>
                    <a:pt x="18288" y="71409"/>
                    <a:pt x="18224" y="71409"/>
                    <a:pt x="18098" y="71409"/>
                  </a:cubicBezTo>
                  <a:close/>
                  <a:moveTo>
                    <a:pt x="36259" y="0"/>
                  </a:moveTo>
                  <a:lnTo>
                    <a:pt x="0" y="0"/>
                  </a:lnTo>
                  <a:cubicBezTo>
                    <a:pt x="1016" y="10001"/>
                    <a:pt x="9970" y="17275"/>
                    <a:pt x="20003" y="16248"/>
                  </a:cubicBezTo>
                  <a:cubicBezTo>
                    <a:pt x="28575" y="15366"/>
                    <a:pt x="35370" y="8580"/>
                    <a:pt x="36259" y="0"/>
                  </a:cubicBezTo>
                  <a:close/>
                  <a:moveTo>
                    <a:pt x="1115378" y="16616"/>
                  </a:moveTo>
                  <a:cubicBezTo>
                    <a:pt x="1124839" y="16616"/>
                    <a:pt x="1132713" y="9392"/>
                    <a:pt x="1133475" y="0"/>
                  </a:cubicBezTo>
                  <a:lnTo>
                    <a:pt x="1097280" y="0"/>
                  </a:lnTo>
                  <a:cubicBezTo>
                    <a:pt x="1098042" y="9392"/>
                    <a:pt x="1105916" y="16616"/>
                    <a:pt x="1115378" y="16616"/>
                  </a:cubicBezTo>
                  <a:close/>
                  <a:moveTo>
                    <a:pt x="1023938" y="16616"/>
                  </a:moveTo>
                  <a:cubicBezTo>
                    <a:pt x="1033400" y="16616"/>
                    <a:pt x="1041274" y="9392"/>
                    <a:pt x="1042036" y="0"/>
                  </a:cubicBezTo>
                  <a:lnTo>
                    <a:pt x="1005840" y="0"/>
                  </a:lnTo>
                  <a:cubicBezTo>
                    <a:pt x="1006602" y="9392"/>
                    <a:pt x="1014476" y="16616"/>
                    <a:pt x="1023938" y="16616"/>
                  </a:cubicBezTo>
                  <a:close/>
                  <a:moveTo>
                    <a:pt x="932498" y="16616"/>
                  </a:moveTo>
                  <a:cubicBezTo>
                    <a:pt x="941960" y="16616"/>
                    <a:pt x="949834" y="9392"/>
                    <a:pt x="950595" y="0"/>
                  </a:cubicBezTo>
                  <a:lnTo>
                    <a:pt x="914400" y="0"/>
                  </a:lnTo>
                  <a:cubicBezTo>
                    <a:pt x="915162" y="9392"/>
                    <a:pt x="923037" y="16616"/>
                    <a:pt x="932498" y="16616"/>
                  </a:cubicBezTo>
                  <a:close/>
                  <a:moveTo>
                    <a:pt x="109538" y="162478"/>
                  </a:moveTo>
                  <a:cubicBezTo>
                    <a:pt x="99441" y="162478"/>
                    <a:pt x="91249" y="170652"/>
                    <a:pt x="91249" y="180742"/>
                  </a:cubicBezTo>
                  <a:cubicBezTo>
                    <a:pt x="91249" y="190832"/>
                    <a:pt x="99441" y="199007"/>
                    <a:pt x="109538" y="199007"/>
                  </a:cubicBezTo>
                  <a:cubicBezTo>
                    <a:pt x="119635" y="199007"/>
                    <a:pt x="127826" y="190832"/>
                    <a:pt x="127826" y="180742"/>
                  </a:cubicBezTo>
                  <a:cubicBezTo>
                    <a:pt x="127699" y="170754"/>
                    <a:pt x="119571" y="162731"/>
                    <a:pt x="109538" y="162731"/>
                  </a:cubicBezTo>
                  <a:close/>
                  <a:moveTo>
                    <a:pt x="566738" y="16616"/>
                  </a:moveTo>
                  <a:cubicBezTo>
                    <a:pt x="576200" y="16590"/>
                    <a:pt x="584074" y="9392"/>
                    <a:pt x="584899" y="0"/>
                  </a:cubicBezTo>
                  <a:lnTo>
                    <a:pt x="548640" y="0"/>
                  </a:lnTo>
                  <a:cubicBezTo>
                    <a:pt x="549402" y="9392"/>
                    <a:pt x="557276" y="16616"/>
                    <a:pt x="566738" y="16616"/>
                  </a:cubicBezTo>
                  <a:close/>
                  <a:moveTo>
                    <a:pt x="1206818" y="16616"/>
                  </a:moveTo>
                  <a:cubicBezTo>
                    <a:pt x="1216279" y="16616"/>
                    <a:pt x="1224153" y="9392"/>
                    <a:pt x="1224915" y="0"/>
                  </a:cubicBezTo>
                  <a:lnTo>
                    <a:pt x="1188593" y="0"/>
                  </a:lnTo>
                  <a:cubicBezTo>
                    <a:pt x="1189419" y="9443"/>
                    <a:pt x="1197356" y="16679"/>
                    <a:pt x="1206818" y="16616"/>
                  </a:cubicBezTo>
                  <a:close/>
                  <a:moveTo>
                    <a:pt x="841058" y="16616"/>
                  </a:moveTo>
                  <a:cubicBezTo>
                    <a:pt x="850519" y="16616"/>
                    <a:pt x="858393" y="9392"/>
                    <a:pt x="859155" y="0"/>
                  </a:cubicBezTo>
                  <a:lnTo>
                    <a:pt x="822961" y="0"/>
                  </a:lnTo>
                  <a:cubicBezTo>
                    <a:pt x="823723" y="9392"/>
                    <a:pt x="831597" y="16616"/>
                    <a:pt x="841058" y="16616"/>
                  </a:cubicBezTo>
                  <a:close/>
                  <a:moveTo>
                    <a:pt x="658178" y="16616"/>
                  </a:moveTo>
                  <a:cubicBezTo>
                    <a:pt x="667639" y="16590"/>
                    <a:pt x="675513" y="9392"/>
                    <a:pt x="676339" y="0"/>
                  </a:cubicBezTo>
                  <a:lnTo>
                    <a:pt x="640080" y="0"/>
                  </a:lnTo>
                  <a:cubicBezTo>
                    <a:pt x="640842" y="9392"/>
                    <a:pt x="648716" y="16616"/>
                    <a:pt x="658178" y="16616"/>
                  </a:cubicBezTo>
                  <a:close/>
                  <a:moveTo>
                    <a:pt x="749618" y="16616"/>
                  </a:moveTo>
                  <a:cubicBezTo>
                    <a:pt x="759079" y="16616"/>
                    <a:pt x="766953" y="9392"/>
                    <a:pt x="767715" y="0"/>
                  </a:cubicBezTo>
                  <a:lnTo>
                    <a:pt x="731393" y="0"/>
                  </a:lnTo>
                  <a:cubicBezTo>
                    <a:pt x="732219" y="9443"/>
                    <a:pt x="740156" y="16679"/>
                    <a:pt x="749618" y="16616"/>
                  </a:cubicBezTo>
                  <a:close/>
                  <a:moveTo>
                    <a:pt x="200978" y="71409"/>
                  </a:moveTo>
                  <a:cubicBezTo>
                    <a:pt x="190881" y="71409"/>
                    <a:pt x="182690" y="79584"/>
                    <a:pt x="182690" y="89673"/>
                  </a:cubicBezTo>
                  <a:cubicBezTo>
                    <a:pt x="182690" y="99763"/>
                    <a:pt x="190881" y="107938"/>
                    <a:pt x="200978" y="107938"/>
                  </a:cubicBezTo>
                  <a:cubicBezTo>
                    <a:pt x="211075" y="107938"/>
                    <a:pt x="219266" y="99763"/>
                    <a:pt x="219266" y="89673"/>
                  </a:cubicBezTo>
                  <a:cubicBezTo>
                    <a:pt x="219266" y="79584"/>
                    <a:pt x="211075" y="71409"/>
                    <a:pt x="200978" y="71409"/>
                  </a:cubicBezTo>
                  <a:close/>
                  <a:moveTo>
                    <a:pt x="292418" y="162731"/>
                  </a:moveTo>
                  <a:cubicBezTo>
                    <a:pt x="282322" y="162731"/>
                    <a:pt x="274130" y="170906"/>
                    <a:pt x="274130" y="180996"/>
                  </a:cubicBezTo>
                  <a:cubicBezTo>
                    <a:pt x="274130" y="191086"/>
                    <a:pt x="282322" y="199260"/>
                    <a:pt x="292418" y="199260"/>
                  </a:cubicBezTo>
                  <a:cubicBezTo>
                    <a:pt x="302514" y="199260"/>
                    <a:pt x="310706" y="191086"/>
                    <a:pt x="310706" y="180996"/>
                  </a:cubicBezTo>
                  <a:cubicBezTo>
                    <a:pt x="310706" y="170906"/>
                    <a:pt x="302514" y="162731"/>
                    <a:pt x="292418" y="162731"/>
                  </a:cubicBezTo>
                  <a:close/>
                  <a:moveTo>
                    <a:pt x="292418" y="71409"/>
                  </a:moveTo>
                  <a:cubicBezTo>
                    <a:pt x="282322" y="71409"/>
                    <a:pt x="274130" y="79584"/>
                    <a:pt x="274130" y="89673"/>
                  </a:cubicBezTo>
                  <a:cubicBezTo>
                    <a:pt x="274130" y="99763"/>
                    <a:pt x="282322" y="107938"/>
                    <a:pt x="292418" y="107938"/>
                  </a:cubicBezTo>
                  <a:cubicBezTo>
                    <a:pt x="302514" y="107938"/>
                    <a:pt x="310706" y="99763"/>
                    <a:pt x="310706" y="89673"/>
                  </a:cubicBezTo>
                  <a:cubicBezTo>
                    <a:pt x="310706" y="79584"/>
                    <a:pt x="302514" y="71409"/>
                    <a:pt x="292418" y="71409"/>
                  </a:cubicBezTo>
                  <a:close/>
                  <a:moveTo>
                    <a:pt x="292418" y="254054"/>
                  </a:moveTo>
                  <a:cubicBezTo>
                    <a:pt x="282322" y="254054"/>
                    <a:pt x="274130" y="262228"/>
                    <a:pt x="274130" y="272318"/>
                  </a:cubicBezTo>
                  <a:cubicBezTo>
                    <a:pt x="274130" y="282408"/>
                    <a:pt x="282322" y="290583"/>
                    <a:pt x="292418" y="290583"/>
                  </a:cubicBezTo>
                  <a:cubicBezTo>
                    <a:pt x="302514" y="290583"/>
                    <a:pt x="310706" y="282408"/>
                    <a:pt x="310706" y="272318"/>
                  </a:cubicBezTo>
                  <a:cubicBezTo>
                    <a:pt x="310579" y="262304"/>
                    <a:pt x="302451" y="254244"/>
                    <a:pt x="292418" y="254244"/>
                  </a:cubicBezTo>
                  <a:close/>
                  <a:moveTo>
                    <a:pt x="292418" y="345376"/>
                  </a:moveTo>
                  <a:cubicBezTo>
                    <a:pt x="282322" y="345376"/>
                    <a:pt x="274130" y="353551"/>
                    <a:pt x="274130" y="363640"/>
                  </a:cubicBezTo>
                  <a:cubicBezTo>
                    <a:pt x="274130" y="373730"/>
                    <a:pt x="282322" y="381905"/>
                    <a:pt x="292418" y="381905"/>
                  </a:cubicBezTo>
                  <a:cubicBezTo>
                    <a:pt x="302514" y="381905"/>
                    <a:pt x="310706" y="373730"/>
                    <a:pt x="310706" y="363640"/>
                  </a:cubicBezTo>
                  <a:cubicBezTo>
                    <a:pt x="310706" y="353551"/>
                    <a:pt x="302514" y="345376"/>
                    <a:pt x="292418" y="345376"/>
                  </a:cubicBezTo>
                  <a:close/>
                  <a:moveTo>
                    <a:pt x="338138" y="208392"/>
                  </a:moveTo>
                  <a:cubicBezTo>
                    <a:pt x="328041" y="208392"/>
                    <a:pt x="319849" y="216567"/>
                    <a:pt x="319849" y="226657"/>
                  </a:cubicBezTo>
                  <a:cubicBezTo>
                    <a:pt x="319849" y="236747"/>
                    <a:pt x="328041" y="244921"/>
                    <a:pt x="338138" y="244921"/>
                  </a:cubicBezTo>
                  <a:cubicBezTo>
                    <a:pt x="348235" y="244921"/>
                    <a:pt x="356426" y="236747"/>
                    <a:pt x="356426" y="226657"/>
                  </a:cubicBezTo>
                  <a:cubicBezTo>
                    <a:pt x="356426" y="216567"/>
                    <a:pt x="348235" y="208392"/>
                    <a:pt x="338138" y="208392"/>
                  </a:cubicBezTo>
                  <a:close/>
                  <a:moveTo>
                    <a:pt x="109538" y="71409"/>
                  </a:moveTo>
                  <a:cubicBezTo>
                    <a:pt x="99441" y="71409"/>
                    <a:pt x="91249" y="79584"/>
                    <a:pt x="91249" y="89673"/>
                  </a:cubicBezTo>
                  <a:cubicBezTo>
                    <a:pt x="91249" y="99763"/>
                    <a:pt x="99441" y="107938"/>
                    <a:pt x="109538" y="107938"/>
                  </a:cubicBezTo>
                  <a:cubicBezTo>
                    <a:pt x="119635" y="107938"/>
                    <a:pt x="127826" y="99763"/>
                    <a:pt x="127826" y="89673"/>
                  </a:cubicBezTo>
                  <a:cubicBezTo>
                    <a:pt x="127826" y="79584"/>
                    <a:pt x="119635" y="71409"/>
                    <a:pt x="109538" y="71409"/>
                  </a:cubicBezTo>
                  <a:close/>
                  <a:moveTo>
                    <a:pt x="246698" y="25748"/>
                  </a:moveTo>
                  <a:cubicBezTo>
                    <a:pt x="236601" y="25748"/>
                    <a:pt x="228410" y="33922"/>
                    <a:pt x="228410" y="44012"/>
                  </a:cubicBezTo>
                  <a:cubicBezTo>
                    <a:pt x="228410" y="54102"/>
                    <a:pt x="236601" y="62277"/>
                    <a:pt x="246698" y="62277"/>
                  </a:cubicBezTo>
                  <a:cubicBezTo>
                    <a:pt x="256794" y="62277"/>
                    <a:pt x="264986" y="54102"/>
                    <a:pt x="264986" y="44012"/>
                  </a:cubicBezTo>
                  <a:cubicBezTo>
                    <a:pt x="264859" y="33998"/>
                    <a:pt x="256731" y="25938"/>
                    <a:pt x="246698" y="25938"/>
                  </a:cubicBezTo>
                  <a:close/>
                  <a:moveTo>
                    <a:pt x="338138" y="117070"/>
                  </a:moveTo>
                  <a:cubicBezTo>
                    <a:pt x="328041" y="117070"/>
                    <a:pt x="319849" y="125245"/>
                    <a:pt x="319849" y="135335"/>
                  </a:cubicBezTo>
                  <a:cubicBezTo>
                    <a:pt x="319849" y="145424"/>
                    <a:pt x="328041" y="153599"/>
                    <a:pt x="338138" y="153599"/>
                  </a:cubicBezTo>
                  <a:cubicBezTo>
                    <a:pt x="348235" y="153599"/>
                    <a:pt x="356426" y="145424"/>
                    <a:pt x="356426" y="135335"/>
                  </a:cubicBezTo>
                  <a:cubicBezTo>
                    <a:pt x="356426" y="125245"/>
                    <a:pt x="348235" y="117070"/>
                    <a:pt x="338138" y="117070"/>
                  </a:cubicBezTo>
                  <a:close/>
                  <a:moveTo>
                    <a:pt x="658178" y="528021"/>
                  </a:moveTo>
                  <a:cubicBezTo>
                    <a:pt x="648018" y="527983"/>
                    <a:pt x="639826" y="536164"/>
                    <a:pt x="639763" y="546285"/>
                  </a:cubicBezTo>
                  <a:cubicBezTo>
                    <a:pt x="639700" y="556407"/>
                    <a:pt x="647891" y="564638"/>
                    <a:pt x="658051" y="564676"/>
                  </a:cubicBezTo>
                  <a:cubicBezTo>
                    <a:pt x="668211" y="564714"/>
                    <a:pt x="676402" y="556533"/>
                    <a:pt x="676466" y="546412"/>
                  </a:cubicBezTo>
                  <a:cubicBezTo>
                    <a:pt x="676466" y="546367"/>
                    <a:pt x="676466" y="546330"/>
                    <a:pt x="676466" y="546285"/>
                  </a:cubicBezTo>
                  <a:cubicBezTo>
                    <a:pt x="676466" y="536195"/>
                    <a:pt x="668275" y="528021"/>
                    <a:pt x="658178" y="528021"/>
                  </a:cubicBezTo>
                  <a:close/>
                  <a:moveTo>
                    <a:pt x="338138" y="391037"/>
                  </a:moveTo>
                  <a:cubicBezTo>
                    <a:pt x="328041" y="391037"/>
                    <a:pt x="319849" y="399212"/>
                    <a:pt x="319849" y="409302"/>
                  </a:cubicBezTo>
                  <a:cubicBezTo>
                    <a:pt x="319849" y="419391"/>
                    <a:pt x="328041" y="427566"/>
                    <a:pt x="338138" y="427566"/>
                  </a:cubicBezTo>
                  <a:cubicBezTo>
                    <a:pt x="348235" y="427566"/>
                    <a:pt x="356426" y="419391"/>
                    <a:pt x="356426" y="409302"/>
                  </a:cubicBezTo>
                  <a:cubicBezTo>
                    <a:pt x="356426" y="399212"/>
                    <a:pt x="348235" y="391037"/>
                    <a:pt x="338138" y="391037"/>
                  </a:cubicBezTo>
                  <a:close/>
                  <a:moveTo>
                    <a:pt x="155258" y="25748"/>
                  </a:moveTo>
                  <a:cubicBezTo>
                    <a:pt x="145162" y="25748"/>
                    <a:pt x="136970" y="33922"/>
                    <a:pt x="136970" y="44012"/>
                  </a:cubicBezTo>
                  <a:cubicBezTo>
                    <a:pt x="136970" y="54102"/>
                    <a:pt x="145162" y="62277"/>
                    <a:pt x="155258" y="62277"/>
                  </a:cubicBezTo>
                  <a:cubicBezTo>
                    <a:pt x="165354" y="62277"/>
                    <a:pt x="173546" y="54102"/>
                    <a:pt x="173546" y="44012"/>
                  </a:cubicBezTo>
                  <a:cubicBezTo>
                    <a:pt x="173419" y="33998"/>
                    <a:pt x="165291" y="25938"/>
                    <a:pt x="155258" y="25938"/>
                  </a:cubicBezTo>
                  <a:close/>
                  <a:moveTo>
                    <a:pt x="155258" y="117070"/>
                  </a:moveTo>
                  <a:cubicBezTo>
                    <a:pt x="145162" y="117070"/>
                    <a:pt x="136970" y="125245"/>
                    <a:pt x="136970" y="135335"/>
                  </a:cubicBezTo>
                  <a:cubicBezTo>
                    <a:pt x="136970" y="145424"/>
                    <a:pt x="145162" y="153599"/>
                    <a:pt x="155258" y="153599"/>
                  </a:cubicBezTo>
                  <a:cubicBezTo>
                    <a:pt x="165354" y="153599"/>
                    <a:pt x="173546" y="145424"/>
                    <a:pt x="173546" y="135335"/>
                  </a:cubicBezTo>
                  <a:cubicBezTo>
                    <a:pt x="173546" y="125245"/>
                    <a:pt x="165354" y="117070"/>
                    <a:pt x="155258" y="117070"/>
                  </a:cubicBezTo>
                  <a:close/>
                  <a:moveTo>
                    <a:pt x="200978" y="254054"/>
                  </a:moveTo>
                  <a:cubicBezTo>
                    <a:pt x="190881" y="254054"/>
                    <a:pt x="182690" y="262228"/>
                    <a:pt x="182690" y="272318"/>
                  </a:cubicBezTo>
                  <a:cubicBezTo>
                    <a:pt x="182690" y="282408"/>
                    <a:pt x="190881" y="290583"/>
                    <a:pt x="200978" y="290583"/>
                  </a:cubicBezTo>
                  <a:cubicBezTo>
                    <a:pt x="211075" y="290583"/>
                    <a:pt x="219266" y="282408"/>
                    <a:pt x="219266" y="272318"/>
                  </a:cubicBezTo>
                  <a:cubicBezTo>
                    <a:pt x="219139" y="262304"/>
                    <a:pt x="211011" y="254244"/>
                    <a:pt x="200978" y="254244"/>
                  </a:cubicBezTo>
                  <a:close/>
                  <a:moveTo>
                    <a:pt x="155258" y="208392"/>
                  </a:moveTo>
                  <a:cubicBezTo>
                    <a:pt x="145162" y="208392"/>
                    <a:pt x="136970" y="216567"/>
                    <a:pt x="136970" y="226657"/>
                  </a:cubicBezTo>
                  <a:cubicBezTo>
                    <a:pt x="136970" y="236747"/>
                    <a:pt x="145162" y="244921"/>
                    <a:pt x="155258" y="244921"/>
                  </a:cubicBezTo>
                  <a:cubicBezTo>
                    <a:pt x="165354" y="244921"/>
                    <a:pt x="173546" y="236747"/>
                    <a:pt x="173546" y="226657"/>
                  </a:cubicBezTo>
                  <a:cubicBezTo>
                    <a:pt x="173546" y="216567"/>
                    <a:pt x="165354" y="208392"/>
                    <a:pt x="155258" y="208392"/>
                  </a:cubicBezTo>
                  <a:close/>
                  <a:moveTo>
                    <a:pt x="200978" y="162731"/>
                  </a:moveTo>
                  <a:cubicBezTo>
                    <a:pt x="190881" y="162731"/>
                    <a:pt x="182690" y="170906"/>
                    <a:pt x="182690" y="180996"/>
                  </a:cubicBezTo>
                  <a:cubicBezTo>
                    <a:pt x="182690" y="191086"/>
                    <a:pt x="190881" y="199260"/>
                    <a:pt x="200978" y="199260"/>
                  </a:cubicBezTo>
                  <a:cubicBezTo>
                    <a:pt x="211075" y="199260"/>
                    <a:pt x="219266" y="191086"/>
                    <a:pt x="219266" y="180996"/>
                  </a:cubicBezTo>
                  <a:cubicBezTo>
                    <a:pt x="219266" y="170906"/>
                    <a:pt x="211075" y="162731"/>
                    <a:pt x="200978" y="162731"/>
                  </a:cubicBezTo>
                  <a:close/>
                  <a:moveTo>
                    <a:pt x="246698" y="208392"/>
                  </a:moveTo>
                  <a:cubicBezTo>
                    <a:pt x="236601" y="208392"/>
                    <a:pt x="228410" y="216567"/>
                    <a:pt x="228410" y="226657"/>
                  </a:cubicBezTo>
                  <a:cubicBezTo>
                    <a:pt x="228410" y="236747"/>
                    <a:pt x="236601" y="244921"/>
                    <a:pt x="246698" y="244921"/>
                  </a:cubicBezTo>
                  <a:cubicBezTo>
                    <a:pt x="256794" y="244921"/>
                    <a:pt x="264986" y="236747"/>
                    <a:pt x="264986" y="226657"/>
                  </a:cubicBezTo>
                  <a:cubicBezTo>
                    <a:pt x="264986" y="216567"/>
                    <a:pt x="256794" y="208392"/>
                    <a:pt x="246698" y="208392"/>
                  </a:cubicBezTo>
                  <a:close/>
                  <a:moveTo>
                    <a:pt x="246698" y="299715"/>
                  </a:moveTo>
                  <a:cubicBezTo>
                    <a:pt x="236601" y="299715"/>
                    <a:pt x="228410" y="307890"/>
                    <a:pt x="228410" y="317979"/>
                  </a:cubicBezTo>
                  <a:cubicBezTo>
                    <a:pt x="228410" y="328069"/>
                    <a:pt x="236601" y="336244"/>
                    <a:pt x="246698" y="336244"/>
                  </a:cubicBezTo>
                  <a:cubicBezTo>
                    <a:pt x="256794" y="336244"/>
                    <a:pt x="264986" y="328069"/>
                    <a:pt x="264986" y="317979"/>
                  </a:cubicBezTo>
                  <a:cubicBezTo>
                    <a:pt x="264986" y="307890"/>
                    <a:pt x="256794" y="299715"/>
                    <a:pt x="246698" y="299715"/>
                  </a:cubicBezTo>
                  <a:close/>
                  <a:moveTo>
                    <a:pt x="338138" y="25748"/>
                  </a:moveTo>
                  <a:cubicBezTo>
                    <a:pt x="328041" y="25748"/>
                    <a:pt x="319849" y="33922"/>
                    <a:pt x="319849" y="44012"/>
                  </a:cubicBezTo>
                  <a:cubicBezTo>
                    <a:pt x="319849" y="54102"/>
                    <a:pt x="328041" y="62277"/>
                    <a:pt x="338138" y="62277"/>
                  </a:cubicBezTo>
                  <a:cubicBezTo>
                    <a:pt x="348235" y="62277"/>
                    <a:pt x="356426" y="54102"/>
                    <a:pt x="356426" y="44012"/>
                  </a:cubicBezTo>
                  <a:cubicBezTo>
                    <a:pt x="356299" y="33998"/>
                    <a:pt x="348171" y="25938"/>
                    <a:pt x="338138" y="25938"/>
                  </a:cubicBezTo>
                  <a:close/>
                  <a:moveTo>
                    <a:pt x="246698" y="117070"/>
                  </a:moveTo>
                  <a:cubicBezTo>
                    <a:pt x="236601" y="117070"/>
                    <a:pt x="228410" y="125245"/>
                    <a:pt x="228410" y="135335"/>
                  </a:cubicBezTo>
                  <a:cubicBezTo>
                    <a:pt x="228410" y="145424"/>
                    <a:pt x="236601" y="153599"/>
                    <a:pt x="246698" y="153599"/>
                  </a:cubicBezTo>
                  <a:cubicBezTo>
                    <a:pt x="256794" y="153599"/>
                    <a:pt x="264986" y="145424"/>
                    <a:pt x="264986" y="135335"/>
                  </a:cubicBezTo>
                  <a:cubicBezTo>
                    <a:pt x="264986" y="125245"/>
                    <a:pt x="256794" y="117070"/>
                    <a:pt x="246698" y="117070"/>
                  </a:cubicBezTo>
                  <a:close/>
                  <a:moveTo>
                    <a:pt x="1023938" y="345376"/>
                  </a:moveTo>
                  <a:cubicBezTo>
                    <a:pt x="1013841" y="345376"/>
                    <a:pt x="1005650" y="353551"/>
                    <a:pt x="1005650" y="363640"/>
                  </a:cubicBezTo>
                  <a:cubicBezTo>
                    <a:pt x="1005650" y="373730"/>
                    <a:pt x="1013841" y="381905"/>
                    <a:pt x="1023938" y="381905"/>
                  </a:cubicBezTo>
                  <a:cubicBezTo>
                    <a:pt x="1034035" y="381905"/>
                    <a:pt x="1042226" y="373730"/>
                    <a:pt x="1042226" y="363640"/>
                  </a:cubicBezTo>
                  <a:cubicBezTo>
                    <a:pt x="1042226" y="353551"/>
                    <a:pt x="1034035" y="345376"/>
                    <a:pt x="1023938" y="345376"/>
                  </a:cubicBezTo>
                  <a:close/>
                  <a:moveTo>
                    <a:pt x="978218" y="25748"/>
                  </a:moveTo>
                  <a:cubicBezTo>
                    <a:pt x="968122" y="25748"/>
                    <a:pt x="959930" y="33922"/>
                    <a:pt x="959930" y="44012"/>
                  </a:cubicBezTo>
                  <a:cubicBezTo>
                    <a:pt x="959930" y="54102"/>
                    <a:pt x="968122" y="62277"/>
                    <a:pt x="978218" y="62277"/>
                  </a:cubicBezTo>
                  <a:cubicBezTo>
                    <a:pt x="988314" y="62277"/>
                    <a:pt x="996506" y="54102"/>
                    <a:pt x="996506" y="44012"/>
                  </a:cubicBezTo>
                  <a:cubicBezTo>
                    <a:pt x="996379" y="33998"/>
                    <a:pt x="988251" y="25938"/>
                    <a:pt x="978218" y="25938"/>
                  </a:cubicBezTo>
                  <a:close/>
                  <a:moveTo>
                    <a:pt x="1023938" y="436698"/>
                  </a:moveTo>
                  <a:cubicBezTo>
                    <a:pt x="1013841" y="436698"/>
                    <a:pt x="1005650" y="444873"/>
                    <a:pt x="1005650" y="454963"/>
                  </a:cubicBezTo>
                  <a:cubicBezTo>
                    <a:pt x="1005650" y="465053"/>
                    <a:pt x="1013841" y="473227"/>
                    <a:pt x="1023938" y="473227"/>
                  </a:cubicBezTo>
                  <a:cubicBezTo>
                    <a:pt x="1034035" y="473227"/>
                    <a:pt x="1042226" y="465053"/>
                    <a:pt x="1042226" y="454963"/>
                  </a:cubicBezTo>
                  <a:cubicBezTo>
                    <a:pt x="1042226" y="444873"/>
                    <a:pt x="1034035" y="436698"/>
                    <a:pt x="1023938" y="436698"/>
                  </a:cubicBezTo>
                  <a:close/>
                  <a:moveTo>
                    <a:pt x="978218" y="117070"/>
                  </a:moveTo>
                  <a:cubicBezTo>
                    <a:pt x="968122" y="117070"/>
                    <a:pt x="959930" y="125245"/>
                    <a:pt x="959930" y="135335"/>
                  </a:cubicBezTo>
                  <a:cubicBezTo>
                    <a:pt x="959930" y="145424"/>
                    <a:pt x="968122" y="153599"/>
                    <a:pt x="978218" y="153599"/>
                  </a:cubicBezTo>
                  <a:cubicBezTo>
                    <a:pt x="988314" y="153599"/>
                    <a:pt x="996506" y="145424"/>
                    <a:pt x="996506" y="135335"/>
                  </a:cubicBezTo>
                  <a:cubicBezTo>
                    <a:pt x="996506" y="125245"/>
                    <a:pt x="988314" y="117070"/>
                    <a:pt x="978218" y="117070"/>
                  </a:cubicBezTo>
                  <a:close/>
                  <a:moveTo>
                    <a:pt x="1069658" y="391037"/>
                  </a:moveTo>
                  <a:cubicBezTo>
                    <a:pt x="1059562" y="391037"/>
                    <a:pt x="1051370" y="399212"/>
                    <a:pt x="1051370" y="409302"/>
                  </a:cubicBezTo>
                  <a:cubicBezTo>
                    <a:pt x="1051370" y="419391"/>
                    <a:pt x="1059562" y="427566"/>
                    <a:pt x="1069658" y="427566"/>
                  </a:cubicBezTo>
                  <a:cubicBezTo>
                    <a:pt x="1079754" y="427566"/>
                    <a:pt x="1087946" y="419391"/>
                    <a:pt x="1087946" y="409302"/>
                  </a:cubicBezTo>
                  <a:cubicBezTo>
                    <a:pt x="1087946" y="399212"/>
                    <a:pt x="1079754" y="391037"/>
                    <a:pt x="1069658" y="391037"/>
                  </a:cubicBezTo>
                  <a:close/>
                  <a:moveTo>
                    <a:pt x="1023938" y="254054"/>
                  </a:moveTo>
                  <a:cubicBezTo>
                    <a:pt x="1013841" y="254054"/>
                    <a:pt x="1005650" y="262228"/>
                    <a:pt x="1005650" y="272318"/>
                  </a:cubicBezTo>
                  <a:cubicBezTo>
                    <a:pt x="1005650" y="282408"/>
                    <a:pt x="1013841" y="290583"/>
                    <a:pt x="1023938" y="290583"/>
                  </a:cubicBezTo>
                  <a:cubicBezTo>
                    <a:pt x="1034035" y="290583"/>
                    <a:pt x="1042226" y="282408"/>
                    <a:pt x="1042226" y="272318"/>
                  </a:cubicBezTo>
                  <a:cubicBezTo>
                    <a:pt x="1042099" y="262304"/>
                    <a:pt x="1033971" y="254244"/>
                    <a:pt x="1023938" y="254244"/>
                  </a:cubicBezTo>
                  <a:close/>
                  <a:moveTo>
                    <a:pt x="1023938" y="71409"/>
                  </a:moveTo>
                  <a:cubicBezTo>
                    <a:pt x="1013841" y="71409"/>
                    <a:pt x="1005650" y="79584"/>
                    <a:pt x="1005650" y="89673"/>
                  </a:cubicBezTo>
                  <a:cubicBezTo>
                    <a:pt x="1005650" y="99763"/>
                    <a:pt x="1013841" y="107938"/>
                    <a:pt x="1023938" y="107938"/>
                  </a:cubicBezTo>
                  <a:cubicBezTo>
                    <a:pt x="1034035" y="107938"/>
                    <a:pt x="1042226" y="99763"/>
                    <a:pt x="1042226" y="89673"/>
                  </a:cubicBezTo>
                  <a:cubicBezTo>
                    <a:pt x="1042226" y="79584"/>
                    <a:pt x="1034035" y="71409"/>
                    <a:pt x="1023938" y="71409"/>
                  </a:cubicBezTo>
                  <a:close/>
                  <a:moveTo>
                    <a:pt x="978218" y="208392"/>
                  </a:moveTo>
                  <a:cubicBezTo>
                    <a:pt x="968122" y="208392"/>
                    <a:pt x="959930" y="216567"/>
                    <a:pt x="959930" y="226657"/>
                  </a:cubicBezTo>
                  <a:cubicBezTo>
                    <a:pt x="959930" y="236747"/>
                    <a:pt x="968122" y="244921"/>
                    <a:pt x="978218" y="244921"/>
                  </a:cubicBezTo>
                  <a:cubicBezTo>
                    <a:pt x="988314" y="244921"/>
                    <a:pt x="996506" y="236747"/>
                    <a:pt x="996506" y="226657"/>
                  </a:cubicBezTo>
                  <a:cubicBezTo>
                    <a:pt x="996506" y="216567"/>
                    <a:pt x="988314" y="208392"/>
                    <a:pt x="978218" y="208392"/>
                  </a:cubicBezTo>
                  <a:close/>
                  <a:moveTo>
                    <a:pt x="1023938" y="162731"/>
                  </a:moveTo>
                  <a:cubicBezTo>
                    <a:pt x="1013841" y="162731"/>
                    <a:pt x="1005650" y="170906"/>
                    <a:pt x="1005650" y="180996"/>
                  </a:cubicBezTo>
                  <a:cubicBezTo>
                    <a:pt x="1005650" y="191086"/>
                    <a:pt x="1013841" y="199260"/>
                    <a:pt x="1023938" y="199260"/>
                  </a:cubicBezTo>
                  <a:cubicBezTo>
                    <a:pt x="1034035" y="199260"/>
                    <a:pt x="1042226" y="191086"/>
                    <a:pt x="1042226" y="180996"/>
                  </a:cubicBezTo>
                  <a:cubicBezTo>
                    <a:pt x="1042226" y="170906"/>
                    <a:pt x="1034035" y="162731"/>
                    <a:pt x="1023938" y="162731"/>
                  </a:cubicBezTo>
                  <a:close/>
                  <a:moveTo>
                    <a:pt x="932498" y="528021"/>
                  </a:moveTo>
                  <a:cubicBezTo>
                    <a:pt x="922338" y="527983"/>
                    <a:pt x="914147" y="536164"/>
                    <a:pt x="914083" y="546285"/>
                  </a:cubicBezTo>
                  <a:cubicBezTo>
                    <a:pt x="914019" y="556407"/>
                    <a:pt x="922211" y="564638"/>
                    <a:pt x="932371" y="564676"/>
                  </a:cubicBezTo>
                  <a:cubicBezTo>
                    <a:pt x="942531" y="564714"/>
                    <a:pt x="950723" y="556533"/>
                    <a:pt x="950786" y="546412"/>
                  </a:cubicBezTo>
                  <a:cubicBezTo>
                    <a:pt x="950786" y="546367"/>
                    <a:pt x="950786" y="546330"/>
                    <a:pt x="950786" y="546285"/>
                  </a:cubicBezTo>
                  <a:cubicBezTo>
                    <a:pt x="950786" y="536195"/>
                    <a:pt x="942594" y="528021"/>
                    <a:pt x="932498" y="528021"/>
                  </a:cubicBezTo>
                  <a:close/>
                  <a:moveTo>
                    <a:pt x="932498" y="436698"/>
                  </a:moveTo>
                  <a:cubicBezTo>
                    <a:pt x="922401" y="436698"/>
                    <a:pt x="914210" y="444873"/>
                    <a:pt x="914210" y="454963"/>
                  </a:cubicBezTo>
                  <a:cubicBezTo>
                    <a:pt x="914210" y="465053"/>
                    <a:pt x="922401" y="473227"/>
                    <a:pt x="932498" y="473227"/>
                  </a:cubicBezTo>
                  <a:cubicBezTo>
                    <a:pt x="942594" y="473227"/>
                    <a:pt x="950786" y="465053"/>
                    <a:pt x="950786" y="454963"/>
                  </a:cubicBezTo>
                  <a:cubicBezTo>
                    <a:pt x="950786" y="444873"/>
                    <a:pt x="942594" y="436698"/>
                    <a:pt x="932498" y="436698"/>
                  </a:cubicBezTo>
                  <a:close/>
                  <a:moveTo>
                    <a:pt x="932498" y="345376"/>
                  </a:moveTo>
                  <a:cubicBezTo>
                    <a:pt x="922401" y="345376"/>
                    <a:pt x="914210" y="353551"/>
                    <a:pt x="914210" y="363640"/>
                  </a:cubicBezTo>
                  <a:cubicBezTo>
                    <a:pt x="914210" y="373730"/>
                    <a:pt x="922401" y="381905"/>
                    <a:pt x="932498" y="381905"/>
                  </a:cubicBezTo>
                  <a:cubicBezTo>
                    <a:pt x="942594" y="381905"/>
                    <a:pt x="950786" y="373730"/>
                    <a:pt x="950786" y="363640"/>
                  </a:cubicBezTo>
                  <a:cubicBezTo>
                    <a:pt x="950786" y="353551"/>
                    <a:pt x="942594" y="345376"/>
                    <a:pt x="932498" y="345376"/>
                  </a:cubicBezTo>
                  <a:close/>
                  <a:moveTo>
                    <a:pt x="1069658" y="299715"/>
                  </a:moveTo>
                  <a:cubicBezTo>
                    <a:pt x="1059562" y="299715"/>
                    <a:pt x="1051370" y="307890"/>
                    <a:pt x="1051370" y="317979"/>
                  </a:cubicBezTo>
                  <a:cubicBezTo>
                    <a:pt x="1051370" y="328069"/>
                    <a:pt x="1059562" y="336244"/>
                    <a:pt x="1069658" y="336244"/>
                  </a:cubicBezTo>
                  <a:cubicBezTo>
                    <a:pt x="1079754" y="336244"/>
                    <a:pt x="1087946" y="328069"/>
                    <a:pt x="1087946" y="317979"/>
                  </a:cubicBezTo>
                  <a:cubicBezTo>
                    <a:pt x="1087946" y="307890"/>
                    <a:pt x="1079754" y="299715"/>
                    <a:pt x="1069658" y="299715"/>
                  </a:cubicBezTo>
                  <a:close/>
                  <a:moveTo>
                    <a:pt x="886778" y="25748"/>
                  </a:moveTo>
                  <a:cubicBezTo>
                    <a:pt x="876681" y="25748"/>
                    <a:pt x="868490" y="33922"/>
                    <a:pt x="868490" y="44012"/>
                  </a:cubicBezTo>
                  <a:cubicBezTo>
                    <a:pt x="868490" y="54102"/>
                    <a:pt x="876681" y="62277"/>
                    <a:pt x="886778" y="62277"/>
                  </a:cubicBezTo>
                  <a:cubicBezTo>
                    <a:pt x="896875" y="62277"/>
                    <a:pt x="905066" y="54102"/>
                    <a:pt x="905066" y="44012"/>
                  </a:cubicBezTo>
                  <a:cubicBezTo>
                    <a:pt x="904939" y="33998"/>
                    <a:pt x="896811" y="25938"/>
                    <a:pt x="886778" y="25938"/>
                  </a:cubicBezTo>
                  <a:close/>
                  <a:moveTo>
                    <a:pt x="932498" y="162731"/>
                  </a:moveTo>
                  <a:cubicBezTo>
                    <a:pt x="922401" y="162731"/>
                    <a:pt x="914210" y="170906"/>
                    <a:pt x="914210" y="180996"/>
                  </a:cubicBezTo>
                  <a:cubicBezTo>
                    <a:pt x="914210" y="191086"/>
                    <a:pt x="922401" y="199260"/>
                    <a:pt x="932498" y="199260"/>
                  </a:cubicBezTo>
                  <a:cubicBezTo>
                    <a:pt x="942594" y="199260"/>
                    <a:pt x="950786" y="191086"/>
                    <a:pt x="950786" y="180996"/>
                  </a:cubicBezTo>
                  <a:cubicBezTo>
                    <a:pt x="950786" y="170906"/>
                    <a:pt x="942594" y="162731"/>
                    <a:pt x="932498" y="162731"/>
                  </a:cubicBezTo>
                  <a:close/>
                  <a:moveTo>
                    <a:pt x="978218" y="482359"/>
                  </a:moveTo>
                  <a:cubicBezTo>
                    <a:pt x="968122" y="482359"/>
                    <a:pt x="959930" y="490534"/>
                    <a:pt x="959930" y="500624"/>
                  </a:cubicBezTo>
                  <a:cubicBezTo>
                    <a:pt x="959930" y="510714"/>
                    <a:pt x="968122" y="518888"/>
                    <a:pt x="978218" y="518888"/>
                  </a:cubicBezTo>
                  <a:cubicBezTo>
                    <a:pt x="988314" y="518888"/>
                    <a:pt x="996506" y="510714"/>
                    <a:pt x="996506" y="500624"/>
                  </a:cubicBezTo>
                  <a:cubicBezTo>
                    <a:pt x="996379" y="490610"/>
                    <a:pt x="988251" y="482550"/>
                    <a:pt x="978218" y="482550"/>
                  </a:cubicBezTo>
                  <a:close/>
                  <a:moveTo>
                    <a:pt x="978218" y="299715"/>
                  </a:moveTo>
                  <a:cubicBezTo>
                    <a:pt x="968122" y="299715"/>
                    <a:pt x="959930" y="307890"/>
                    <a:pt x="959930" y="317979"/>
                  </a:cubicBezTo>
                  <a:cubicBezTo>
                    <a:pt x="959930" y="328069"/>
                    <a:pt x="968122" y="336244"/>
                    <a:pt x="978218" y="336244"/>
                  </a:cubicBezTo>
                  <a:cubicBezTo>
                    <a:pt x="988314" y="336244"/>
                    <a:pt x="996506" y="328069"/>
                    <a:pt x="996506" y="317979"/>
                  </a:cubicBezTo>
                  <a:cubicBezTo>
                    <a:pt x="996506" y="307890"/>
                    <a:pt x="988314" y="299715"/>
                    <a:pt x="978218" y="299715"/>
                  </a:cubicBezTo>
                  <a:close/>
                  <a:moveTo>
                    <a:pt x="978218" y="391037"/>
                  </a:moveTo>
                  <a:cubicBezTo>
                    <a:pt x="968122" y="391037"/>
                    <a:pt x="959930" y="399212"/>
                    <a:pt x="959930" y="409302"/>
                  </a:cubicBezTo>
                  <a:cubicBezTo>
                    <a:pt x="959930" y="419391"/>
                    <a:pt x="968122" y="427566"/>
                    <a:pt x="978218" y="427566"/>
                  </a:cubicBezTo>
                  <a:cubicBezTo>
                    <a:pt x="988314" y="427566"/>
                    <a:pt x="996506" y="419391"/>
                    <a:pt x="996506" y="409302"/>
                  </a:cubicBezTo>
                  <a:cubicBezTo>
                    <a:pt x="996506" y="399212"/>
                    <a:pt x="988314" y="391037"/>
                    <a:pt x="978218" y="391037"/>
                  </a:cubicBezTo>
                  <a:close/>
                  <a:moveTo>
                    <a:pt x="932498" y="71409"/>
                  </a:moveTo>
                  <a:cubicBezTo>
                    <a:pt x="922401" y="71409"/>
                    <a:pt x="914210" y="79584"/>
                    <a:pt x="914210" y="89673"/>
                  </a:cubicBezTo>
                  <a:cubicBezTo>
                    <a:pt x="914210" y="99763"/>
                    <a:pt x="922401" y="107938"/>
                    <a:pt x="932498" y="107938"/>
                  </a:cubicBezTo>
                  <a:cubicBezTo>
                    <a:pt x="942594" y="107938"/>
                    <a:pt x="950786" y="99763"/>
                    <a:pt x="950786" y="89673"/>
                  </a:cubicBezTo>
                  <a:cubicBezTo>
                    <a:pt x="950786" y="79584"/>
                    <a:pt x="942594" y="71409"/>
                    <a:pt x="932498" y="71409"/>
                  </a:cubicBezTo>
                  <a:close/>
                  <a:moveTo>
                    <a:pt x="932498" y="254054"/>
                  </a:moveTo>
                  <a:cubicBezTo>
                    <a:pt x="922401" y="254054"/>
                    <a:pt x="914210" y="262228"/>
                    <a:pt x="914210" y="272318"/>
                  </a:cubicBezTo>
                  <a:cubicBezTo>
                    <a:pt x="914210" y="282408"/>
                    <a:pt x="922401" y="290583"/>
                    <a:pt x="932498" y="290583"/>
                  </a:cubicBezTo>
                  <a:cubicBezTo>
                    <a:pt x="942594" y="290583"/>
                    <a:pt x="950786" y="282408"/>
                    <a:pt x="950786" y="272318"/>
                  </a:cubicBezTo>
                  <a:cubicBezTo>
                    <a:pt x="950659" y="262304"/>
                    <a:pt x="942531" y="254244"/>
                    <a:pt x="932498" y="254244"/>
                  </a:cubicBezTo>
                  <a:close/>
                  <a:moveTo>
                    <a:pt x="1206818" y="162731"/>
                  </a:moveTo>
                  <a:cubicBezTo>
                    <a:pt x="1196722" y="162731"/>
                    <a:pt x="1188530" y="170906"/>
                    <a:pt x="1188530" y="180996"/>
                  </a:cubicBezTo>
                  <a:cubicBezTo>
                    <a:pt x="1188530" y="191086"/>
                    <a:pt x="1196722" y="199260"/>
                    <a:pt x="1206818" y="199260"/>
                  </a:cubicBezTo>
                  <a:cubicBezTo>
                    <a:pt x="1216914" y="199260"/>
                    <a:pt x="1225106" y="191086"/>
                    <a:pt x="1225106" y="180996"/>
                  </a:cubicBezTo>
                  <a:cubicBezTo>
                    <a:pt x="1225106" y="170906"/>
                    <a:pt x="1216914" y="162731"/>
                    <a:pt x="1206818" y="162731"/>
                  </a:cubicBezTo>
                  <a:close/>
                  <a:moveTo>
                    <a:pt x="1206818" y="71409"/>
                  </a:moveTo>
                  <a:cubicBezTo>
                    <a:pt x="1196722" y="71409"/>
                    <a:pt x="1188530" y="79584"/>
                    <a:pt x="1188530" y="89673"/>
                  </a:cubicBezTo>
                  <a:cubicBezTo>
                    <a:pt x="1188530" y="99763"/>
                    <a:pt x="1196722" y="107938"/>
                    <a:pt x="1206818" y="107938"/>
                  </a:cubicBezTo>
                  <a:cubicBezTo>
                    <a:pt x="1216914" y="107938"/>
                    <a:pt x="1225106" y="99763"/>
                    <a:pt x="1225106" y="89673"/>
                  </a:cubicBezTo>
                  <a:cubicBezTo>
                    <a:pt x="1225106" y="79584"/>
                    <a:pt x="1216914" y="71409"/>
                    <a:pt x="1206818" y="71409"/>
                  </a:cubicBezTo>
                  <a:close/>
                  <a:moveTo>
                    <a:pt x="1188593" y="272318"/>
                  </a:moveTo>
                  <a:cubicBezTo>
                    <a:pt x="1188593" y="276599"/>
                    <a:pt x="1190117" y="280734"/>
                    <a:pt x="1192912" y="283987"/>
                  </a:cubicBezTo>
                  <a:cubicBezTo>
                    <a:pt x="1198309" y="274221"/>
                    <a:pt x="1203706" y="264327"/>
                    <a:pt x="1209104" y="254307"/>
                  </a:cubicBezTo>
                  <a:cubicBezTo>
                    <a:pt x="1208342" y="254244"/>
                    <a:pt x="1207643" y="254244"/>
                    <a:pt x="1206881" y="254307"/>
                  </a:cubicBezTo>
                  <a:cubicBezTo>
                    <a:pt x="1196849" y="254307"/>
                    <a:pt x="1188721" y="262330"/>
                    <a:pt x="1188593" y="272318"/>
                  </a:cubicBezTo>
                  <a:close/>
                  <a:moveTo>
                    <a:pt x="658241" y="436698"/>
                  </a:moveTo>
                  <a:cubicBezTo>
                    <a:pt x="648145" y="436698"/>
                    <a:pt x="639953" y="444873"/>
                    <a:pt x="639953" y="454963"/>
                  </a:cubicBezTo>
                  <a:cubicBezTo>
                    <a:pt x="639953" y="465053"/>
                    <a:pt x="648145" y="473227"/>
                    <a:pt x="658241" y="473227"/>
                  </a:cubicBezTo>
                  <a:cubicBezTo>
                    <a:pt x="668338" y="473227"/>
                    <a:pt x="676529" y="465053"/>
                    <a:pt x="676529" y="454963"/>
                  </a:cubicBezTo>
                  <a:cubicBezTo>
                    <a:pt x="676529" y="444873"/>
                    <a:pt x="668338" y="436698"/>
                    <a:pt x="658241" y="436698"/>
                  </a:cubicBezTo>
                  <a:cubicBezTo>
                    <a:pt x="658241" y="436698"/>
                    <a:pt x="658178" y="436698"/>
                    <a:pt x="658178" y="436698"/>
                  </a:cubicBezTo>
                  <a:close/>
                  <a:moveTo>
                    <a:pt x="1161162" y="25748"/>
                  </a:moveTo>
                  <a:cubicBezTo>
                    <a:pt x="1151065" y="25748"/>
                    <a:pt x="1142874" y="33922"/>
                    <a:pt x="1142874" y="44012"/>
                  </a:cubicBezTo>
                  <a:cubicBezTo>
                    <a:pt x="1142874" y="54102"/>
                    <a:pt x="1151065" y="62277"/>
                    <a:pt x="1161162" y="62277"/>
                  </a:cubicBezTo>
                  <a:cubicBezTo>
                    <a:pt x="1171258" y="62277"/>
                    <a:pt x="1179450" y="54102"/>
                    <a:pt x="1179450" y="44012"/>
                  </a:cubicBezTo>
                  <a:cubicBezTo>
                    <a:pt x="1179323" y="33973"/>
                    <a:pt x="1171131" y="25900"/>
                    <a:pt x="1161098" y="25938"/>
                  </a:cubicBezTo>
                  <a:close/>
                  <a:moveTo>
                    <a:pt x="1280034" y="89673"/>
                  </a:moveTo>
                  <a:cubicBezTo>
                    <a:pt x="1280034" y="93859"/>
                    <a:pt x="1281494" y="97911"/>
                    <a:pt x="1284161" y="101152"/>
                  </a:cubicBezTo>
                  <a:cubicBezTo>
                    <a:pt x="1288606" y="91322"/>
                    <a:pt x="1293051" y="81493"/>
                    <a:pt x="1297432" y="71536"/>
                  </a:cubicBezTo>
                  <a:cubicBezTo>
                    <a:pt x="1287717" y="71942"/>
                    <a:pt x="1279970" y="79939"/>
                    <a:pt x="1279970" y="89673"/>
                  </a:cubicBezTo>
                  <a:close/>
                  <a:moveTo>
                    <a:pt x="1069722" y="208392"/>
                  </a:moveTo>
                  <a:cubicBezTo>
                    <a:pt x="1059625" y="208392"/>
                    <a:pt x="1051434" y="216567"/>
                    <a:pt x="1051434" y="226657"/>
                  </a:cubicBezTo>
                  <a:cubicBezTo>
                    <a:pt x="1051434" y="236747"/>
                    <a:pt x="1059625" y="244921"/>
                    <a:pt x="1069722" y="244921"/>
                  </a:cubicBezTo>
                  <a:cubicBezTo>
                    <a:pt x="1079818" y="244921"/>
                    <a:pt x="1088010" y="236747"/>
                    <a:pt x="1088010" y="226657"/>
                  </a:cubicBezTo>
                  <a:cubicBezTo>
                    <a:pt x="1088010" y="216567"/>
                    <a:pt x="1079818" y="208392"/>
                    <a:pt x="1069722" y="208392"/>
                  </a:cubicBezTo>
                  <a:cubicBezTo>
                    <a:pt x="1069722" y="208392"/>
                    <a:pt x="1069658" y="208392"/>
                    <a:pt x="1069658" y="208392"/>
                  </a:cubicBezTo>
                  <a:close/>
                  <a:moveTo>
                    <a:pt x="1252601" y="25748"/>
                  </a:moveTo>
                  <a:cubicBezTo>
                    <a:pt x="1242505" y="25748"/>
                    <a:pt x="1234313" y="33922"/>
                    <a:pt x="1234313" y="44012"/>
                  </a:cubicBezTo>
                  <a:cubicBezTo>
                    <a:pt x="1234313" y="54102"/>
                    <a:pt x="1242505" y="62277"/>
                    <a:pt x="1252601" y="62277"/>
                  </a:cubicBezTo>
                  <a:cubicBezTo>
                    <a:pt x="1262698" y="62277"/>
                    <a:pt x="1270889" y="54102"/>
                    <a:pt x="1270889" y="44012"/>
                  </a:cubicBezTo>
                  <a:cubicBezTo>
                    <a:pt x="1270762" y="33973"/>
                    <a:pt x="1262571" y="25900"/>
                    <a:pt x="1252538" y="25938"/>
                  </a:cubicBezTo>
                  <a:close/>
                  <a:moveTo>
                    <a:pt x="1252601" y="117070"/>
                  </a:moveTo>
                  <a:cubicBezTo>
                    <a:pt x="1242505" y="117070"/>
                    <a:pt x="1234313" y="125245"/>
                    <a:pt x="1234313" y="135335"/>
                  </a:cubicBezTo>
                  <a:cubicBezTo>
                    <a:pt x="1234313" y="145424"/>
                    <a:pt x="1242505" y="153599"/>
                    <a:pt x="1252601" y="153599"/>
                  </a:cubicBezTo>
                  <a:cubicBezTo>
                    <a:pt x="1255396" y="153574"/>
                    <a:pt x="1258189" y="152901"/>
                    <a:pt x="1260729" y="151633"/>
                  </a:cubicBezTo>
                  <a:cubicBezTo>
                    <a:pt x="1263904" y="144847"/>
                    <a:pt x="1267079" y="138062"/>
                    <a:pt x="1270318" y="131149"/>
                  </a:cubicBezTo>
                  <a:cubicBezTo>
                    <a:pt x="1268413" y="122879"/>
                    <a:pt x="1261047" y="117032"/>
                    <a:pt x="1252538" y="117070"/>
                  </a:cubicBezTo>
                  <a:close/>
                  <a:moveTo>
                    <a:pt x="1280224" y="0"/>
                  </a:moveTo>
                  <a:cubicBezTo>
                    <a:pt x="1281050" y="9982"/>
                    <a:pt x="1289812" y="17396"/>
                    <a:pt x="1299846" y="16558"/>
                  </a:cubicBezTo>
                  <a:cubicBezTo>
                    <a:pt x="1308672" y="15816"/>
                    <a:pt x="1315657" y="8821"/>
                    <a:pt x="1316419" y="0"/>
                  </a:cubicBezTo>
                  <a:close/>
                  <a:moveTo>
                    <a:pt x="1115124" y="345376"/>
                  </a:moveTo>
                  <a:cubicBezTo>
                    <a:pt x="1105027" y="345376"/>
                    <a:pt x="1096836" y="353551"/>
                    <a:pt x="1096836" y="363640"/>
                  </a:cubicBezTo>
                  <a:cubicBezTo>
                    <a:pt x="1096836" y="373730"/>
                    <a:pt x="1105027" y="381905"/>
                    <a:pt x="1115124" y="381905"/>
                  </a:cubicBezTo>
                  <a:cubicBezTo>
                    <a:pt x="1125221" y="381905"/>
                    <a:pt x="1133412" y="373730"/>
                    <a:pt x="1133412" y="363640"/>
                  </a:cubicBezTo>
                  <a:cubicBezTo>
                    <a:pt x="1133412" y="353652"/>
                    <a:pt x="1125411" y="345515"/>
                    <a:pt x="1115378" y="345376"/>
                  </a:cubicBezTo>
                  <a:close/>
                  <a:moveTo>
                    <a:pt x="1115124" y="254054"/>
                  </a:moveTo>
                  <a:cubicBezTo>
                    <a:pt x="1105027" y="254054"/>
                    <a:pt x="1096836" y="262228"/>
                    <a:pt x="1096836" y="272318"/>
                  </a:cubicBezTo>
                  <a:cubicBezTo>
                    <a:pt x="1096836" y="282408"/>
                    <a:pt x="1105027" y="290583"/>
                    <a:pt x="1115124" y="290583"/>
                  </a:cubicBezTo>
                  <a:cubicBezTo>
                    <a:pt x="1125221" y="290583"/>
                    <a:pt x="1133412" y="282408"/>
                    <a:pt x="1133412" y="272318"/>
                  </a:cubicBezTo>
                  <a:cubicBezTo>
                    <a:pt x="1133285" y="262406"/>
                    <a:pt x="1125284" y="254383"/>
                    <a:pt x="1115378" y="254244"/>
                  </a:cubicBezTo>
                  <a:close/>
                  <a:moveTo>
                    <a:pt x="1069404" y="25748"/>
                  </a:moveTo>
                  <a:cubicBezTo>
                    <a:pt x="1059307" y="25748"/>
                    <a:pt x="1051116" y="33922"/>
                    <a:pt x="1051116" y="44012"/>
                  </a:cubicBezTo>
                  <a:cubicBezTo>
                    <a:pt x="1051116" y="54102"/>
                    <a:pt x="1059307" y="62277"/>
                    <a:pt x="1069404" y="62277"/>
                  </a:cubicBezTo>
                  <a:cubicBezTo>
                    <a:pt x="1079500" y="62277"/>
                    <a:pt x="1087692" y="54102"/>
                    <a:pt x="1087692" y="44012"/>
                  </a:cubicBezTo>
                  <a:cubicBezTo>
                    <a:pt x="1087565" y="34100"/>
                    <a:pt x="1079564" y="26078"/>
                    <a:pt x="1069658" y="25938"/>
                  </a:cubicBezTo>
                  <a:close/>
                  <a:moveTo>
                    <a:pt x="1069404" y="117070"/>
                  </a:moveTo>
                  <a:cubicBezTo>
                    <a:pt x="1059307" y="117070"/>
                    <a:pt x="1051116" y="125245"/>
                    <a:pt x="1051116" y="135335"/>
                  </a:cubicBezTo>
                  <a:cubicBezTo>
                    <a:pt x="1051116" y="145424"/>
                    <a:pt x="1059307" y="153599"/>
                    <a:pt x="1069404" y="153599"/>
                  </a:cubicBezTo>
                  <a:cubicBezTo>
                    <a:pt x="1079500" y="153599"/>
                    <a:pt x="1087692" y="145424"/>
                    <a:pt x="1087692" y="135335"/>
                  </a:cubicBezTo>
                  <a:cubicBezTo>
                    <a:pt x="1087692" y="125346"/>
                    <a:pt x="1079627" y="117210"/>
                    <a:pt x="1069658" y="117070"/>
                  </a:cubicBezTo>
                  <a:close/>
                  <a:moveTo>
                    <a:pt x="1160844" y="299715"/>
                  </a:moveTo>
                  <a:cubicBezTo>
                    <a:pt x="1150748" y="299715"/>
                    <a:pt x="1142556" y="307890"/>
                    <a:pt x="1142556" y="317979"/>
                  </a:cubicBezTo>
                  <a:cubicBezTo>
                    <a:pt x="1142556" y="328069"/>
                    <a:pt x="1150748" y="336244"/>
                    <a:pt x="1160844" y="336244"/>
                  </a:cubicBezTo>
                  <a:lnTo>
                    <a:pt x="1162495" y="336244"/>
                  </a:lnTo>
                  <a:cubicBezTo>
                    <a:pt x="1167512" y="327790"/>
                    <a:pt x="1172528" y="319330"/>
                    <a:pt x="1177544" y="310876"/>
                  </a:cubicBezTo>
                  <a:cubicBezTo>
                    <a:pt x="1174750" y="304255"/>
                    <a:pt x="1168274" y="299892"/>
                    <a:pt x="1161098" y="299715"/>
                  </a:cubicBezTo>
                  <a:close/>
                  <a:moveTo>
                    <a:pt x="1160844" y="208392"/>
                  </a:moveTo>
                  <a:cubicBezTo>
                    <a:pt x="1150748" y="208392"/>
                    <a:pt x="1142556" y="216567"/>
                    <a:pt x="1142556" y="226657"/>
                  </a:cubicBezTo>
                  <a:cubicBezTo>
                    <a:pt x="1142556" y="236747"/>
                    <a:pt x="1150748" y="244921"/>
                    <a:pt x="1160844" y="244921"/>
                  </a:cubicBezTo>
                  <a:cubicBezTo>
                    <a:pt x="1170940" y="244921"/>
                    <a:pt x="1179132" y="236747"/>
                    <a:pt x="1179132" y="226657"/>
                  </a:cubicBezTo>
                  <a:cubicBezTo>
                    <a:pt x="1179132" y="216669"/>
                    <a:pt x="1171067" y="208532"/>
                    <a:pt x="1161098" y="208392"/>
                  </a:cubicBezTo>
                  <a:close/>
                  <a:moveTo>
                    <a:pt x="1115124" y="162731"/>
                  </a:moveTo>
                  <a:cubicBezTo>
                    <a:pt x="1105027" y="162731"/>
                    <a:pt x="1096836" y="170906"/>
                    <a:pt x="1096836" y="180996"/>
                  </a:cubicBezTo>
                  <a:cubicBezTo>
                    <a:pt x="1096836" y="191086"/>
                    <a:pt x="1105027" y="199260"/>
                    <a:pt x="1115124" y="199260"/>
                  </a:cubicBezTo>
                  <a:cubicBezTo>
                    <a:pt x="1125221" y="199260"/>
                    <a:pt x="1133412" y="191086"/>
                    <a:pt x="1133412" y="180996"/>
                  </a:cubicBezTo>
                  <a:cubicBezTo>
                    <a:pt x="1133412" y="171007"/>
                    <a:pt x="1125411" y="162871"/>
                    <a:pt x="1115378" y="162731"/>
                  </a:cubicBezTo>
                  <a:close/>
                  <a:moveTo>
                    <a:pt x="1115124" y="71409"/>
                  </a:moveTo>
                  <a:cubicBezTo>
                    <a:pt x="1105027" y="71409"/>
                    <a:pt x="1096836" y="79584"/>
                    <a:pt x="1096836" y="89673"/>
                  </a:cubicBezTo>
                  <a:cubicBezTo>
                    <a:pt x="1096836" y="99763"/>
                    <a:pt x="1105027" y="107938"/>
                    <a:pt x="1115124" y="107938"/>
                  </a:cubicBezTo>
                  <a:cubicBezTo>
                    <a:pt x="1125221" y="107938"/>
                    <a:pt x="1133412" y="99763"/>
                    <a:pt x="1133412" y="89673"/>
                  </a:cubicBezTo>
                  <a:cubicBezTo>
                    <a:pt x="1133412" y="79685"/>
                    <a:pt x="1125411" y="71548"/>
                    <a:pt x="1115378" y="71409"/>
                  </a:cubicBezTo>
                  <a:close/>
                  <a:moveTo>
                    <a:pt x="1160844" y="117070"/>
                  </a:moveTo>
                  <a:cubicBezTo>
                    <a:pt x="1150748" y="117070"/>
                    <a:pt x="1142556" y="125245"/>
                    <a:pt x="1142556" y="135335"/>
                  </a:cubicBezTo>
                  <a:cubicBezTo>
                    <a:pt x="1142556" y="145424"/>
                    <a:pt x="1150748" y="153599"/>
                    <a:pt x="1160844" y="153599"/>
                  </a:cubicBezTo>
                  <a:cubicBezTo>
                    <a:pt x="1170940" y="153599"/>
                    <a:pt x="1179132" y="145424"/>
                    <a:pt x="1179132" y="135335"/>
                  </a:cubicBezTo>
                  <a:cubicBezTo>
                    <a:pt x="1179132" y="125346"/>
                    <a:pt x="1171067" y="117210"/>
                    <a:pt x="1161098" y="117070"/>
                  </a:cubicBezTo>
                  <a:close/>
                  <a:moveTo>
                    <a:pt x="749364" y="619343"/>
                  </a:moveTo>
                  <a:cubicBezTo>
                    <a:pt x="739267" y="619343"/>
                    <a:pt x="731076" y="627518"/>
                    <a:pt x="731076" y="637607"/>
                  </a:cubicBezTo>
                  <a:cubicBezTo>
                    <a:pt x="731076" y="640747"/>
                    <a:pt x="731965" y="643822"/>
                    <a:pt x="733489" y="646549"/>
                  </a:cubicBezTo>
                  <a:cubicBezTo>
                    <a:pt x="743776" y="647057"/>
                    <a:pt x="754190" y="647310"/>
                    <a:pt x="764794" y="647374"/>
                  </a:cubicBezTo>
                  <a:cubicBezTo>
                    <a:pt x="770192" y="638850"/>
                    <a:pt x="767652" y="627568"/>
                    <a:pt x="759143" y="622171"/>
                  </a:cubicBezTo>
                  <a:cubicBezTo>
                    <a:pt x="756222" y="620326"/>
                    <a:pt x="752793" y="619349"/>
                    <a:pt x="749364" y="619343"/>
                  </a:cubicBezTo>
                  <a:close/>
                  <a:moveTo>
                    <a:pt x="749364" y="436698"/>
                  </a:moveTo>
                  <a:cubicBezTo>
                    <a:pt x="739267" y="436698"/>
                    <a:pt x="731076" y="444873"/>
                    <a:pt x="731076" y="454963"/>
                  </a:cubicBezTo>
                  <a:cubicBezTo>
                    <a:pt x="731076" y="465053"/>
                    <a:pt x="739267" y="473227"/>
                    <a:pt x="749364" y="473227"/>
                  </a:cubicBezTo>
                  <a:cubicBezTo>
                    <a:pt x="759461" y="473227"/>
                    <a:pt x="767652" y="465053"/>
                    <a:pt x="767652" y="454963"/>
                  </a:cubicBezTo>
                  <a:cubicBezTo>
                    <a:pt x="767652" y="444974"/>
                    <a:pt x="759587" y="436838"/>
                    <a:pt x="749618" y="436698"/>
                  </a:cubicBezTo>
                  <a:close/>
                  <a:moveTo>
                    <a:pt x="749364" y="528021"/>
                  </a:moveTo>
                  <a:cubicBezTo>
                    <a:pt x="739204" y="527983"/>
                    <a:pt x="731012" y="536164"/>
                    <a:pt x="730949" y="546285"/>
                  </a:cubicBezTo>
                  <a:cubicBezTo>
                    <a:pt x="730886" y="556407"/>
                    <a:pt x="739077" y="564638"/>
                    <a:pt x="749237" y="564676"/>
                  </a:cubicBezTo>
                  <a:cubicBezTo>
                    <a:pt x="759397" y="564714"/>
                    <a:pt x="767588" y="556533"/>
                    <a:pt x="767652" y="546412"/>
                  </a:cubicBezTo>
                  <a:cubicBezTo>
                    <a:pt x="767652" y="546367"/>
                    <a:pt x="767652" y="546330"/>
                    <a:pt x="767652" y="546285"/>
                  </a:cubicBezTo>
                  <a:cubicBezTo>
                    <a:pt x="767652" y="536297"/>
                    <a:pt x="759587" y="528160"/>
                    <a:pt x="749618" y="528021"/>
                  </a:cubicBezTo>
                  <a:close/>
                  <a:moveTo>
                    <a:pt x="703644" y="25748"/>
                  </a:moveTo>
                  <a:cubicBezTo>
                    <a:pt x="693548" y="25748"/>
                    <a:pt x="685356" y="33922"/>
                    <a:pt x="685356" y="44012"/>
                  </a:cubicBezTo>
                  <a:cubicBezTo>
                    <a:pt x="685356" y="54102"/>
                    <a:pt x="693548" y="62277"/>
                    <a:pt x="703644" y="62277"/>
                  </a:cubicBezTo>
                  <a:cubicBezTo>
                    <a:pt x="713740" y="62277"/>
                    <a:pt x="721932" y="54102"/>
                    <a:pt x="721932" y="44012"/>
                  </a:cubicBezTo>
                  <a:cubicBezTo>
                    <a:pt x="721805" y="34100"/>
                    <a:pt x="713804" y="26078"/>
                    <a:pt x="703898" y="25938"/>
                  </a:cubicBezTo>
                  <a:close/>
                  <a:moveTo>
                    <a:pt x="749364" y="162731"/>
                  </a:moveTo>
                  <a:cubicBezTo>
                    <a:pt x="739267" y="162731"/>
                    <a:pt x="731076" y="170906"/>
                    <a:pt x="731076" y="180996"/>
                  </a:cubicBezTo>
                  <a:cubicBezTo>
                    <a:pt x="731076" y="191086"/>
                    <a:pt x="739267" y="199260"/>
                    <a:pt x="749364" y="199260"/>
                  </a:cubicBezTo>
                  <a:cubicBezTo>
                    <a:pt x="759461" y="199260"/>
                    <a:pt x="767652" y="191086"/>
                    <a:pt x="767652" y="180996"/>
                  </a:cubicBezTo>
                  <a:cubicBezTo>
                    <a:pt x="767652" y="171007"/>
                    <a:pt x="759587" y="162871"/>
                    <a:pt x="749618" y="162731"/>
                  </a:cubicBezTo>
                  <a:close/>
                  <a:moveTo>
                    <a:pt x="749364" y="345376"/>
                  </a:moveTo>
                  <a:cubicBezTo>
                    <a:pt x="739267" y="345376"/>
                    <a:pt x="731076" y="353551"/>
                    <a:pt x="731076" y="363640"/>
                  </a:cubicBezTo>
                  <a:cubicBezTo>
                    <a:pt x="731076" y="373730"/>
                    <a:pt x="739267" y="381905"/>
                    <a:pt x="749364" y="381905"/>
                  </a:cubicBezTo>
                  <a:cubicBezTo>
                    <a:pt x="759461" y="381905"/>
                    <a:pt x="767652" y="373730"/>
                    <a:pt x="767652" y="363640"/>
                  </a:cubicBezTo>
                  <a:cubicBezTo>
                    <a:pt x="767652" y="353652"/>
                    <a:pt x="759587" y="345515"/>
                    <a:pt x="749618" y="345376"/>
                  </a:cubicBezTo>
                  <a:close/>
                  <a:moveTo>
                    <a:pt x="749364" y="71409"/>
                  </a:moveTo>
                  <a:cubicBezTo>
                    <a:pt x="739267" y="71409"/>
                    <a:pt x="731076" y="79584"/>
                    <a:pt x="731076" y="89673"/>
                  </a:cubicBezTo>
                  <a:cubicBezTo>
                    <a:pt x="731076" y="99763"/>
                    <a:pt x="739267" y="107938"/>
                    <a:pt x="749364" y="107938"/>
                  </a:cubicBezTo>
                  <a:cubicBezTo>
                    <a:pt x="759461" y="107938"/>
                    <a:pt x="767652" y="99763"/>
                    <a:pt x="767652" y="89673"/>
                  </a:cubicBezTo>
                  <a:cubicBezTo>
                    <a:pt x="767652" y="79685"/>
                    <a:pt x="759587" y="71548"/>
                    <a:pt x="749618" y="71409"/>
                  </a:cubicBezTo>
                  <a:close/>
                  <a:moveTo>
                    <a:pt x="703644" y="117070"/>
                  </a:moveTo>
                  <a:cubicBezTo>
                    <a:pt x="693548" y="117070"/>
                    <a:pt x="685356" y="125245"/>
                    <a:pt x="685356" y="135335"/>
                  </a:cubicBezTo>
                  <a:cubicBezTo>
                    <a:pt x="685356" y="145424"/>
                    <a:pt x="693548" y="153599"/>
                    <a:pt x="703644" y="153599"/>
                  </a:cubicBezTo>
                  <a:cubicBezTo>
                    <a:pt x="713740" y="153599"/>
                    <a:pt x="721932" y="145424"/>
                    <a:pt x="721932" y="135335"/>
                  </a:cubicBezTo>
                  <a:cubicBezTo>
                    <a:pt x="721932" y="125346"/>
                    <a:pt x="713867" y="117210"/>
                    <a:pt x="703898" y="117070"/>
                  </a:cubicBezTo>
                  <a:close/>
                  <a:moveTo>
                    <a:pt x="749364" y="254054"/>
                  </a:moveTo>
                  <a:cubicBezTo>
                    <a:pt x="739267" y="254054"/>
                    <a:pt x="731076" y="262228"/>
                    <a:pt x="731076" y="272318"/>
                  </a:cubicBezTo>
                  <a:cubicBezTo>
                    <a:pt x="731076" y="282408"/>
                    <a:pt x="739267" y="290583"/>
                    <a:pt x="749364" y="290583"/>
                  </a:cubicBezTo>
                  <a:cubicBezTo>
                    <a:pt x="759461" y="290583"/>
                    <a:pt x="767652" y="282408"/>
                    <a:pt x="767652" y="272318"/>
                  </a:cubicBezTo>
                  <a:cubicBezTo>
                    <a:pt x="767525" y="262406"/>
                    <a:pt x="759524" y="254383"/>
                    <a:pt x="749618" y="254244"/>
                  </a:cubicBezTo>
                  <a:close/>
                  <a:moveTo>
                    <a:pt x="703644" y="482359"/>
                  </a:moveTo>
                  <a:cubicBezTo>
                    <a:pt x="693548" y="482359"/>
                    <a:pt x="685356" y="490534"/>
                    <a:pt x="685356" y="500624"/>
                  </a:cubicBezTo>
                  <a:cubicBezTo>
                    <a:pt x="685356" y="510714"/>
                    <a:pt x="693548" y="518888"/>
                    <a:pt x="703644" y="518888"/>
                  </a:cubicBezTo>
                  <a:cubicBezTo>
                    <a:pt x="713740" y="518888"/>
                    <a:pt x="721932" y="510714"/>
                    <a:pt x="721932" y="500624"/>
                  </a:cubicBezTo>
                  <a:cubicBezTo>
                    <a:pt x="721805" y="490712"/>
                    <a:pt x="713804" y="482689"/>
                    <a:pt x="703898" y="482550"/>
                  </a:cubicBezTo>
                  <a:close/>
                  <a:moveTo>
                    <a:pt x="657924" y="71409"/>
                  </a:moveTo>
                  <a:cubicBezTo>
                    <a:pt x="647827" y="71409"/>
                    <a:pt x="639636" y="79584"/>
                    <a:pt x="639636" y="89673"/>
                  </a:cubicBezTo>
                  <a:cubicBezTo>
                    <a:pt x="639636" y="99763"/>
                    <a:pt x="647827" y="107938"/>
                    <a:pt x="657924" y="107938"/>
                  </a:cubicBezTo>
                  <a:cubicBezTo>
                    <a:pt x="668020" y="107938"/>
                    <a:pt x="676212" y="99763"/>
                    <a:pt x="676212" y="89673"/>
                  </a:cubicBezTo>
                  <a:cubicBezTo>
                    <a:pt x="676212" y="79685"/>
                    <a:pt x="668211" y="71548"/>
                    <a:pt x="658178" y="71409"/>
                  </a:cubicBezTo>
                  <a:close/>
                  <a:moveTo>
                    <a:pt x="886524" y="117070"/>
                  </a:moveTo>
                  <a:cubicBezTo>
                    <a:pt x="876427" y="117070"/>
                    <a:pt x="868236" y="125245"/>
                    <a:pt x="868236" y="135335"/>
                  </a:cubicBezTo>
                  <a:cubicBezTo>
                    <a:pt x="868236" y="145424"/>
                    <a:pt x="876427" y="153599"/>
                    <a:pt x="886524" y="153599"/>
                  </a:cubicBezTo>
                  <a:cubicBezTo>
                    <a:pt x="896620" y="153599"/>
                    <a:pt x="904812" y="145424"/>
                    <a:pt x="904812" y="135335"/>
                  </a:cubicBezTo>
                  <a:cubicBezTo>
                    <a:pt x="904812" y="125346"/>
                    <a:pt x="896811" y="117210"/>
                    <a:pt x="886778" y="117070"/>
                  </a:cubicBezTo>
                  <a:close/>
                  <a:moveTo>
                    <a:pt x="657924" y="162731"/>
                  </a:moveTo>
                  <a:cubicBezTo>
                    <a:pt x="647827" y="162731"/>
                    <a:pt x="639636" y="170906"/>
                    <a:pt x="639636" y="180996"/>
                  </a:cubicBezTo>
                  <a:cubicBezTo>
                    <a:pt x="639636" y="191086"/>
                    <a:pt x="647827" y="199260"/>
                    <a:pt x="657924" y="199260"/>
                  </a:cubicBezTo>
                  <a:cubicBezTo>
                    <a:pt x="668020" y="199260"/>
                    <a:pt x="676212" y="191086"/>
                    <a:pt x="676212" y="180996"/>
                  </a:cubicBezTo>
                  <a:cubicBezTo>
                    <a:pt x="676212" y="171007"/>
                    <a:pt x="668211" y="162871"/>
                    <a:pt x="658178" y="162731"/>
                  </a:cubicBezTo>
                  <a:close/>
                  <a:moveTo>
                    <a:pt x="657924" y="345376"/>
                  </a:moveTo>
                  <a:cubicBezTo>
                    <a:pt x="647827" y="345376"/>
                    <a:pt x="639636" y="353551"/>
                    <a:pt x="639636" y="363640"/>
                  </a:cubicBezTo>
                  <a:cubicBezTo>
                    <a:pt x="639636" y="373730"/>
                    <a:pt x="647827" y="381905"/>
                    <a:pt x="657924" y="381905"/>
                  </a:cubicBezTo>
                  <a:cubicBezTo>
                    <a:pt x="668020" y="381905"/>
                    <a:pt x="676212" y="373730"/>
                    <a:pt x="676212" y="363640"/>
                  </a:cubicBezTo>
                  <a:cubicBezTo>
                    <a:pt x="676212" y="353652"/>
                    <a:pt x="668211" y="345515"/>
                    <a:pt x="658178" y="345376"/>
                  </a:cubicBezTo>
                  <a:close/>
                  <a:moveTo>
                    <a:pt x="703644" y="391037"/>
                  </a:moveTo>
                  <a:cubicBezTo>
                    <a:pt x="693548" y="391037"/>
                    <a:pt x="685356" y="399212"/>
                    <a:pt x="685356" y="409302"/>
                  </a:cubicBezTo>
                  <a:cubicBezTo>
                    <a:pt x="685356" y="419391"/>
                    <a:pt x="693548" y="427566"/>
                    <a:pt x="703644" y="427566"/>
                  </a:cubicBezTo>
                  <a:cubicBezTo>
                    <a:pt x="713740" y="427566"/>
                    <a:pt x="721932" y="419391"/>
                    <a:pt x="721932" y="409302"/>
                  </a:cubicBezTo>
                  <a:cubicBezTo>
                    <a:pt x="721932" y="399313"/>
                    <a:pt x="713867" y="391177"/>
                    <a:pt x="703898" y="391037"/>
                  </a:cubicBezTo>
                  <a:close/>
                  <a:moveTo>
                    <a:pt x="703644" y="573682"/>
                  </a:moveTo>
                  <a:cubicBezTo>
                    <a:pt x="693548" y="573682"/>
                    <a:pt x="685356" y="581856"/>
                    <a:pt x="685356" y="591946"/>
                  </a:cubicBezTo>
                  <a:cubicBezTo>
                    <a:pt x="685356" y="602036"/>
                    <a:pt x="693548" y="610211"/>
                    <a:pt x="703644" y="610211"/>
                  </a:cubicBezTo>
                  <a:cubicBezTo>
                    <a:pt x="713740" y="610211"/>
                    <a:pt x="721932" y="602036"/>
                    <a:pt x="721932" y="591946"/>
                  </a:cubicBezTo>
                  <a:cubicBezTo>
                    <a:pt x="721932" y="581958"/>
                    <a:pt x="713867" y="573821"/>
                    <a:pt x="703898" y="573682"/>
                  </a:cubicBezTo>
                  <a:close/>
                  <a:moveTo>
                    <a:pt x="703644" y="208392"/>
                  </a:moveTo>
                  <a:cubicBezTo>
                    <a:pt x="693548" y="208392"/>
                    <a:pt x="685356" y="216567"/>
                    <a:pt x="685356" y="226657"/>
                  </a:cubicBezTo>
                  <a:cubicBezTo>
                    <a:pt x="685356" y="236747"/>
                    <a:pt x="693548" y="244921"/>
                    <a:pt x="703644" y="244921"/>
                  </a:cubicBezTo>
                  <a:cubicBezTo>
                    <a:pt x="713740" y="244921"/>
                    <a:pt x="721932" y="236747"/>
                    <a:pt x="721932" y="226657"/>
                  </a:cubicBezTo>
                  <a:cubicBezTo>
                    <a:pt x="721932" y="216669"/>
                    <a:pt x="713867" y="208532"/>
                    <a:pt x="703898" y="208392"/>
                  </a:cubicBezTo>
                  <a:close/>
                  <a:moveTo>
                    <a:pt x="703644" y="299715"/>
                  </a:moveTo>
                  <a:cubicBezTo>
                    <a:pt x="693548" y="299715"/>
                    <a:pt x="685356" y="307890"/>
                    <a:pt x="685356" y="317979"/>
                  </a:cubicBezTo>
                  <a:cubicBezTo>
                    <a:pt x="685356" y="328069"/>
                    <a:pt x="693548" y="336244"/>
                    <a:pt x="703644" y="336244"/>
                  </a:cubicBezTo>
                  <a:cubicBezTo>
                    <a:pt x="713740" y="336244"/>
                    <a:pt x="721932" y="328069"/>
                    <a:pt x="721932" y="317979"/>
                  </a:cubicBezTo>
                  <a:cubicBezTo>
                    <a:pt x="721932" y="307991"/>
                    <a:pt x="713867" y="299854"/>
                    <a:pt x="703898" y="299715"/>
                  </a:cubicBezTo>
                  <a:close/>
                  <a:moveTo>
                    <a:pt x="795084" y="573682"/>
                  </a:moveTo>
                  <a:cubicBezTo>
                    <a:pt x="784987" y="573682"/>
                    <a:pt x="776796" y="581856"/>
                    <a:pt x="776796" y="591946"/>
                  </a:cubicBezTo>
                  <a:cubicBezTo>
                    <a:pt x="776796" y="602036"/>
                    <a:pt x="784987" y="610211"/>
                    <a:pt x="795084" y="610211"/>
                  </a:cubicBezTo>
                  <a:cubicBezTo>
                    <a:pt x="805180" y="610211"/>
                    <a:pt x="813372" y="602036"/>
                    <a:pt x="813372" y="591946"/>
                  </a:cubicBezTo>
                  <a:cubicBezTo>
                    <a:pt x="813372" y="581958"/>
                    <a:pt x="805371" y="573821"/>
                    <a:pt x="795338" y="573682"/>
                  </a:cubicBezTo>
                  <a:close/>
                  <a:moveTo>
                    <a:pt x="657924" y="254054"/>
                  </a:moveTo>
                  <a:cubicBezTo>
                    <a:pt x="647827" y="254054"/>
                    <a:pt x="639636" y="262228"/>
                    <a:pt x="639636" y="272318"/>
                  </a:cubicBezTo>
                  <a:cubicBezTo>
                    <a:pt x="639636" y="282408"/>
                    <a:pt x="647827" y="290583"/>
                    <a:pt x="657924" y="290583"/>
                  </a:cubicBezTo>
                  <a:cubicBezTo>
                    <a:pt x="668020" y="290583"/>
                    <a:pt x="676212" y="282408"/>
                    <a:pt x="676212" y="272318"/>
                  </a:cubicBezTo>
                  <a:cubicBezTo>
                    <a:pt x="676085" y="262406"/>
                    <a:pt x="668084" y="254383"/>
                    <a:pt x="658178" y="254244"/>
                  </a:cubicBezTo>
                  <a:close/>
                  <a:moveTo>
                    <a:pt x="840804" y="162731"/>
                  </a:moveTo>
                  <a:cubicBezTo>
                    <a:pt x="830707" y="162731"/>
                    <a:pt x="822516" y="170906"/>
                    <a:pt x="822516" y="180996"/>
                  </a:cubicBezTo>
                  <a:cubicBezTo>
                    <a:pt x="822516" y="191086"/>
                    <a:pt x="830707" y="199260"/>
                    <a:pt x="840804" y="199260"/>
                  </a:cubicBezTo>
                  <a:cubicBezTo>
                    <a:pt x="850900" y="199260"/>
                    <a:pt x="859092" y="191086"/>
                    <a:pt x="859092" y="180996"/>
                  </a:cubicBezTo>
                  <a:cubicBezTo>
                    <a:pt x="859092" y="171007"/>
                    <a:pt x="851027" y="162871"/>
                    <a:pt x="841058" y="162731"/>
                  </a:cubicBezTo>
                  <a:close/>
                  <a:moveTo>
                    <a:pt x="840804" y="71409"/>
                  </a:moveTo>
                  <a:cubicBezTo>
                    <a:pt x="830707" y="71409"/>
                    <a:pt x="822516" y="79584"/>
                    <a:pt x="822516" y="89673"/>
                  </a:cubicBezTo>
                  <a:cubicBezTo>
                    <a:pt x="822516" y="99763"/>
                    <a:pt x="830707" y="107938"/>
                    <a:pt x="840804" y="107938"/>
                  </a:cubicBezTo>
                  <a:cubicBezTo>
                    <a:pt x="850900" y="107938"/>
                    <a:pt x="859092" y="99763"/>
                    <a:pt x="859092" y="89673"/>
                  </a:cubicBezTo>
                  <a:cubicBezTo>
                    <a:pt x="859092" y="79685"/>
                    <a:pt x="851027" y="71548"/>
                    <a:pt x="841058" y="71409"/>
                  </a:cubicBezTo>
                  <a:close/>
                  <a:moveTo>
                    <a:pt x="840804" y="345376"/>
                  </a:moveTo>
                  <a:cubicBezTo>
                    <a:pt x="830707" y="345376"/>
                    <a:pt x="822516" y="353551"/>
                    <a:pt x="822516" y="363640"/>
                  </a:cubicBezTo>
                  <a:cubicBezTo>
                    <a:pt x="822516" y="373730"/>
                    <a:pt x="830707" y="381905"/>
                    <a:pt x="840804" y="381905"/>
                  </a:cubicBezTo>
                  <a:cubicBezTo>
                    <a:pt x="850900" y="381905"/>
                    <a:pt x="859092" y="373730"/>
                    <a:pt x="859092" y="363640"/>
                  </a:cubicBezTo>
                  <a:cubicBezTo>
                    <a:pt x="859092" y="353652"/>
                    <a:pt x="851027" y="345515"/>
                    <a:pt x="841058" y="345376"/>
                  </a:cubicBezTo>
                  <a:close/>
                  <a:moveTo>
                    <a:pt x="886524" y="573682"/>
                  </a:moveTo>
                  <a:cubicBezTo>
                    <a:pt x="876427" y="573682"/>
                    <a:pt x="868236" y="581856"/>
                    <a:pt x="868236" y="591946"/>
                  </a:cubicBezTo>
                  <a:cubicBezTo>
                    <a:pt x="868236" y="602036"/>
                    <a:pt x="876427" y="610211"/>
                    <a:pt x="886524" y="610211"/>
                  </a:cubicBezTo>
                  <a:cubicBezTo>
                    <a:pt x="896620" y="610211"/>
                    <a:pt x="904812" y="602036"/>
                    <a:pt x="904812" y="591946"/>
                  </a:cubicBezTo>
                  <a:cubicBezTo>
                    <a:pt x="904812" y="581958"/>
                    <a:pt x="896811" y="573821"/>
                    <a:pt x="886778" y="573682"/>
                  </a:cubicBezTo>
                  <a:close/>
                  <a:moveTo>
                    <a:pt x="840804" y="254054"/>
                  </a:moveTo>
                  <a:cubicBezTo>
                    <a:pt x="830707" y="254054"/>
                    <a:pt x="822516" y="262228"/>
                    <a:pt x="822516" y="272318"/>
                  </a:cubicBezTo>
                  <a:cubicBezTo>
                    <a:pt x="822516" y="282408"/>
                    <a:pt x="830707" y="290583"/>
                    <a:pt x="840804" y="290583"/>
                  </a:cubicBezTo>
                  <a:cubicBezTo>
                    <a:pt x="850900" y="290583"/>
                    <a:pt x="859092" y="282408"/>
                    <a:pt x="859092" y="272318"/>
                  </a:cubicBezTo>
                  <a:cubicBezTo>
                    <a:pt x="858965" y="262406"/>
                    <a:pt x="850964" y="254383"/>
                    <a:pt x="841058" y="254244"/>
                  </a:cubicBezTo>
                  <a:close/>
                  <a:moveTo>
                    <a:pt x="886524" y="208392"/>
                  </a:moveTo>
                  <a:cubicBezTo>
                    <a:pt x="876427" y="208392"/>
                    <a:pt x="868236" y="216567"/>
                    <a:pt x="868236" y="226657"/>
                  </a:cubicBezTo>
                  <a:cubicBezTo>
                    <a:pt x="868236" y="236747"/>
                    <a:pt x="876427" y="244921"/>
                    <a:pt x="886524" y="244921"/>
                  </a:cubicBezTo>
                  <a:cubicBezTo>
                    <a:pt x="896620" y="244921"/>
                    <a:pt x="904812" y="236747"/>
                    <a:pt x="904812" y="226657"/>
                  </a:cubicBezTo>
                  <a:cubicBezTo>
                    <a:pt x="904812" y="216669"/>
                    <a:pt x="896811" y="208532"/>
                    <a:pt x="886778" y="208392"/>
                  </a:cubicBezTo>
                  <a:close/>
                  <a:moveTo>
                    <a:pt x="886524" y="299715"/>
                  </a:moveTo>
                  <a:cubicBezTo>
                    <a:pt x="876427" y="299715"/>
                    <a:pt x="868236" y="307890"/>
                    <a:pt x="868236" y="317979"/>
                  </a:cubicBezTo>
                  <a:cubicBezTo>
                    <a:pt x="868236" y="328069"/>
                    <a:pt x="876427" y="336244"/>
                    <a:pt x="886524" y="336244"/>
                  </a:cubicBezTo>
                  <a:cubicBezTo>
                    <a:pt x="896620" y="336244"/>
                    <a:pt x="904812" y="328069"/>
                    <a:pt x="904812" y="317979"/>
                  </a:cubicBezTo>
                  <a:cubicBezTo>
                    <a:pt x="904812" y="307991"/>
                    <a:pt x="896811" y="299854"/>
                    <a:pt x="886778" y="299715"/>
                  </a:cubicBezTo>
                  <a:close/>
                  <a:moveTo>
                    <a:pt x="886524" y="391037"/>
                  </a:moveTo>
                  <a:cubicBezTo>
                    <a:pt x="876427" y="391037"/>
                    <a:pt x="868236" y="399212"/>
                    <a:pt x="868236" y="409302"/>
                  </a:cubicBezTo>
                  <a:cubicBezTo>
                    <a:pt x="868236" y="419391"/>
                    <a:pt x="876427" y="427566"/>
                    <a:pt x="886524" y="427566"/>
                  </a:cubicBezTo>
                  <a:cubicBezTo>
                    <a:pt x="896620" y="427566"/>
                    <a:pt x="904812" y="419391"/>
                    <a:pt x="904812" y="409302"/>
                  </a:cubicBezTo>
                  <a:cubicBezTo>
                    <a:pt x="904812" y="399313"/>
                    <a:pt x="896811" y="391177"/>
                    <a:pt x="886778" y="391037"/>
                  </a:cubicBezTo>
                  <a:close/>
                  <a:moveTo>
                    <a:pt x="886524" y="482359"/>
                  </a:moveTo>
                  <a:cubicBezTo>
                    <a:pt x="876427" y="482359"/>
                    <a:pt x="868236" y="490534"/>
                    <a:pt x="868236" y="500624"/>
                  </a:cubicBezTo>
                  <a:cubicBezTo>
                    <a:pt x="868236" y="510714"/>
                    <a:pt x="876427" y="518888"/>
                    <a:pt x="886524" y="518888"/>
                  </a:cubicBezTo>
                  <a:cubicBezTo>
                    <a:pt x="896620" y="518888"/>
                    <a:pt x="904812" y="510714"/>
                    <a:pt x="904812" y="500624"/>
                  </a:cubicBezTo>
                  <a:cubicBezTo>
                    <a:pt x="904685" y="490712"/>
                    <a:pt x="896684" y="482689"/>
                    <a:pt x="886778" y="482550"/>
                  </a:cubicBezTo>
                  <a:close/>
                  <a:moveTo>
                    <a:pt x="795084" y="391037"/>
                  </a:moveTo>
                  <a:cubicBezTo>
                    <a:pt x="784987" y="391037"/>
                    <a:pt x="776796" y="399212"/>
                    <a:pt x="776796" y="409302"/>
                  </a:cubicBezTo>
                  <a:cubicBezTo>
                    <a:pt x="776796" y="419391"/>
                    <a:pt x="784987" y="427566"/>
                    <a:pt x="795084" y="427566"/>
                  </a:cubicBezTo>
                  <a:cubicBezTo>
                    <a:pt x="805180" y="427566"/>
                    <a:pt x="813372" y="419391"/>
                    <a:pt x="813372" y="409302"/>
                  </a:cubicBezTo>
                  <a:cubicBezTo>
                    <a:pt x="813372" y="399313"/>
                    <a:pt x="805371" y="391177"/>
                    <a:pt x="795338" y="391037"/>
                  </a:cubicBezTo>
                  <a:close/>
                  <a:moveTo>
                    <a:pt x="795084" y="299715"/>
                  </a:moveTo>
                  <a:cubicBezTo>
                    <a:pt x="784987" y="299715"/>
                    <a:pt x="776796" y="307890"/>
                    <a:pt x="776796" y="317979"/>
                  </a:cubicBezTo>
                  <a:cubicBezTo>
                    <a:pt x="776796" y="328069"/>
                    <a:pt x="784987" y="336244"/>
                    <a:pt x="795084" y="336244"/>
                  </a:cubicBezTo>
                  <a:cubicBezTo>
                    <a:pt x="805180" y="336244"/>
                    <a:pt x="813372" y="328069"/>
                    <a:pt x="813372" y="317979"/>
                  </a:cubicBezTo>
                  <a:cubicBezTo>
                    <a:pt x="813372" y="307991"/>
                    <a:pt x="805371" y="299854"/>
                    <a:pt x="795338" y="299715"/>
                  </a:cubicBezTo>
                  <a:close/>
                  <a:moveTo>
                    <a:pt x="840804" y="436698"/>
                  </a:moveTo>
                  <a:cubicBezTo>
                    <a:pt x="830707" y="436698"/>
                    <a:pt x="822516" y="444873"/>
                    <a:pt x="822516" y="454963"/>
                  </a:cubicBezTo>
                  <a:cubicBezTo>
                    <a:pt x="822516" y="465053"/>
                    <a:pt x="830707" y="473227"/>
                    <a:pt x="840804" y="473227"/>
                  </a:cubicBezTo>
                  <a:cubicBezTo>
                    <a:pt x="850900" y="473227"/>
                    <a:pt x="859092" y="465053"/>
                    <a:pt x="859092" y="454963"/>
                  </a:cubicBezTo>
                  <a:cubicBezTo>
                    <a:pt x="859092" y="444974"/>
                    <a:pt x="851027" y="436838"/>
                    <a:pt x="841058" y="436698"/>
                  </a:cubicBezTo>
                  <a:close/>
                  <a:moveTo>
                    <a:pt x="795084" y="208392"/>
                  </a:moveTo>
                  <a:cubicBezTo>
                    <a:pt x="784987" y="208392"/>
                    <a:pt x="776796" y="216567"/>
                    <a:pt x="776796" y="226657"/>
                  </a:cubicBezTo>
                  <a:cubicBezTo>
                    <a:pt x="776796" y="236747"/>
                    <a:pt x="784987" y="244921"/>
                    <a:pt x="795084" y="244921"/>
                  </a:cubicBezTo>
                  <a:cubicBezTo>
                    <a:pt x="805180" y="244921"/>
                    <a:pt x="813372" y="236747"/>
                    <a:pt x="813372" y="226657"/>
                  </a:cubicBezTo>
                  <a:cubicBezTo>
                    <a:pt x="813372" y="216669"/>
                    <a:pt x="805371" y="208532"/>
                    <a:pt x="795338" y="208392"/>
                  </a:cubicBezTo>
                  <a:close/>
                  <a:moveTo>
                    <a:pt x="795084" y="482359"/>
                  </a:moveTo>
                  <a:cubicBezTo>
                    <a:pt x="784987" y="482359"/>
                    <a:pt x="776796" y="490534"/>
                    <a:pt x="776796" y="500624"/>
                  </a:cubicBezTo>
                  <a:cubicBezTo>
                    <a:pt x="776796" y="510714"/>
                    <a:pt x="784987" y="518888"/>
                    <a:pt x="795084" y="518888"/>
                  </a:cubicBezTo>
                  <a:cubicBezTo>
                    <a:pt x="805180" y="518888"/>
                    <a:pt x="813372" y="510714"/>
                    <a:pt x="813372" y="500624"/>
                  </a:cubicBezTo>
                  <a:cubicBezTo>
                    <a:pt x="813245" y="490712"/>
                    <a:pt x="805244" y="482689"/>
                    <a:pt x="795338" y="482550"/>
                  </a:cubicBezTo>
                  <a:close/>
                  <a:moveTo>
                    <a:pt x="795084" y="117070"/>
                  </a:moveTo>
                  <a:cubicBezTo>
                    <a:pt x="784987" y="117070"/>
                    <a:pt x="776796" y="125245"/>
                    <a:pt x="776796" y="135335"/>
                  </a:cubicBezTo>
                  <a:cubicBezTo>
                    <a:pt x="776796" y="145424"/>
                    <a:pt x="784987" y="153599"/>
                    <a:pt x="795084" y="153599"/>
                  </a:cubicBezTo>
                  <a:cubicBezTo>
                    <a:pt x="805180" y="153599"/>
                    <a:pt x="813372" y="145424"/>
                    <a:pt x="813372" y="135335"/>
                  </a:cubicBezTo>
                  <a:cubicBezTo>
                    <a:pt x="813372" y="125346"/>
                    <a:pt x="805371" y="117210"/>
                    <a:pt x="795338" y="117070"/>
                  </a:cubicBezTo>
                  <a:close/>
                  <a:moveTo>
                    <a:pt x="840804" y="528021"/>
                  </a:moveTo>
                  <a:cubicBezTo>
                    <a:pt x="830644" y="527983"/>
                    <a:pt x="822452" y="536164"/>
                    <a:pt x="822389" y="546285"/>
                  </a:cubicBezTo>
                  <a:cubicBezTo>
                    <a:pt x="822325" y="556407"/>
                    <a:pt x="830517" y="564638"/>
                    <a:pt x="840677" y="564676"/>
                  </a:cubicBezTo>
                  <a:cubicBezTo>
                    <a:pt x="850837" y="564714"/>
                    <a:pt x="859028" y="556533"/>
                    <a:pt x="859092" y="546412"/>
                  </a:cubicBezTo>
                  <a:cubicBezTo>
                    <a:pt x="859092" y="546367"/>
                    <a:pt x="859092" y="546330"/>
                    <a:pt x="859092" y="546285"/>
                  </a:cubicBezTo>
                  <a:cubicBezTo>
                    <a:pt x="859092" y="536297"/>
                    <a:pt x="851027" y="528160"/>
                    <a:pt x="841058" y="528021"/>
                  </a:cubicBezTo>
                  <a:close/>
                  <a:moveTo>
                    <a:pt x="840804" y="619343"/>
                  </a:moveTo>
                  <a:cubicBezTo>
                    <a:pt x="830707" y="619343"/>
                    <a:pt x="822516" y="627518"/>
                    <a:pt x="822516" y="637607"/>
                  </a:cubicBezTo>
                  <a:cubicBezTo>
                    <a:pt x="822516" y="639148"/>
                    <a:pt x="822770" y="640683"/>
                    <a:pt x="823151" y="642174"/>
                  </a:cubicBezTo>
                  <a:cubicBezTo>
                    <a:pt x="835089" y="639814"/>
                    <a:pt x="846837" y="636701"/>
                    <a:pt x="858393" y="632851"/>
                  </a:cubicBezTo>
                  <a:cubicBezTo>
                    <a:pt x="856298" y="624994"/>
                    <a:pt x="849186" y="619489"/>
                    <a:pt x="841058" y="619343"/>
                  </a:cubicBezTo>
                  <a:close/>
                  <a:moveTo>
                    <a:pt x="795084" y="25748"/>
                  </a:moveTo>
                  <a:cubicBezTo>
                    <a:pt x="784987" y="25748"/>
                    <a:pt x="776796" y="33922"/>
                    <a:pt x="776796" y="44012"/>
                  </a:cubicBezTo>
                  <a:cubicBezTo>
                    <a:pt x="776796" y="54102"/>
                    <a:pt x="784987" y="62277"/>
                    <a:pt x="795084" y="62277"/>
                  </a:cubicBezTo>
                  <a:cubicBezTo>
                    <a:pt x="805180" y="62277"/>
                    <a:pt x="813372" y="54102"/>
                    <a:pt x="813372" y="44012"/>
                  </a:cubicBezTo>
                  <a:cubicBezTo>
                    <a:pt x="813245" y="34100"/>
                    <a:pt x="805244" y="26078"/>
                    <a:pt x="795338" y="25938"/>
                  </a:cubicBezTo>
                  <a:close/>
                </a:path>
              </a:pathLst>
            </a:custGeom>
            <a:solidFill>
              <a:srgbClr val="F0028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6788222" y="1606642"/>
              <a:ext cx="679513" cy="456825"/>
            </a:xfrm>
            <a:custGeom>
              <a:avLst/>
              <a:gdLst/>
              <a:ahLst/>
              <a:cxnLst/>
              <a:rect l="l" t="t" r="r" b="b"/>
              <a:pathLst>
                <a:path w="1812035" h="1218201" extrusionOk="0">
                  <a:moveTo>
                    <a:pt x="877760" y="1218202"/>
                  </a:moveTo>
                  <a:cubicBezTo>
                    <a:pt x="1373442" y="1218202"/>
                    <a:pt x="1576959" y="444118"/>
                    <a:pt x="1812036" y="0"/>
                  </a:cubicBezTo>
                  <a:lnTo>
                    <a:pt x="0" y="0"/>
                  </a:lnTo>
                  <a:cubicBezTo>
                    <a:pt x="243967" y="601269"/>
                    <a:pt x="522922" y="1218202"/>
                    <a:pt x="877760" y="1218202"/>
                  </a:cubicBezTo>
                  <a:close/>
                </a:path>
              </a:pathLst>
            </a:custGeom>
            <a:gradFill>
              <a:gsLst>
                <a:gs pos="0">
                  <a:srgbClr val="BEF176"/>
                </a:gs>
                <a:gs pos="100000">
                  <a:srgbClr val="17A89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6308923" y="1183542"/>
              <a:ext cx="479298" cy="423103"/>
            </a:xfrm>
            <a:custGeom>
              <a:avLst/>
              <a:gdLst/>
              <a:ahLst/>
              <a:cxnLst/>
              <a:rect l="l" t="t" r="r" b="b"/>
              <a:pathLst>
                <a:path w="1278128" h="1128274" extrusionOk="0">
                  <a:moveTo>
                    <a:pt x="641922" y="0"/>
                  </a:moveTo>
                  <a:cubicBezTo>
                    <a:pt x="371729" y="0"/>
                    <a:pt x="243142" y="659994"/>
                    <a:pt x="0" y="1128275"/>
                  </a:cubicBezTo>
                  <a:lnTo>
                    <a:pt x="1278128" y="1128275"/>
                  </a:lnTo>
                  <a:cubicBezTo>
                    <a:pt x="1046290" y="557066"/>
                    <a:pt x="845947" y="0"/>
                    <a:pt x="641922" y="0"/>
                  </a:cubicBezTo>
                  <a:close/>
                </a:path>
              </a:pathLst>
            </a:custGeom>
            <a:solidFill>
              <a:srgbClr val="FF3D4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7467735" y="1492704"/>
              <a:ext cx="265033" cy="113939"/>
            </a:xfrm>
            <a:custGeom>
              <a:avLst/>
              <a:gdLst/>
              <a:ahLst/>
              <a:cxnLst/>
              <a:rect l="l" t="t" r="r" b="b"/>
              <a:pathLst>
                <a:path w="706755" h="303837" extrusionOk="0">
                  <a:moveTo>
                    <a:pt x="320167" y="0"/>
                  </a:moveTo>
                  <a:cubicBezTo>
                    <a:pt x="194310" y="0"/>
                    <a:pt x="94615" y="125251"/>
                    <a:pt x="0" y="303837"/>
                  </a:cubicBezTo>
                  <a:lnTo>
                    <a:pt x="706755" y="303837"/>
                  </a:lnTo>
                  <a:cubicBezTo>
                    <a:pt x="594932" y="135335"/>
                    <a:pt x="483933" y="0"/>
                    <a:pt x="320167" y="0"/>
                  </a:cubicBezTo>
                  <a:close/>
                </a:path>
              </a:pathLst>
            </a:custGeom>
            <a:solidFill>
              <a:srgbClr val="A54FA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8954159" y="1606642"/>
              <a:ext cx="189405" cy="242741"/>
            </a:xfrm>
            <a:custGeom>
              <a:avLst/>
              <a:gdLst/>
              <a:ahLst/>
              <a:cxnLst/>
              <a:rect l="l" t="t" r="r" b="b"/>
              <a:pathLst>
                <a:path w="505079" h="647310" extrusionOk="0">
                  <a:moveTo>
                    <a:pt x="0" y="0"/>
                  </a:moveTo>
                  <a:cubicBezTo>
                    <a:pt x="127000" y="368460"/>
                    <a:pt x="278765" y="644013"/>
                    <a:pt x="505079" y="647310"/>
                  </a:cubicBezTo>
                  <a:lnTo>
                    <a:pt x="505079" y="0"/>
                  </a:lnTo>
                  <a:close/>
                </a:path>
              </a:pathLst>
            </a:custGeom>
            <a:gradFill>
              <a:gsLst>
                <a:gs pos="0">
                  <a:srgbClr val="FF826C"/>
                </a:gs>
                <a:gs pos="100000">
                  <a:srgbClr val="FF3E4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5519015" y="1249917"/>
              <a:ext cx="397002" cy="356728"/>
            </a:xfrm>
            <a:custGeom>
              <a:avLst/>
              <a:gdLst/>
              <a:ahLst/>
              <a:cxnLst/>
              <a:rect l="l" t="t" r="r" b="b"/>
              <a:pathLst>
                <a:path w="1058671" h="951274" extrusionOk="0">
                  <a:moveTo>
                    <a:pt x="584200" y="0"/>
                  </a:moveTo>
                  <a:cubicBezTo>
                    <a:pt x="388938" y="0"/>
                    <a:pt x="206692" y="447289"/>
                    <a:pt x="0" y="951274"/>
                  </a:cubicBezTo>
                  <a:lnTo>
                    <a:pt x="1058672" y="951274"/>
                  </a:lnTo>
                  <a:cubicBezTo>
                    <a:pt x="920623" y="672805"/>
                    <a:pt x="806005" y="314808"/>
                    <a:pt x="664654" y="17313"/>
                  </a:cubicBezTo>
                  <a:cubicBezTo>
                    <a:pt x="639312" y="6075"/>
                    <a:pt x="611924" y="184"/>
                    <a:pt x="584200" y="0"/>
                  </a:cubicBezTo>
                  <a:close/>
                </a:path>
              </a:pathLst>
            </a:custGeom>
            <a:solidFill>
              <a:srgbClr val="FF800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7215942" y="1606642"/>
              <a:ext cx="470225" cy="214036"/>
            </a:xfrm>
            <a:custGeom>
              <a:avLst/>
              <a:gdLst/>
              <a:ahLst/>
              <a:cxnLst/>
              <a:rect l="l" t="t" r="r" b="b"/>
              <a:pathLst>
                <a:path w="1253934" h="570764" extrusionOk="0">
                  <a:moveTo>
                    <a:pt x="569913" y="570765"/>
                  </a:moveTo>
                  <a:cubicBezTo>
                    <a:pt x="852488" y="570765"/>
                    <a:pt x="1068959" y="318106"/>
                    <a:pt x="1253934" y="0"/>
                  </a:cubicBezTo>
                  <a:lnTo>
                    <a:pt x="0" y="0"/>
                  </a:lnTo>
                  <a:cubicBezTo>
                    <a:pt x="142240" y="325336"/>
                    <a:pt x="312674" y="570765"/>
                    <a:pt x="569913" y="570765"/>
                  </a:cubicBezTo>
                  <a:close/>
                </a:path>
              </a:pathLst>
            </a:custGeom>
            <a:solidFill>
              <a:srgbClr val="7DFF29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8828810" y="1202353"/>
              <a:ext cx="314754" cy="404291"/>
            </a:xfrm>
            <a:custGeom>
              <a:avLst/>
              <a:gdLst/>
              <a:ahLst/>
              <a:cxnLst/>
              <a:rect l="l" t="t" r="r" b="b"/>
              <a:pathLst>
                <a:path w="839343" h="1078110" extrusionOk="0">
                  <a:moveTo>
                    <a:pt x="0" y="1078111"/>
                  </a:moveTo>
                  <a:lnTo>
                    <a:pt x="839343" y="1078111"/>
                  </a:lnTo>
                  <a:lnTo>
                    <a:pt x="839343" y="0"/>
                  </a:lnTo>
                  <a:cubicBezTo>
                    <a:pt x="537274" y="5898"/>
                    <a:pt x="328867" y="647881"/>
                    <a:pt x="0" y="1078111"/>
                  </a:cubicBezTo>
                  <a:close/>
                </a:path>
              </a:pathLst>
            </a:custGeom>
            <a:solidFill>
              <a:srgbClr val="FF96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6509901" y="1012171"/>
              <a:ext cx="699230" cy="594522"/>
            </a:xfrm>
            <a:custGeom>
              <a:avLst/>
              <a:gdLst/>
              <a:ahLst/>
              <a:cxnLst/>
              <a:rect l="l" t="t" r="r" b="b"/>
              <a:pathLst>
                <a:path w="1864614" h="1585393" extrusionOk="0">
                  <a:moveTo>
                    <a:pt x="215900" y="962880"/>
                  </a:moveTo>
                  <a:lnTo>
                    <a:pt x="839153" y="1585267"/>
                  </a:lnTo>
                  <a:lnTo>
                    <a:pt x="866648" y="1585267"/>
                  </a:lnTo>
                  <a:lnTo>
                    <a:pt x="223329" y="942523"/>
                  </a:lnTo>
                  <a:close/>
                  <a:moveTo>
                    <a:pt x="194754" y="1023761"/>
                  </a:moveTo>
                  <a:lnTo>
                    <a:pt x="757047" y="1585267"/>
                  </a:lnTo>
                  <a:lnTo>
                    <a:pt x="784542" y="1585267"/>
                  </a:lnTo>
                  <a:lnTo>
                    <a:pt x="201866" y="1003341"/>
                  </a:lnTo>
                  <a:cubicBezTo>
                    <a:pt x="199771" y="1010190"/>
                    <a:pt x="197358" y="1016976"/>
                    <a:pt x="195009" y="1023761"/>
                  </a:cubicBezTo>
                  <a:close/>
                  <a:moveTo>
                    <a:pt x="173990" y="1084833"/>
                  </a:moveTo>
                  <a:lnTo>
                    <a:pt x="675132" y="1585267"/>
                  </a:lnTo>
                  <a:lnTo>
                    <a:pt x="702691" y="1585267"/>
                  </a:lnTo>
                  <a:lnTo>
                    <a:pt x="181039" y="1064349"/>
                  </a:lnTo>
                  <a:close/>
                  <a:moveTo>
                    <a:pt x="259143" y="841751"/>
                  </a:moveTo>
                  <a:lnTo>
                    <a:pt x="1003681" y="1585267"/>
                  </a:lnTo>
                  <a:lnTo>
                    <a:pt x="1031177" y="1585267"/>
                  </a:lnTo>
                  <a:lnTo>
                    <a:pt x="266700" y="821584"/>
                  </a:lnTo>
                  <a:close/>
                  <a:moveTo>
                    <a:pt x="237490" y="902188"/>
                  </a:moveTo>
                  <a:lnTo>
                    <a:pt x="921512" y="1585267"/>
                  </a:lnTo>
                  <a:lnTo>
                    <a:pt x="949071" y="1585267"/>
                  </a:lnTo>
                  <a:lnTo>
                    <a:pt x="244729" y="881895"/>
                  </a:lnTo>
                  <a:close/>
                  <a:moveTo>
                    <a:pt x="303657" y="722207"/>
                  </a:moveTo>
                  <a:lnTo>
                    <a:pt x="1167892" y="1585267"/>
                  </a:lnTo>
                  <a:lnTo>
                    <a:pt x="1195451" y="1585267"/>
                  </a:lnTo>
                  <a:lnTo>
                    <a:pt x="311150" y="702358"/>
                  </a:lnTo>
                  <a:cubicBezTo>
                    <a:pt x="308801" y="708953"/>
                    <a:pt x="306260" y="715549"/>
                    <a:pt x="303657" y="722207"/>
                  </a:cubicBezTo>
                  <a:close/>
                  <a:moveTo>
                    <a:pt x="281178" y="781757"/>
                  </a:moveTo>
                  <a:lnTo>
                    <a:pt x="1085850" y="1585267"/>
                  </a:lnTo>
                  <a:lnTo>
                    <a:pt x="1113346" y="1585267"/>
                  </a:lnTo>
                  <a:lnTo>
                    <a:pt x="288671" y="761717"/>
                  </a:lnTo>
                  <a:cubicBezTo>
                    <a:pt x="286131" y="768376"/>
                    <a:pt x="283654" y="775035"/>
                    <a:pt x="281178" y="781757"/>
                  </a:cubicBezTo>
                  <a:close/>
                  <a:moveTo>
                    <a:pt x="45657" y="1448727"/>
                  </a:moveTo>
                  <a:lnTo>
                    <a:pt x="182372" y="1585267"/>
                  </a:lnTo>
                  <a:lnTo>
                    <a:pt x="209867" y="1585267"/>
                  </a:lnTo>
                  <a:lnTo>
                    <a:pt x="53086" y="1428687"/>
                  </a:lnTo>
                  <a:close/>
                  <a:moveTo>
                    <a:pt x="23051" y="1508150"/>
                  </a:moveTo>
                  <a:lnTo>
                    <a:pt x="100266" y="1585267"/>
                  </a:lnTo>
                  <a:lnTo>
                    <a:pt x="127762" y="1585267"/>
                  </a:lnTo>
                  <a:lnTo>
                    <a:pt x="30671" y="1488300"/>
                  </a:lnTo>
                  <a:close/>
                  <a:moveTo>
                    <a:pt x="67501" y="1388797"/>
                  </a:moveTo>
                  <a:lnTo>
                    <a:pt x="264351" y="1585394"/>
                  </a:lnTo>
                  <a:lnTo>
                    <a:pt x="292100" y="1585394"/>
                  </a:lnTo>
                  <a:lnTo>
                    <a:pt x="75121" y="1368757"/>
                  </a:lnTo>
                  <a:close/>
                  <a:moveTo>
                    <a:pt x="326517" y="663228"/>
                  </a:moveTo>
                  <a:lnTo>
                    <a:pt x="1249807" y="1585267"/>
                  </a:lnTo>
                  <a:lnTo>
                    <a:pt x="1277303" y="1585267"/>
                  </a:lnTo>
                  <a:lnTo>
                    <a:pt x="334709" y="643632"/>
                  </a:lnTo>
                  <a:cubicBezTo>
                    <a:pt x="332041" y="650164"/>
                    <a:pt x="329374" y="656696"/>
                    <a:pt x="326771" y="663228"/>
                  </a:cubicBezTo>
                  <a:close/>
                  <a:moveTo>
                    <a:pt x="153035" y="1145905"/>
                  </a:moveTo>
                  <a:lnTo>
                    <a:pt x="593027" y="1585267"/>
                  </a:lnTo>
                  <a:lnTo>
                    <a:pt x="620522" y="1585267"/>
                  </a:lnTo>
                  <a:lnTo>
                    <a:pt x="160084" y="1125421"/>
                  </a:lnTo>
                  <a:close/>
                  <a:moveTo>
                    <a:pt x="0" y="1566812"/>
                  </a:moveTo>
                  <a:lnTo>
                    <a:pt x="18288" y="1585077"/>
                  </a:lnTo>
                  <a:lnTo>
                    <a:pt x="45847" y="1585077"/>
                  </a:lnTo>
                  <a:lnTo>
                    <a:pt x="7747" y="1547026"/>
                  </a:lnTo>
                  <a:cubicBezTo>
                    <a:pt x="5080" y="1554128"/>
                    <a:pt x="2413" y="1560470"/>
                    <a:pt x="0" y="1566812"/>
                  </a:cubicBezTo>
                  <a:close/>
                  <a:moveTo>
                    <a:pt x="132207" y="1206723"/>
                  </a:moveTo>
                  <a:lnTo>
                    <a:pt x="511111" y="1585077"/>
                  </a:lnTo>
                  <a:lnTo>
                    <a:pt x="538607" y="1585077"/>
                  </a:lnTo>
                  <a:lnTo>
                    <a:pt x="139065" y="1186302"/>
                  </a:lnTo>
                  <a:close/>
                  <a:moveTo>
                    <a:pt x="110998" y="1267605"/>
                  </a:moveTo>
                  <a:lnTo>
                    <a:pt x="428942" y="1585077"/>
                  </a:lnTo>
                  <a:lnTo>
                    <a:pt x="456438" y="1585077"/>
                  </a:lnTo>
                  <a:lnTo>
                    <a:pt x="118110" y="1247184"/>
                  </a:lnTo>
                  <a:cubicBezTo>
                    <a:pt x="115570" y="1254223"/>
                    <a:pt x="113221" y="1261009"/>
                    <a:pt x="110808" y="1267795"/>
                  </a:cubicBezTo>
                  <a:close/>
                  <a:moveTo>
                    <a:pt x="89662" y="1328233"/>
                  </a:moveTo>
                  <a:lnTo>
                    <a:pt x="346837" y="1585077"/>
                  </a:lnTo>
                  <a:lnTo>
                    <a:pt x="374333" y="1585077"/>
                  </a:lnTo>
                  <a:lnTo>
                    <a:pt x="96838" y="1307939"/>
                  </a:lnTo>
                  <a:cubicBezTo>
                    <a:pt x="94234" y="1314915"/>
                    <a:pt x="91884" y="1321701"/>
                    <a:pt x="89472" y="1328423"/>
                  </a:cubicBezTo>
                  <a:close/>
                  <a:moveTo>
                    <a:pt x="1792922" y="1361400"/>
                  </a:moveTo>
                  <a:lnTo>
                    <a:pt x="599122" y="169137"/>
                  </a:lnTo>
                  <a:cubicBezTo>
                    <a:pt x="594868" y="173956"/>
                    <a:pt x="590614" y="178966"/>
                    <a:pt x="586422" y="183976"/>
                  </a:cubicBezTo>
                  <a:lnTo>
                    <a:pt x="1809750" y="1405920"/>
                  </a:lnTo>
                  <a:cubicBezTo>
                    <a:pt x="1804035" y="1391251"/>
                    <a:pt x="1798383" y="1376475"/>
                    <a:pt x="1792732" y="1361591"/>
                  </a:cubicBezTo>
                  <a:close/>
                  <a:moveTo>
                    <a:pt x="1608772" y="849171"/>
                  </a:moveTo>
                  <a:lnTo>
                    <a:pt x="785876" y="27967"/>
                  </a:lnTo>
                  <a:cubicBezTo>
                    <a:pt x="779526" y="30631"/>
                    <a:pt x="773176" y="33421"/>
                    <a:pt x="766826" y="36402"/>
                  </a:cubicBezTo>
                  <a:lnTo>
                    <a:pt x="1624076" y="892549"/>
                  </a:lnTo>
                  <a:close/>
                  <a:moveTo>
                    <a:pt x="1745488" y="1231837"/>
                  </a:moveTo>
                  <a:lnTo>
                    <a:pt x="638873" y="127217"/>
                  </a:lnTo>
                  <a:cubicBezTo>
                    <a:pt x="634238" y="131720"/>
                    <a:pt x="629603" y="136222"/>
                    <a:pt x="625030" y="140915"/>
                  </a:cubicBezTo>
                  <a:lnTo>
                    <a:pt x="1760728" y="1275088"/>
                  </a:lnTo>
                  <a:close/>
                  <a:moveTo>
                    <a:pt x="1700149" y="1104493"/>
                  </a:moveTo>
                  <a:lnTo>
                    <a:pt x="682689" y="89166"/>
                  </a:lnTo>
                  <a:cubicBezTo>
                    <a:pt x="677609" y="93161"/>
                    <a:pt x="672528" y="97347"/>
                    <a:pt x="667512" y="101533"/>
                  </a:cubicBezTo>
                  <a:lnTo>
                    <a:pt x="1714818" y="1147490"/>
                  </a:lnTo>
                  <a:close/>
                  <a:moveTo>
                    <a:pt x="1558734" y="717197"/>
                  </a:moveTo>
                  <a:lnTo>
                    <a:pt x="848423" y="8435"/>
                  </a:lnTo>
                  <a:cubicBezTo>
                    <a:pt x="841058" y="10020"/>
                    <a:pt x="833691" y="11859"/>
                    <a:pt x="826453" y="13952"/>
                  </a:cubicBezTo>
                  <a:lnTo>
                    <a:pt x="1575753" y="762288"/>
                  </a:lnTo>
                  <a:cubicBezTo>
                    <a:pt x="1569974" y="747239"/>
                    <a:pt x="1564132" y="732272"/>
                    <a:pt x="1558354" y="717388"/>
                  </a:cubicBezTo>
                  <a:close/>
                  <a:moveTo>
                    <a:pt x="1655128" y="977593"/>
                  </a:moveTo>
                  <a:lnTo>
                    <a:pt x="731266" y="55491"/>
                  </a:lnTo>
                  <a:cubicBezTo>
                    <a:pt x="725615" y="58852"/>
                    <a:pt x="719963" y="62404"/>
                    <a:pt x="714375" y="66082"/>
                  </a:cubicBezTo>
                  <a:lnTo>
                    <a:pt x="1670050" y="1020337"/>
                  </a:lnTo>
                  <a:cubicBezTo>
                    <a:pt x="1664843" y="1006131"/>
                    <a:pt x="1659827" y="991925"/>
                    <a:pt x="1654746" y="977783"/>
                  </a:cubicBezTo>
                  <a:close/>
                  <a:moveTo>
                    <a:pt x="1289876" y="202621"/>
                  </a:moveTo>
                  <a:lnTo>
                    <a:pt x="1173035" y="85995"/>
                  </a:lnTo>
                  <a:cubicBezTo>
                    <a:pt x="1150029" y="68341"/>
                    <a:pt x="1125385" y="52924"/>
                    <a:pt x="1099439" y="39954"/>
                  </a:cubicBezTo>
                  <a:lnTo>
                    <a:pt x="1356423" y="296544"/>
                  </a:lnTo>
                  <a:cubicBezTo>
                    <a:pt x="1335786" y="264142"/>
                    <a:pt x="1313434" y="232854"/>
                    <a:pt x="1289495" y="202812"/>
                  </a:cubicBezTo>
                  <a:close/>
                  <a:moveTo>
                    <a:pt x="1501457" y="577994"/>
                  </a:moveTo>
                  <a:lnTo>
                    <a:pt x="922147" y="0"/>
                  </a:lnTo>
                  <a:cubicBezTo>
                    <a:pt x="913321" y="0"/>
                    <a:pt x="904558" y="634"/>
                    <a:pt x="895922" y="1332"/>
                  </a:cubicBezTo>
                  <a:lnTo>
                    <a:pt x="1521396" y="625938"/>
                  </a:lnTo>
                  <a:cubicBezTo>
                    <a:pt x="1514666" y="609894"/>
                    <a:pt x="1507934" y="593912"/>
                    <a:pt x="1501077" y="578185"/>
                  </a:cubicBezTo>
                  <a:close/>
                  <a:moveTo>
                    <a:pt x="1428496" y="423127"/>
                  </a:moveTo>
                  <a:lnTo>
                    <a:pt x="1013841" y="9576"/>
                  </a:lnTo>
                  <a:cubicBezTo>
                    <a:pt x="1002792" y="7039"/>
                    <a:pt x="991597" y="4926"/>
                    <a:pt x="980250" y="3234"/>
                  </a:cubicBezTo>
                  <a:lnTo>
                    <a:pt x="1455293" y="477667"/>
                  </a:lnTo>
                  <a:cubicBezTo>
                    <a:pt x="1446340" y="459275"/>
                    <a:pt x="1437322" y="441157"/>
                    <a:pt x="1428115" y="423317"/>
                  </a:cubicBezTo>
                  <a:close/>
                  <a:moveTo>
                    <a:pt x="456057" y="381651"/>
                  </a:moveTo>
                  <a:lnTo>
                    <a:pt x="1661033" y="1585077"/>
                  </a:lnTo>
                  <a:lnTo>
                    <a:pt x="1688592" y="1585077"/>
                  </a:lnTo>
                  <a:lnTo>
                    <a:pt x="465455" y="364084"/>
                  </a:lnTo>
                  <a:cubicBezTo>
                    <a:pt x="462153" y="369982"/>
                    <a:pt x="458915" y="375880"/>
                    <a:pt x="455676" y="381842"/>
                  </a:cubicBezTo>
                  <a:close/>
                  <a:moveTo>
                    <a:pt x="427990" y="435620"/>
                  </a:moveTo>
                  <a:lnTo>
                    <a:pt x="1578928" y="1585077"/>
                  </a:lnTo>
                  <a:lnTo>
                    <a:pt x="1606423" y="1585077"/>
                  </a:lnTo>
                  <a:lnTo>
                    <a:pt x="436880" y="417609"/>
                  </a:lnTo>
                  <a:cubicBezTo>
                    <a:pt x="433769" y="423634"/>
                    <a:pt x="430657" y="429659"/>
                    <a:pt x="427609" y="435810"/>
                  </a:cubicBezTo>
                  <a:close/>
                  <a:moveTo>
                    <a:pt x="1845564" y="1495847"/>
                  </a:moveTo>
                  <a:lnTo>
                    <a:pt x="561911" y="214354"/>
                  </a:lnTo>
                  <a:cubicBezTo>
                    <a:pt x="557975" y="219554"/>
                    <a:pt x="554101" y="224881"/>
                    <a:pt x="550164" y="230145"/>
                  </a:cubicBezTo>
                  <a:lnTo>
                    <a:pt x="1864614" y="1542904"/>
                  </a:lnTo>
                  <a:cubicBezTo>
                    <a:pt x="1858137" y="1527429"/>
                    <a:pt x="1851660" y="1511828"/>
                    <a:pt x="1845183" y="1496037"/>
                  </a:cubicBezTo>
                  <a:close/>
                  <a:moveTo>
                    <a:pt x="375222" y="547553"/>
                  </a:moveTo>
                  <a:lnTo>
                    <a:pt x="1414272" y="1585267"/>
                  </a:lnTo>
                  <a:lnTo>
                    <a:pt x="1441831" y="1585267"/>
                  </a:lnTo>
                  <a:lnTo>
                    <a:pt x="383730" y="528528"/>
                  </a:lnTo>
                  <a:cubicBezTo>
                    <a:pt x="381000" y="534870"/>
                    <a:pt x="378016" y="541148"/>
                    <a:pt x="375222" y="547553"/>
                  </a:cubicBezTo>
                  <a:close/>
                  <a:moveTo>
                    <a:pt x="400622" y="491111"/>
                  </a:moveTo>
                  <a:lnTo>
                    <a:pt x="1496251" y="1585267"/>
                  </a:lnTo>
                  <a:lnTo>
                    <a:pt x="1524000" y="1585267"/>
                  </a:lnTo>
                  <a:lnTo>
                    <a:pt x="409702" y="472466"/>
                  </a:lnTo>
                  <a:close/>
                  <a:moveTo>
                    <a:pt x="516509" y="278723"/>
                  </a:moveTo>
                  <a:lnTo>
                    <a:pt x="1824609" y="1585140"/>
                  </a:lnTo>
                  <a:lnTo>
                    <a:pt x="1852105" y="1585140"/>
                  </a:lnTo>
                  <a:lnTo>
                    <a:pt x="527685" y="262235"/>
                  </a:lnTo>
                  <a:cubicBezTo>
                    <a:pt x="524002" y="267689"/>
                    <a:pt x="520319" y="273079"/>
                    <a:pt x="516699" y="278723"/>
                  </a:cubicBezTo>
                  <a:close/>
                  <a:moveTo>
                    <a:pt x="484759" y="329458"/>
                  </a:moveTo>
                  <a:lnTo>
                    <a:pt x="1742059" y="1585140"/>
                  </a:lnTo>
                  <a:lnTo>
                    <a:pt x="1769555" y="1585140"/>
                  </a:lnTo>
                  <a:lnTo>
                    <a:pt x="495617" y="312208"/>
                  </a:lnTo>
                  <a:cubicBezTo>
                    <a:pt x="492125" y="317916"/>
                    <a:pt x="488950" y="323814"/>
                    <a:pt x="485267" y="329395"/>
                  </a:cubicBezTo>
                  <a:close/>
                  <a:moveTo>
                    <a:pt x="350076" y="605010"/>
                  </a:moveTo>
                  <a:lnTo>
                    <a:pt x="1331659" y="1585330"/>
                  </a:lnTo>
                  <a:lnTo>
                    <a:pt x="1359154" y="1585330"/>
                  </a:lnTo>
                  <a:lnTo>
                    <a:pt x="358775" y="585668"/>
                  </a:lnTo>
                  <a:close/>
                </a:path>
              </a:pathLst>
            </a:custGeom>
            <a:solidFill>
              <a:srgbClr val="AF9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7686167" y="1131008"/>
              <a:ext cx="683038" cy="475637"/>
            </a:xfrm>
            <a:custGeom>
              <a:avLst/>
              <a:gdLst/>
              <a:ahLst/>
              <a:cxnLst/>
              <a:rect l="l" t="t" r="r" b="b"/>
              <a:pathLst>
                <a:path w="1821434" h="1268365" extrusionOk="0">
                  <a:moveTo>
                    <a:pt x="840804" y="0"/>
                  </a:moveTo>
                  <a:cubicBezTo>
                    <a:pt x="537718" y="0"/>
                    <a:pt x="314134" y="728422"/>
                    <a:pt x="0" y="1268366"/>
                  </a:cubicBezTo>
                  <a:lnTo>
                    <a:pt x="1821435" y="1268366"/>
                  </a:lnTo>
                  <a:cubicBezTo>
                    <a:pt x="1438784" y="781440"/>
                    <a:pt x="1172337" y="0"/>
                    <a:pt x="840804" y="0"/>
                  </a:cubicBezTo>
                  <a:close/>
                </a:path>
              </a:pathLst>
            </a:custGeom>
            <a:gradFill>
              <a:gsLst>
                <a:gs pos="0">
                  <a:srgbClr val="3BE5CC"/>
                </a:gs>
                <a:gs pos="100000">
                  <a:srgbClr val="02719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8243403" y="898161"/>
              <a:ext cx="710732" cy="708485"/>
            </a:xfrm>
            <a:custGeom>
              <a:avLst/>
              <a:gdLst/>
              <a:ahLst/>
              <a:cxnLst/>
              <a:rect l="l" t="t" r="r" b="b"/>
              <a:pathLst>
                <a:path w="1895284" h="1889294" extrusionOk="0">
                  <a:moveTo>
                    <a:pt x="878205" y="1889294"/>
                  </a:moveTo>
                  <a:lnTo>
                    <a:pt x="931735" y="1889294"/>
                  </a:lnTo>
                  <a:lnTo>
                    <a:pt x="931735" y="14333"/>
                  </a:lnTo>
                  <a:cubicBezTo>
                    <a:pt x="913194" y="20420"/>
                    <a:pt x="895286" y="28190"/>
                    <a:pt x="878205" y="37544"/>
                  </a:cubicBezTo>
                  <a:close/>
                  <a:moveTo>
                    <a:pt x="607695" y="1889294"/>
                  </a:moveTo>
                  <a:lnTo>
                    <a:pt x="661226" y="1889294"/>
                  </a:lnTo>
                  <a:lnTo>
                    <a:pt x="661226" y="256971"/>
                  </a:lnTo>
                  <a:cubicBezTo>
                    <a:pt x="643065" y="284241"/>
                    <a:pt x="625221" y="313223"/>
                    <a:pt x="607695" y="343917"/>
                  </a:cubicBezTo>
                  <a:close/>
                  <a:moveTo>
                    <a:pt x="427419" y="1889294"/>
                  </a:moveTo>
                  <a:lnTo>
                    <a:pt x="480885" y="1889294"/>
                  </a:lnTo>
                  <a:lnTo>
                    <a:pt x="480885" y="601903"/>
                  </a:lnTo>
                  <a:cubicBezTo>
                    <a:pt x="462852" y="643505"/>
                    <a:pt x="445009" y="686357"/>
                    <a:pt x="427419" y="730452"/>
                  </a:cubicBezTo>
                  <a:close/>
                  <a:moveTo>
                    <a:pt x="697865" y="1889294"/>
                  </a:moveTo>
                  <a:lnTo>
                    <a:pt x="751396" y="1889294"/>
                  </a:lnTo>
                  <a:lnTo>
                    <a:pt x="751396" y="140281"/>
                  </a:lnTo>
                  <a:cubicBezTo>
                    <a:pt x="733171" y="160068"/>
                    <a:pt x="715328" y="181651"/>
                    <a:pt x="697865" y="205031"/>
                  </a:cubicBezTo>
                  <a:close/>
                  <a:moveTo>
                    <a:pt x="517525" y="1889294"/>
                  </a:moveTo>
                  <a:lnTo>
                    <a:pt x="571056" y="1889294"/>
                  </a:lnTo>
                  <a:lnTo>
                    <a:pt x="571056" y="411141"/>
                  </a:lnTo>
                  <a:cubicBezTo>
                    <a:pt x="552895" y="445894"/>
                    <a:pt x="535115" y="482296"/>
                    <a:pt x="517525" y="520030"/>
                  </a:cubicBezTo>
                  <a:close/>
                  <a:moveTo>
                    <a:pt x="66675" y="1889294"/>
                  </a:moveTo>
                  <a:lnTo>
                    <a:pt x="120206" y="1889294"/>
                  </a:lnTo>
                  <a:lnTo>
                    <a:pt x="120206" y="1579813"/>
                  </a:lnTo>
                  <a:cubicBezTo>
                    <a:pt x="102489" y="1628309"/>
                    <a:pt x="84646" y="1676037"/>
                    <a:pt x="66675" y="1723011"/>
                  </a:cubicBezTo>
                  <a:close/>
                  <a:moveTo>
                    <a:pt x="30035" y="1889294"/>
                  </a:moveTo>
                  <a:lnTo>
                    <a:pt x="30035" y="1816363"/>
                  </a:lnTo>
                  <a:cubicBezTo>
                    <a:pt x="20066" y="1841014"/>
                    <a:pt x="10096" y="1865322"/>
                    <a:pt x="0" y="1889294"/>
                  </a:cubicBezTo>
                  <a:close/>
                  <a:moveTo>
                    <a:pt x="247015" y="1889294"/>
                  </a:moveTo>
                  <a:lnTo>
                    <a:pt x="300482" y="1889294"/>
                  </a:lnTo>
                  <a:lnTo>
                    <a:pt x="300482" y="1069676"/>
                  </a:lnTo>
                  <a:cubicBezTo>
                    <a:pt x="282639" y="1119986"/>
                    <a:pt x="264858" y="1170721"/>
                    <a:pt x="247015" y="1221880"/>
                  </a:cubicBezTo>
                  <a:close/>
                  <a:moveTo>
                    <a:pt x="337185" y="1889294"/>
                  </a:moveTo>
                  <a:lnTo>
                    <a:pt x="390652" y="1889294"/>
                  </a:lnTo>
                  <a:lnTo>
                    <a:pt x="390652" y="823867"/>
                  </a:lnTo>
                  <a:cubicBezTo>
                    <a:pt x="372682" y="870923"/>
                    <a:pt x="354902" y="918823"/>
                    <a:pt x="337185" y="967573"/>
                  </a:cubicBezTo>
                  <a:close/>
                  <a:moveTo>
                    <a:pt x="156845" y="1889294"/>
                  </a:moveTo>
                  <a:lnTo>
                    <a:pt x="210376" y="1889294"/>
                  </a:lnTo>
                  <a:lnTo>
                    <a:pt x="210376" y="1326393"/>
                  </a:lnTo>
                  <a:cubicBezTo>
                    <a:pt x="192532" y="1377128"/>
                    <a:pt x="174689" y="1427691"/>
                    <a:pt x="156845" y="1478090"/>
                  </a:cubicBezTo>
                  <a:close/>
                  <a:moveTo>
                    <a:pt x="787971" y="1889294"/>
                  </a:moveTo>
                  <a:lnTo>
                    <a:pt x="841502" y="1889294"/>
                  </a:lnTo>
                  <a:lnTo>
                    <a:pt x="841502" y="60184"/>
                  </a:lnTo>
                  <a:cubicBezTo>
                    <a:pt x="822643" y="73317"/>
                    <a:pt x="804799" y="87748"/>
                    <a:pt x="787971" y="103372"/>
                  </a:cubicBezTo>
                  <a:close/>
                  <a:moveTo>
                    <a:pt x="1501902" y="1889294"/>
                  </a:moveTo>
                  <a:lnTo>
                    <a:pt x="1555369" y="1889294"/>
                  </a:lnTo>
                  <a:lnTo>
                    <a:pt x="1555369" y="725442"/>
                  </a:lnTo>
                  <a:cubicBezTo>
                    <a:pt x="1538033" y="671917"/>
                    <a:pt x="1520254" y="620041"/>
                    <a:pt x="1501902" y="570194"/>
                  </a:cubicBezTo>
                  <a:close/>
                  <a:moveTo>
                    <a:pt x="1592008" y="1889294"/>
                  </a:moveTo>
                  <a:lnTo>
                    <a:pt x="1645539" y="1889294"/>
                  </a:lnTo>
                  <a:lnTo>
                    <a:pt x="1645539" y="1026298"/>
                  </a:lnTo>
                  <a:cubicBezTo>
                    <a:pt x="1628013" y="964021"/>
                    <a:pt x="1610234" y="902569"/>
                    <a:pt x="1592008" y="842385"/>
                  </a:cubicBezTo>
                  <a:close/>
                  <a:moveTo>
                    <a:pt x="1682179" y="1889294"/>
                  </a:moveTo>
                  <a:lnTo>
                    <a:pt x="1735709" y="1889294"/>
                  </a:lnTo>
                  <a:lnTo>
                    <a:pt x="1735709" y="1353980"/>
                  </a:lnTo>
                  <a:cubicBezTo>
                    <a:pt x="1717866" y="1288786"/>
                    <a:pt x="1700085" y="1223339"/>
                    <a:pt x="1682179" y="1158272"/>
                  </a:cubicBezTo>
                  <a:close/>
                  <a:moveTo>
                    <a:pt x="1862519" y="1790425"/>
                  </a:moveTo>
                  <a:lnTo>
                    <a:pt x="1862519" y="1889294"/>
                  </a:lnTo>
                  <a:lnTo>
                    <a:pt x="1895284" y="1889294"/>
                  </a:lnTo>
                  <a:cubicBezTo>
                    <a:pt x="1884235" y="1856995"/>
                    <a:pt x="1873314" y="1824037"/>
                    <a:pt x="1862582" y="1790425"/>
                  </a:cubicBezTo>
                  <a:close/>
                  <a:moveTo>
                    <a:pt x="1772348" y="1889294"/>
                  </a:moveTo>
                  <a:lnTo>
                    <a:pt x="1825879" y="1889294"/>
                  </a:lnTo>
                  <a:lnTo>
                    <a:pt x="1825879" y="1671833"/>
                  </a:lnTo>
                  <a:cubicBezTo>
                    <a:pt x="1807718" y="1611205"/>
                    <a:pt x="1789938" y="1549245"/>
                    <a:pt x="1772348" y="1486525"/>
                  </a:cubicBezTo>
                  <a:close/>
                  <a:moveTo>
                    <a:pt x="968375" y="4883"/>
                  </a:moveTo>
                  <a:lnTo>
                    <a:pt x="968375" y="1889294"/>
                  </a:lnTo>
                  <a:lnTo>
                    <a:pt x="1021842" y="1889294"/>
                  </a:lnTo>
                  <a:lnTo>
                    <a:pt x="1021842" y="0"/>
                  </a:lnTo>
                  <a:lnTo>
                    <a:pt x="1020191" y="0"/>
                  </a:lnTo>
                  <a:cubicBezTo>
                    <a:pt x="1002792" y="-8"/>
                    <a:pt x="985457" y="1627"/>
                    <a:pt x="968375" y="4883"/>
                  </a:cubicBezTo>
                  <a:close/>
                  <a:moveTo>
                    <a:pt x="1050925" y="1889294"/>
                  </a:moveTo>
                  <a:lnTo>
                    <a:pt x="1104456" y="1889294"/>
                  </a:lnTo>
                  <a:lnTo>
                    <a:pt x="1104456" y="13318"/>
                  </a:lnTo>
                  <a:cubicBezTo>
                    <a:pt x="1087057" y="7658"/>
                    <a:pt x="1069086" y="3770"/>
                    <a:pt x="1050925" y="1712"/>
                  </a:cubicBezTo>
                  <a:close/>
                  <a:moveTo>
                    <a:pt x="1141096" y="1889294"/>
                  </a:moveTo>
                  <a:lnTo>
                    <a:pt x="1194626" y="1889294"/>
                  </a:lnTo>
                  <a:lnTo>
                    <a:pt x="1194626" y="60564"/>
                  </a:lnTo>
                  <a:cubicBezTo>
                    <a:pt x="1177862" y="48103"/>
                    <a:pt x="1159891" y="37232"/>
                    <a:pt x="1141096" y="28094"/>
                  </a:cubicBezTo>
                  <a:close/>
                  <a:moveTo>
                    <a:pt x="1321435" y="1889294"/>
                  </a:moveTo>
                  <a:lnTo>
                    <a:pt x="1374902" y="1889294"/>
                  </a:lnTo>
                  <a:lnTo>
                    <a:pt x="1374902" y="284304"/>
                  </a:lnTo>
                  <a:cubicBezTo>
                    <a:pt x="1357694" y="253187"/>
                    <a:pt x="1339850" y="224205"/>
                    <a:pt x="1321435" y="197358"/>
                  </a:cubicBezTo>
                  <a:close/>
                  <a:moveTo>
                    <a:pt x="1231265" y="90942"/>
                  </a:moveTo>
                  <a:lnTo>
                    <a:pt x="1231265" y="1889294"/>
                  </a:lnTo>
                  <a:lnTo>
                    <a:pt x="1284732" y="1889294"/>
                  </a:lnTo>
                  <a:lnTo>
                    <a:pt x="1284732" y="148335"/>
                  </a:lnTo>
                  <a:cubicBezTo>
                    <a:pt x="1268349" y="127978"/>
                    <a:pt x="1250569" y="108800"/>
                    <a:pt x="1231456" y="90942"/>
                  </a:cubicBezTo>
                  <a:close/>
                  <a:moveTo>
                    <a:pt x="1411605" y="1889294"/>
                  </a:moveTo>
                  <a:lnTo>
                    <a:pt x="1465072" y="1889294"/>
                  </a:lnTo>
                  <a:lnTo>
                    <a:pt x="1465072" y="475637"/>
                  </a:lnTo>
                  <a:cubicBezTo>
                    <a:pt x="1447800" y="433401"/>
                    <a:pt x="1430021" y="393193"/>
                    <a:pt x="1411605" y="355142"/>
                  </a:cubicBezTo>
                  <a:close/>
                </a:path>
              </a:pathLst>
            </a:custGeom>
            <a:gradFill>
              <a:gsLst>
                <a:gs pos="0">
                  <a:srgbClr val="C182FF">
                    <a:alpha val="53333"/>
                    <a:alpha val="49800"/>
                  </a:srgbClr>
                </a:gs>
                <a:gs pos="100000">
                  <a:srgbClr val="002FFF">
                    <a:alpha val="58431"/>
                    <a:alpha val="4980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7686239" y="1569757"/>
              <a:ext cx="46601" cy="36885"/>
            </a:xfrm>
            <a:custGeom>
              <a:avLst/>
              <a:gdLst/>
              <a:ahLst/>
              <a:cxnLst/>
              <a:rect l="l" t="t" r="r" b="b"/>
              <a:pathLst>
                <a:path w="124269" h="98361" extrusionOk="0">
                  <a:moveTo>
                    <a:pt x="0" y="98362"/>
                  </a:moveTo>
                  <a:lnTo>
                    <a:pt x="124269" y="98362"/>
                  </a:lnTo>
                  <a:cubicBezTo>
                    <a:pt x="101409" y="63926"/>
                    <a:pt x="78549" y="30821"/>
                    <a:pt x="55245" y="0"/>
                  </a:cubicBezTo>
                  <a:cubicBezTo>
                    <a:pt x="37020" y="33358"/>
                    <a:pt x="18606" y="66145"/>
                    <a:pt x="0" y="98362"/>
                  </a:cubicBezTo>
                  <a:close/>
                </a:path>
              </a:pathLst>
            </a:custGeom>
            <a:solidFill>
              <a:srgbClr val="FF85C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8369228" y="1606642"/>
              <a:ext cx="459581" cy="142691"/>
            </a:xfrm>
            <a:custGeom>
              <a:avLst/>
              <a:gdLst/>
              <a:ahLst/>
              <a:cxnLst/>
              <a:rect l="l" t="t" r="r" b="b"/>
              <a:pathLst>
                <a:path w="1225550" h="380509" extrusionOk="0">
                  <a:moveTo>
                    <a:pt x="607632" y="380510"/>
                  </a:moveTo>
                  <a:cubicBezTo>
                    <a:pt x="862712" y="380510"/>
                    <a:pt x="1059435" y="217271"/>
                    <a:pt x="1225550" y="0"/>
                  </a:cubicBezTo>
                  <a:lnTo>
                    <a:pt x="0" y="0"/>
                  </a:lnTo>
                  <a:cubicBezTo>
                    <a:pt x="173101" y="220442"/>
                    <a:pt x="370078" y="380510"/>
                    <a:pt x="607632" y="380510"/>
                  </a:cubicBezTo>
                  <a:close/>
                </a:path>
              </a:pathLst>
            </a:custGeom>
            <a:solidFill>
              <a:srgbClr val="FFC22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6000837" y="1606143"/>
              <a:ext cx="506206" cy="237366"/>
            </a:xfrm>
            <a:custGeom>
              <a:avLst/>
              <a:gdLst/>
              <a:ahLst/>
              <a:cxnLst/>
              <a:rect l="l" t="t" r="r" b="b"/>
              <a:pathLst>
                <a:path w="1349883" h="632977" extrusionOk="0">
                  <a:moveTo>
                    <a:pt x="617347" y="0"/>
                  </a:moveTo>
                  <a:cubicBezTo>
                    <a:pt x="595535" y="0"/>
                    <a:pt x="577850" y="17662"/>
                    <a:pt x="577850" y="39446"/>
                  </a:cubicBezTo>
                  <a:cubicBezTo>
                    <a:pt x="577850" y="39465"/>
                    <a:pt x="577850" y="39491"/>
                    <a:pt x="577850" y="39509"/>
                  </a:cubicBezTo>
                  <a:lnTo>
                    <a:pt x="577850" y="569877"/>
                  </a:lnTo>
                  <a:cubicBezTo>
                    <a:pt x="577850" y="591661"/>
                    <a:pt x="595535" y="609323"/>
                    <a:pt x="617347" y="609323"/>
                  </a:cubicBezTo>
                  <a:cubicBezTo>
                    <a:pt x="639159" y="609323"/>
                    <a:pt x="656844" y="591661"/>
                    <a:pt x="656844" y="569877"/>
                  </a:cubicBezTo>
                  <a:lnTo>
                    <a:pt x="656844" y="39509"/>
                  </a:lnTo>
                  <a:cubicBezTo>
                    <a:pt x="656876" y="17725"/>
                    <a:pt x="639223" y="38"/>
                    <a:pt x="617411" y="0"/>
                  </a:cubicBezTo>
                  <a:cubicBezTo>
                    <a:pt x="617392" y="0"/>
                    <a:pt x="617366" y="0"/>
                    <a:pt x="617347" y="0"/>
                  </a:cubicBezTo>
                  <a:close/>
                  <a:moveTo>
                    <a:pt x="39497" y="0"/>
                  </a:moveTo>
                  <a:cubicBezTo>
                    <a:pt x="17685" y="0"/>
                    <a:pt x="0" y="17662"/>
                    <a:pt x="0" y="39446"/>
                  </a:cubicBezTo>
                  <a:cubicBezTo>
                    <a:pt x="0" y="39465"/>
                    <a:pt x="0" y="39491"/>
                    <a:pt x="0" y="39509"/>
                  </a:cubicBezTo>
                  <a:lnTo>
                    <a:pt x="0" y="69506"/>
                  </a:lnTo>
                  <a:cubicBezTo>
                    <a:pt x="0" y="91291"/>
                    <a:pt x="17685" y="108953"/>
                    <a:pt x="39497" y="108953"/>
                  </a:cubicBezTo>
                  <a:cubicBezTo>
                    <a:pt x="61309" y="108953"/>
                    <a:pt x="78994" y="91291"/>
                    <a:pt x="78994" y="69506"/>
                  </a:cubicBezTo>
                  <a:lnTo>
                    <a:pt x="78994" y="39509"/>
                  </a:lnTo>
                  <a:cubicBezTo>
                    <a:pt x="79032" y="17821"/>
                    <a:pt x="61532" y="171"/>
                    <a:pt x="39815" y="0"/>
                  </a:cubicBezTo>
                  <a:close/>
                  <a:moveTo>
                    <a:pt x="501523" y="0"/>
                  </a:moveTo>
                  <a:cubicBezTo>
                    <a:pt x="479711" y="0"/>
                    <a:pt x="462026" y="17662"/>
                    <a:pt x="462026" y="39446"/>
                  </a:cubicBezTo>
                  <a:cubicBezTo>
                    <a:pt x="462026" y="39465"/>
                    <a:pt x="462026" y="39491"/>
                    <a:pt x="462026" y="39509"/>
                  </a:cubicBezTo>
                  <a:lnTo>
                    <a:pt x="462026" y="513561"/>
                  </a:lnTo>
                  <a:cubicBezTo>
                    <a:pt x="462026" y="535345"/>
                    <a:pt x="479711" y="553007"/>
                    <a:pt x="501523" y="553007"/>
                  </a:cubicBezTo>
                  <a:cubicBezTo>
                    <a:pt x="523336" y="553007"/>
                    <a:pt x="541020" y="535345"/>
                    <a:pt x="541020" y="513561"/>
                  </a:cubicBezTo>
                  <a:lnTo>
                    <a:pt x="541020" y="39509"/>
                  </a:lnTo>
                  <a:cubicBezTo>
                    <a:pt x="541058" y="17821"/>
                    <a:pt x="523558" y="171"/>
                    <a:pt x="501841" y="0"/>
                  </a:cubicBezTo>
                  <a:close/>
                  <a:moveTo>
                    <a:pt x="386017" y="0"/>
                  </a:moveTo>
                  <a:cubicBezTo>
                    <a:pt x="364205" y="0"/>
                    <a:pt x="346520" y="17662"/>
                    <a:pt x="346520" y="39446"/>
                  </a:cubicBezTo>
                  <a:cubicBezTo>
                    <a:pt x="346520" y="39465"/>
                    <a:pt x="346520" y="39491"/>
                    <a:pt x="346520" y="39509"/>
                  </a:cubicBezTo>
                  <a:lnTo>
                    <a:pt x="346520" y="437206"/>
                  </a:lnTo>
                  <a:cubicBezTo>
                    <a:pt x="346520" y="458990"/>
                    <a:pt x="364205" y="476652"/>
                    <a:pt x="386017" y="476652"/>
                  </a:cubicBezTo>
                  <a:cubicBezTo>
                    <a:pt x="407829" y="476652"/>
                    <a:pt x="425514" y="458990"/>
                    <a:pt x="425514" y="437206"/>
                  </a:cubicBezTo>
                  <a:lnTo>
                    <a:pt x="425514" y="39509"/>
                  </a:lnTo>
                  <a:cubicBezTo>
                    <a:pt x="425552" y="17821"/>
                    <a:pt x="408051" y="171"/>
                    <a:pt x="386334" y="0"/>
                  </a:cubicBezTo>
                  <a:close/>
                  <a:moveTo>
                    <a:pt x="155004" y="0"/>
                  </a:moveTo>
                  <a:cubicBezTo>
                    <a:pt x="133191" y="0"/>
                    <a:pt x="115507" y="17662"/>
                    <a:pt x="115507" y="39446"/>
                  </a:cubicBezTo>
                  <a:cubicBezTo>
                    <a:pt x="115507" y="39465"/>
                    <a:pt x="115507" y="39491"/>
                    <a:pt x="115507" y="39509"/>
                  </a:cubicBezTo>
                  <a:lnTo>
                    <a:pt x="115507" y="171356"/>
                  </a:lnTo>
                  <a:cubicBezTo>
                    <a:pt x="115507" y="193140"/>
                    <a:pt x="133191" y="210802"/>
                    <a:pt x="155004" y="210802"/>
                  </a:cubicBezTo>
                  <a:cubicBezTo>
                    <a:pt x="176816" y="210802"/>
                    <a:pt x="194501" y="193140"/>
                    <a:pt x="194501" y="171356"/>
                  </a:cubicBezTo>
                  <a:lnTo>
                    <a:pt x="194501" y="39509"/>
                  </a:lnTo>
                  <a:cubicBezTo>
                    <a:pt x="194539" y="17821"/>
                    <a:pt x="177038" y="171"/>
                    <a:pt x="155321" y="0"/>
                  </a:cubicBezTo>
                  <a:close/>
                  <a:moveTo>
                    <a:pt x="270510" y="0"/>
                  </a:moveTo>
                  <a:cubicBezTo>
                    <a:pt x="248698" y="0"/>
                    <a:pt x="231013" y="17662"/>
                    <a:pt x="231013" y="39446"/>
                  </a:cubicBezTo>
                  <a:cubicBezTo>
                    <a:pt x="231013" y="39465"/>
                    <a:pt x="231013" y="39491"/>
                    <a:pt x="231013" y="39509"/>
                  </a:cubicBezTo>
                  <a:lnTo>
                    <a:pt x="231013" y="322355"/>
                  </a:lnTo>
                  <a:cubicBezTo>
                    <a:pt x="231013" y="344139"/>
                    <a:pt x="248698" y="361801"/>
                    <a:pt x="270510" y="361801"/>
                  </a:cubicBezTo>
                  <a:cubicBezTo>
                    <a:pt x="292322" y="361801"/>
                    <a:pt x="310007" y="344139"/>
                    <a:pt x="310007" y="322355"/>
                  </a:cubicBezTo>
                  <a:lnTo>
                    <a:pt x="310007" y="39509"/>
                  </a:lnTo>
                  <a:cubicBezTo>
                    <a:pt x="310045" y="17821"/>
                    <a:pt x="292545" y="171"/>
                    <a:pt x="270828" y="0"/>
                  </a:cubicBezTo>
                  <a:close/>
                  <a:moveTo>
                    <a:pt x="848360" y="0"/>
                  </a:moveTo>
                  <a:cubicBezTo>
                    <a:pt x="826548" y="0"/>
                    <a:pt x="808863" y="17662"/>
                    <a:pt x="808863" y="39446"/>
                  </a:cubicBezTo>
                  <a:cubicBezTo>
                    <a:pt x="808863" y="39465"/>
                    <a:pt x="808863" y="39491"/>
                    <a:pt x="808863" y="39509"/>
                  </a:cubicBezTo>
                  <a:lnTo>
                    <a:pt x="808863" y="580911"/>
                  </a:lnTo>
                  <a:cubicBezTo>
                    <a:pt x="808863" y="602696"/>
                    <a:pt x="826548" y="620358"/>
                    <a:pt x="848360" y="620358"/>
                  </a:cubicBezTo>
                  <a:cubicBezTo>
                    <a:pt x="870172" y="620358"/>
                    <a:pt x="887857" y="602696"/>
                    <a:pt x="887857" y="580911"/>
                  </a:cubicBezTo>
                  <a:lnTo>
                    <a:pt x="887857" y="39509"/>
                  </a:lnTo>
                  <a:cubicBezTo>
                    <a:pt x="887889" y="17725"/>
                    <a:pt x="870236" y="38"/>
                    <a:pt x="848424" y="0"/>
                  </a:cubicBezTo>
                  <a:cubicBezTo>
                    <a:pt x="848405" y="0"/>
                    <a:pt x="848379" y="0"/>
                    <a:pt x="848360" y="0"/>
                  </a:cubicBezTo>
                  <a:close/>
                  <a:moveTo>
                    <a:pt x="1194880" y="0"/>
                  </a:moveTo>
                  <a:cubicBezTo>
                    <a:pt x="1173068" y="0"/>
                    <a:pt x="1155383" y="17662"/>
                    <a:pt x="1155383" y="39446"/>
                  </a:cubicBezTo>
                  <a:cubicBezTo>
                    <a:pt x="1155383" y="39465"/>
                    <a:pt x="1155383" y="39491"/>
                    <a:pt x="1155383" y="39509"/>
                  </a:cubicBezTo>
                  <a:lnTo>
                    <a:pt x="1155383" y="236106"/>
                  </a:lnTo>
                  <a:cubicBezTo>
                    <a:pt x="1155383" y="257890"/>
                    <a:pt x="1173068" y="275552"/>
                    <a:pt x="1194880" y="275552"/>
                  </a:cubicBezTo>
                  <a:cubicBezTo>
                    <a:pt x="1216692" y="275552"/>
                    <a:pt x="1234377" y="257890"/>
                    <a:pt x="1234377" y="236106"/>
                  </a:cubicBezTo>
                  <a:lnTo>
                    <a:pt x="1234377" y="39509"/>
                  </a:lnTo>
                  <a:cubicBezTo>
                    <a:pt x="1234408" y="17725"/>
                    <a:pt x="1216756" y="38"/>
                    <a:pt x="1194943" y="0"/>
                  </a:cubicBezTo>
                  <a:cubicBezTo>
                    <a:pt x="1194924" y="0"/>
                    <a:pt x="1194899" y="0"/>
                    <a:pt x="1194880" y="0"/>
                  </a:cubicBezTo>
                  <a:close/>
                  <a:moveTo>
                    <a:pt x="1310386" y="0"/>
                  </a:moveTo>
                  <a:cubicBezTo>
                    <a:pt x="1288574" y="0"/>
                    <a:pt x="1270889" y="17662"/>
                    <a:pt x="1270889" y="39446"/>
                  </a:cubicBezTo>
                  <a:cubicBezTo>
                    <a:pt x="1270889" y="39465"/>
                    <a:pt x="1270889" y="39491"/>
                    <a:pt x="1270889" y="39509"/>
                  </a:cubicBezTo>
                  <a:lnTo>
                    <a:pt x="1270889" y="71219"/>
                  </a:lnTo>
                  <a:cubicBezTo>
                    <a:pt x="1270889" y="93003"/>
                    <a:pt x="1288574" y="110665"/>
                    <a:pt x="1310386" y="110665"/>
                  </a:cubicBezTo>
                  <a:cubicBezTo>
                    <a:pt x="1332199" y="110665"/>
                    <a:pt x="1349883" y="93003"/>
                    <a:pt x="1349883" y="71219"/>
                  </a:cubicBezTo>
                  <a:lnTo>
                    <a:pt x="1349883" y="39509"/>
                  </a:lnTo>
                  <a:cubicBezTo>
                    <a:pt x="1349915" y="17725"/>
                    <a:pt x="1332262" y="38"/>
                    <a:pt x="1310450" y="0"/>
                  </a:cubicBezTo>
                  <a:cubicBezTo>
                    <a:pt x="1310431" y="0"/>
                    <a:pt x="1310405" y="0"/>
                    <a:pt x="1310386" y="0"/>
                  </a:cubicBezTo>
                  <a:close/>
                  <a:moveTo>
                    <a:pt x="732536" y="0"/>
                  </a:moveTo>
                  <a:cubicBezTo>
                    <a:pt x="710724" y="0"/>
                    <a:pt x="693039" y="17662"/>
                    <a:pt x="693039" y="39446"/>
                  </a:cubicBezTo>
                  <a:cubicBezTo>
                    <a:pt x="693039" y="39465"/>
                    <a:pt x="693039" y="39491"/>
                    <a:pt x="693039" y="39509"/>
                  </a:cubicBezTo>
                  <a:lnTo>
                    <a:pt x="693039" y="593532"/>
                  </a:lnTo>
                  <a:cubicBezTo>
                    <a:pt x="693039" y="615316"/>
                    <a:pt x="710724" y="632978"/>
                    <a:pt x="732536" y="632978"/>
                  </a:cubicBezTo>
                  <a:cubicBezTo>
                    <a:pt x="754349" y="632978"/>
                    <a:pt x="772033" y="615316"/>
                    <a:pt x="772033" y="593532"/>
                  </a:cubicBezTo>
                  <a:lnTo>
                    <a:pt x="772033" y="39509"/>
                  </a:lnTo>
                  <a:cubicBezTo>
                    <a:pt x="772072" y="17821"/>
                    <a:pt x="754571" y="171"/>
                    <a:pt x="732854" y="0"/>
                  </a:cubicBezTo>
                  <a:close/>
                  <a:moveTo>
                    <a:pt x="1079056" y="0"/>
                  </a:moveTo>
                  <a:cubicBezTo>
                    <a:pt x="1057244" y="0"/>
                    <a:pt x="1039559" y="17662"/>
                    <a:pt x="1039559" y="39446"/>
                  </a:cubicBezTo>
                  <a:cubicBezTo>
                    <a:pt x="1039559" y="39465"/>
                    <a:pt x="1039559" y="39491"/>
                    <a:pt x="1039559" y="39509"/>
                  </a:cubicBezTo>
                  <a:lnTo>
                    <a:pt x="1039559" y="411141"/>
                  </a:lnTo>
                  <a:cubicBezTo>
                    <a:pt x="1039559" y="432925"/>
                    <a:pt x="1057244" y="450587"/>
                    <a:pt x="1079056" y="450587"/>
                  </a:cubicBezTo>
                  <a:cubicBezTo>
                    <a:pt x="1100868" y="450587"/>
                    <a:pt x="1118553" y="432925"/>
                    <a:pt x="1118553" y="411141"/>
                  </a:cubicBezTo>
                  <a:lnTo>
                    <a:pt x="1118553" y="39509"/>
                  </a:lnTo>
                  <a:cubicBezTo>
                    <a:pt x="1118591" y="17821"/>
                    <a:pt x="1101090" y="171"/>
                    <a:pt x="1079373" y="0"/>
                  </a:cubicBezTo>
                  <a:close/>
                  <a:moveTo>
                    <a:pt x="963549" y="0"/>
                  </a:moveTo>
                  <a:lnTo>
                    <a:pt x="963549" y="0"/>
                  </a:lnTo>
                  <a:cubicBezTo>
                    <a:pt x="941737" y="0"/>
                    <a:pt x="924052" y="17662"/>
                    <a:pt x="924052" y="39446"/>
                  </a:cubicBezTo>
                  <a:cubicBezTo>
                    <a:pt x="924052" y="39465"/>
                    <a:pt x="924052" y="39491"/>
                    <a:pt x="924052" y="39509"/>
                  </a:cubicBezTo>
                  <a:lnTo>
                    <a:pt x="924052" y="524913"/>
                  </a:lnTo>
                  <a:cubicBezTo>
                    <a:pt x="924014" y="546697"/>
                    <a:pt x="941674" y="564391"/>
                    <a:pt x="963486" y="564423"/>
                  </a:cubicBezTo>
                  <a:cubicBezTo>
                    <a:pt x="963594" y="564423"/>
                    <a:pt x="963695" y="564423"/>
                    <a:pt x="963803" y="564423"/>
                  </a:cubicBezTo>
                  <a:lnTo>
                    <a:pt x="963803" y="564423"/>
                  </a:lnTo>
                  <a:cubicBezTo>
                    <a:pt x="985615" y="564423"/>
                    <a:pt x="1003300" y="546761"/>
                    <a:pt x="1003300" y="524977"/>
                  </a:cubicBezTo>
                  <a:cubicBezTo>
                    <a:pt x="1003300" y="524957"/>
                    <a:pt x="1003300" y="524932"/>
                    <a:pt x="1003300" y="524913"/>
                  </a:cubicBezTo>
                  <a:lnTo>
                    <a:pt x="1003300" y="39509"/>
                  </a:lnTo>
                  <a:cubicBezTo>
                    <a:pt x="1003332" y="17725"/>
                    <a:pt x="985679" y="38"/>
                    <a:pt x="963867" y="0"/>
                  </a:cubicBezTo>
                  <a:cubicBezTo>
                    <a:pt x="963848" y="0"/>
                    <a:pt x="963822" y="0"/>
                    <a:pt x="963803" y="0"/>
                  </a:cubicBezTo>
                  <a:close/>
                </a:path>
              </a:pathLst>
            </a:custGeom>
            <a:solidFill>
              <a:srgbClr val="33E7FF">
                <a:alpha val="597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4"/>
            <p:cNvSpPr/>
            <p:nvPr/>
          </p:nvSpPr>
          <p:spPr>
            <a:xfrm flipH="1">
              <a:off x="3624791" y="1606642"/>
              <a:ext cx="753451" cy="523201"/>
            </a:xfrm>
            <a:custGeom>
              <a:avLst/>
              <a:gdLst/>
              <a:ahLst/>
              <a:cxnLst/>
              <a:rect l="l" t="t" r="r" b="b"/>
              <a:pathLst>
                <a:path w="2009203" h="1395202" extrusionOk="0">
                  <a:moveTo>
                    <a:pt x="1005142" y="1395202"/>
                  </a:moveTo>
                  <a:cubicBezTo>
                    <a:pt x="1434656" y="1395202"/>
                    <a:pt x="1742377" y="650418"/>
                    <a:pt x="2009204" y="0"/>
                  </a:cubicBezTo>
                  <a:lnTo>
                    <a:pt x="0" y="0"/>
                  </a:lnTo>
                  <a:cubicBezTo>
                    <a:pt x="310706" y="521742"/>
                    <a:pt x="470408" y="1395202"/>
                    <a:pt x="1005142" y="1395202"/>
                  </a:cubicBezTo>
                  <a:close/>
                </a:path>
              </a:pathLst>
            </a:custGeom>
            <a:gradFill>
              <a:gsLst>
                <a:gs pos="0">
                  <a:srgbClr val="BEF176"/>
                </a:gs>
                <a:gs pos="100000">
                  <a:srgbClr val="17A89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4"/>
            <p:cNvSpPr/>
            <p:nvPr/>
          </p:nvSpPr>
          <p:spPr>
            <a:xfrm flipH="1">
              <a:off x="3913827" y="1606642"/>
              <a:ext cx="426243" cy="242789"/>
            </a:xfrm>
            <a:custGeom>
              <a:avLst/>
              <a:gdLst/>
              <a:ahLst/>
              <a:cxnLst/>
              <a:rect l="l" t="t" r="r" b="b"/>
              <a:pathLst>
                <a:path w="1136649" h="647437" extrusionOk="0">
                  <a:moveTo>
                    <a:pt x="632968" y="647437"/>
                  </a:moveTo>
                  <a:cubicBezTo>
                    <a:pt x="884492" y="647437"/>
                    <a:pt x="1023684" y="362626"/>
                    <a:pt x="1136650" y="0"/>
                  </a:cubicBezTo>
                  <a:lnTo>
                    <a:pt x="0" y="0"/>
                  </a:lnTo>
                  <a:cubicBezTo>
                    <a:pt x="142494" y="321467"/>
                    <a:pt x="282067" y="647437"/>
                    <a:pt x="632968" y="647437"/>
                  </a:cubicBezTo>
                  <a:close/>
                </a:path>
              </a:pathLst>
            </a:custGeom>
            <a:solidFill>
              <a:srgbClr val="002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4"/>
            <p:cNvSpPr/>
            <p:nvPr/>
          </p:nvSpPr>
          <p:spPr>
            <a:xfrm flipH="1">
              <a:off x="3142801" y="1249917"/>
              <a:ext cx="481965" cy="356728"/>
            </a:xfrm>
            <a:custGeom>
              <a:avLst/>
              <a:gdLst/>
              <a:ahLst/>
              <a:cxnLst/>
              <a:rect l="l" t="t" r="r" b="b"/>
              <a:pathLst>
                <a:path w="1285240" h="951274" extrusionOk="0">
                  <a:moveTo>
                    <a:pt x="584200" y="0"/>
                  </a:moveTo>
                  <a:cubicBezTo>
                    <a:pt x="388938" y="0"/>
                    <a:pt x="206692" y="447289"/>
                    <a:pt x="0" y="951274"/>
                  </a:cubicBezTo>
                  <a:lnTo>
                    <a:pt x="1285240" y="951274"/>
                  </a:lnTo>
                  <a:cubicBezTo>
                    <a:pt x="1028509" y="509883"/>
                    <a:pt x="837755" y="0"/>
                    <a:pt x="584200" y="0"/>
                  </a:cubicBezTo>
                  <a:close/>
                </a:path>
              </a:pathLst>
            </a:custGeom>
            <a:solidFill>
              <a:srgbClr val="FF85C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4"/>
            <p:cNvSpPr/>
            <p:nvPr/>
          </p:nvSpPr>
          <p:spPr>
            <a:xfrm flipH="1">
              <a:off x="3227765" y="1040852"/>
              <a:ext cx="686062" cy="565794"/>
            </a:xfrm>
            <a:custGeom>
              <a:avLst/>
              <a:gdLst/>
              <a:ahLst/>
              <a:cxnLst/>
              <a:rect l="l" t="t" r="r" b="b"/>
              <a:pathLst>
                <a:path w="1829498" h="1508784" extrusionOk="0">
                  <a:moveTo>
                    <a:pt x="815658" y="0"/>
                  </a:moveTo>
                  <a:cubicBezTo>
                    <a:pt x="315468" y="0"/>
                    <a:pt x="197866" y="873714"/>
                    <a:pt x="0" y="1508784"/>
                  </a:cubicBezTo>
                  <a:lnTo>
                    <a:pt x="1829498" y="1508784"/>
                  </a:lnTo>
                  <a:cubicBezTo>
                    <a:pt x="1541526" y="928000"/>
                    <a:pt x="1355789" y="0"/>
                    <a:pt x="815658" y="0"/>
                  </a:cubicBezTo>
                  <a:close/>
                </a:path>
              </a:pathLst>
            </a:custGeom>
            <a:solidFill>
              <a:srgbClr val="AF9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4"/>
            <p:cNvSpPr/>
            <p:nvPr/>
          </p:nvSpPr>
          <p:spPr>
            <a:xfrm flipH="1">
              <a:off x="2834859" y="1606642"/>
              <a:ext cx="392906" cy="171443"/>
            </a:xfrm>
            <a:custGeom>
              <a:avLst/>
              <a:gdLst/>
              <a:ahLst/>
              <a:cxnLst/>
              <a:rect l="l" t="t" r="r" b="b"/>
              <a:pathLst>
                <a:path w="1047750" h="457182" extrusionOk="0">
                  <a:moveTo>
                    <a:pt x="500190" y="457182"/>
                  </a:moveTo>
                  <a:cubicBezTo>
                    <a:pt x="745744" y="457182"/>
                    <a:pt x="914019" y="257605"/>
                    <a:pt x="1047750" y="0"/>
                  </a:cubicBezTo>
                  <a:lnTo>
                    <a:pt x="0" y="0"/>
                  </a:lnTo>
                  <a:cubicBezTo>
                    <a:pt x="131191" y="264645"/>
                    <a:pt x="283528" y="457182"/>
                    <a:pt x="500190" y="457182"/>
                  </a:cubicBezTo>
                  <a:close/>
                </a:path>
              </a:pathLst>
            </a:custGeom>
            <a:gradFill>
              <a:gsLst>
                <a:gs pos="0">
                  <a:srgbClr val="FF826C"/>
                </a:gs>
                <a:gs pos="100000">
                  <a:srgbClr val="FF3E4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4"/>
            <p:cNvSpPr/>
            <p:nvPr/>
          </p:nvSpPr>
          <p:spPr>
            <a:xfrm flipH="1">
              <a:off x="904784" y="1606642"/>
              <a:ext cx="493657" cy="242765"/>
            </a:xfrm>
            <a:custGeom>
              <a:avLst/>
              <a:gdLst/>
              <a:ahLst/>
              <a:cxnLst/>
              <a:rect l="l" t="t" r="r" b="b"/>
              <a:pathLst>
                <a:path w="1316418" h="647373" extrusionOk="0">
                  <a:moveTo>
                    <a:pt x="475298" y="345376"/>
                  </a:moveTo>
                  <a:cubicBezTo>
                    <a:pt x="465201" y="345376"/>
                    <a:pt x="457010" y="353551"/>
                    <a:pt x="457010" y="363640"/>
                  </a:cubicBezTo>
                  <a:cubicBezTo>
                    <a:pt x="457010" y="373730"/>
                    <a:pt x="465201" y="381905"/>
                    <a:pt x="475298" y="381905"/>
                  </a:cubicBezTo>
                  <a:cubicBezTo>
                    <a:pt x="485394" y="381905"/>
                    <a:pt x="493586" y="373730"/>
                    <a:pt x="493586" y="363640"/>
                  </a:cubicBezTo>
                  <a:cubicBezTo>
                    <a:pt x="493586" y="353551"/>
                    <a:pt x="485394" y="345376"/>
                    <a:pt x="475298" y="345376"/>
                  </a:cubicBezTo>
                  <a:close/>
                  <a:moveTo>
                    <a:pt x="475298" y="436698"/>
                  </a:moveTo>
                  <a:cubicBezTo>
                    <a:pt x="465201" y="436698"/>
                    <a:pt x="457010" y="444873"/>
                    <a:pt x="457010" y="454963"/>
                  </a:cubicBezTo>
                  <a:cubicBezTo>
                    <a:pt x="457010" y="465053"/>
                    <a:pt x="465201" y="473227"/>
                    <a:pt x="475298" y="473227"/>
                  </a:cubicBezTo>
                  <a:cubicBezTo>
                    <a:pt x="485394" y="473227"/>
                    <a:pt x="493586" y="465053"/>
                    <a:pt x="493586" y="454963"/>
                  </a:cubicBezTo>
                  <a:cubicBezTo>
                    <a:pt x="493586" y="444873"/>
                    <a:pt x="485394" y="436698"/>
                    <a:pt x="475298" y="436698"/>
                  </a:cubicBezTo>
                  <a:close/>
                  <a:moveTo>
                    <a:pt x="475298" y="528021"/>
                  </a:moveTo>
                  <a:cubicBezTo>
                    <a:pt x="465138" y="527983"/>
                    <a:pt x="456947" y="536164"/>
                    <a:pt x="456883" y="546285"/>
                  </a:cubicBezTo>
                  <a:cubicBezTo>
                    <a:pt x="456819" y="556407"/>
                    <a:pt x="465011" y="564638"/>
                    <a:pt x="475171" y="564676"/>
                  </a:cubicBezTo>
                  <a:cubicBezTo>
                    <a:pt x="485331" y="564714"/>
                    <a:pt x="493523" y="556533"/>
                    <a:pt x="493586" y="546412"/>
                  </a:cubicBezTo>
                  <a:cubicBezTo>
                    <a:pt x="493586" y="546367"/>
                    <a:pt x="493586" y="546330"/>
                    <a:pt x="493586" y="546285"/>
                  </a:cubicBezTo>
                  <a:cubicBezTo>
                    <a:pt x="493586" y="536195"/>
                    <a:pt x="485394" y="528021"/>
                    <a:pt x="475298" y="528021"/>
                  </a:cubicBezTo>
                  <a:close/>
                  <a:moveTo>
                    <a:pt x="429578" y="25748"/>
                  </a:moveTo>
                  <a:cubicBezTo>
                    <a:pt x="419481" y="25748"/>
                    <a:pt x="411290" y="33922"/>
                    <a:pt x="411290" y="44012"/>
                  </a:cubicBezTo>
                  <a:cubicBezTo>
                    <a:pt x="411290" y="54102"/>
                    <a:pt x="419481" y="62277"/>
                    <a:pt x="429578" y="62277"/>
                  </a:cubicBezTo>
                  <a:cubicBezTo>
                    <a:pt x="439675" y="62277"/>
                    <a:pt x="447866" y="54102"/>
                    <a:pt x="447866" y="44012"/>
                  </a:cubicBezTo>
                  <a:cubicBezTo>
                    <a:pt x="447739" y="33998"/>
                    <a:pt x="439611" y="25938"/>
                    <a:pt x="429578" y="25938"/>
                  </a:cubicBezTo>
                  <a:close/>
                  <a:moveTo>
                    <a:pt x="475298" y="162731"/>
                  </a:moveTo>
                  <a:cubicBezTo>
                    <a:pt x="465201" y="162731"/>
                    <a:pt x="457010" y="170906"/>
                    <a:pt x="457010" y="180996"/>
                  </a:cubicBezTo>
                  <a:cubicBezTo>
                    <a:pt x="457010" y="191086"/>
                    <a:pt x="465201" y="199260"/>
                    <a:pt x="475298" y="199260"/>
                  </a:cubicBezTo>
                  <a:cubicBezTo>
                    <a:pt x="485394" y="199260"/>
                    <a:pt x="493586" y="191086"/>
                    <a:pt x="493586" y="180996"/>
                  </a:cubicBezTo>
                  <a:cubicBezTo>
                    <a:pt x="493586" y="170906"/>
                    <a:pt x="485394" y="162731"/>
                    <a:pt x="475298" y="162731"/>
                  </a:cubicBezTo>
                  <a:close/>
                  <a:moveTo>
                    <a:pt x="521018" y="573682"/>
                  </a:moveTo>
                  <a:cubicBezTo>
                    <a:pt x="510922" y="573682"/>
                    <a:pt x="502730" y="581856"/>
                    <a:pt x="502730" y="591946"/>
                  </a:cubicBezTo>
                  <a:cubicBezTo>
                    <a:pt x="502730" y="591946"/>
                    <a:pt x="502730" y="591946"/>
                    <a:pt x="502730" y="592263"/>
                  </a:cubicBezTo>
                  <a:cubicBezTo>
                    <a:pt x="512826" y="596747"/>
                    <a:pt x="523113" y="600971"/>
                    <a:pt x="533591" y="604947"/>
                  </a:cubicBezTo>
                  <a:cubicBezTo>
                    <a:pt x="541020" y="598123"/>
                    <a:pt x="541528" y="586568"/>
                    <a:pt x="534670" y="579142"/>
                  </a:cubicBezTo>
                  <a:cubicBezTo>
                    <a:pt x="531114" y="575293"/>
                    <a:pt x="526098" y="573143"/>
                    <a:pt x="520891" y="573238"/>
                  </a:cubicBezTo>
                  <a:close/>
                  <a:moveTo>
                    <a:pt x="475298" y="254054"/>
                  </a:moveTo>
                  <a:cubicBezTo>
                    <a:pt x="465201" y="254054"/>
                    <a:pt x="457010" y="262228"/>
                    <a:pt x="457010" y="272318"/>
                  </a:cubicBezTo>
                  <a:cubicBezTo>
                    <a:pt x="457010" y="282408"/>
                    <a:pt x="465201" y="290583"/>
                    <a:pt x="475298" y="290583"/>
                  </a:cubicBezTo>
                  <a:cubicBezTo>
                    <a:pt x="485394" y="290583"/>
                    <a:pt x="493586" y="282408"/>
                    <a:pt x="493586" y="272318"/>
                  </a:cubicBezTo>
                  <a:cubicBezTo>
                    <a:pt x="493459" y="262304"/>
                    <a:pt x="485331" y="254244"/>
                    <a:pt x="475298" y="254244"/>
                  </a:cubicBezTo>
                  <a:close/>
                  <a:moveTo>
                    <a:pt x="475298" y="71409"/>
                  </a:moveTo>
                  <a:cubicBezTo>
                    <a:pt x="465201" y="71409"/>
                    <a:pt x="457010" y="79584"/>
                    <a:pt x="457010" y="89673"/>
                  </a:cubicBezTo>
                  <a:cubicBezTo>
                    <a:pt x="457010" y="99763"/>
                    <a:pt x="465201" y="107938"/>
                    <a:pt x="475298" y="107938"/>
                  </a:cubicBezTo>
                  <a:cubicBezTo>
                    <a:pt x="485394" y="107938"/>
                    <a:pt x="493586" y="99763"/>
                    <a:pt x="493586" y="89673"/>
                  </a:cubicBezTo>
                  <a:cubicBezTo>
                    <a:pt x="493586" y="79584"/>
                    <a:pt x="485394" y="71409"/>
                    <a:pt x="475298" y="71409"/>
                  </a:cubicBezTo>
                  <a:close/>
                  <a:moveTo>
                    <a:pt x="521018" y="482359"/>
                  </a:moveTo>
                  <a:cubicBezTo>
                    <a:pt x="510922" y="482359"/>
                    <a:pt x="502730" y="490534"/>
                    <a:pt x="502730" y="500624"/>
                  </a:cubicBezTo>
                  <a:cubicBezTo>
                    <a:pt x="502730" y="510714"/>
                    <a:pt x="510922" y="518888"/>
                    <a:pt x="521018" y="518888"/>
                  </a:cubicBezTo>
                  <a:cubicBezTo>
                    <a:pt x="531114" y="518888"/>
                    <a:pt x="539306" y="510714"/>
                    <a:pt x="539306" y="500624"/>
                  </a:cubicBezTo>
                  <a:cubicBezTo>
                    <a:pt x="539179" y="490610"/>
                    <a:pt x="531051" y="482550"/>
                    <a:pt x="521018" y="482550"/>
                  </a:cubicBezTo>
                  <a:close/>
                  <a:moveTo>
                    <a:pt x="383858" y="162731"/>
                  </a:moveTo>
                  <a:cubicBezTo>
                    <a:pt x="373762" y="162731"/>
                    <a:pt x="365570" y="170906"/>
                    <a:pt x="365570" y="180996"/>
                  </a:cubicBezTo>
                  <a:cubicBezTo>
                    <a:pt x="365570" y="191086"/>
                    <a:pt x="373762" y="199260"/>
                    <a:pt x="383858" y="199260"/>
                  </a:cubicBezTo>
                  <a:cubicBezTo>
                    <a:pt x="393954" y="199260"/>
                    <a:pt x="402146" y="191086"/>
                    <a:pt x="402146" y="180996"/>
                  </a:cubicBezTo>
                  <a:cubicBezTo>
                    <a:pt x="402146" y="170906"/>
                    <a:pt x="393954" y="162731"/>
                    <a:pt x="383858" y="162731"/>
                  </a:cubicBezTo>
                  <a:close/>
                  <a:moveTo>
                    <a:pt x="383858" y="254054"/>
                  </a:moveTo>
                  <a:cubicBezTo>
                    <a:pt x="373762" y="254054"/>
                    <a:pt x="365570" y="262228"/>
                    <a:pt x="365570" y="272318"/>
                  </a:cubicBezTo>
                  <a:cubicBezTo>
                    <a:pt x="365570" y="282408"/>
                    <a:pt x="373762" y="290583"/>
                    <a:pt x="383858" y="290583"/>
                  </a:cubicBezTo>
                  <a:cubicBezTo>
                    <a:pt x="393954" y="290583"/>
                    <a:pt x="402146" y="282408"/>
                    <a:pt x="402146" y="272318"/>
                  </a:cubicBezTo>
                  <a:cubicBezTo>
                    <a:pt x="402019" y="262304"/>
                    <a:pt x="393891" y="254244"/>
                    <a:pt x="383858" y="254244"/>
                  </a:cubicBezTo>
                  <a:close/>
                  <a:moveTo>
                    <a:pt x="383858" y="71409"/>
                  </a:moveTo>
                  <a:cubicBezTo>
                    <a:pt x="373762" y="71409"/>
                    <a:pt x="365570" y="79584"/>
                    <a:pt x="365570" y="89673"/>
                  </a:cubicBezTo>
                  <a:cubicBezTo>
                    <a:pt x="365570" y="99763"/>
                    <a:pt x="373762" y="107938"/>
                    <a:pt x="383858" y="107938"/>
                  </a:cubicBezTo>
                  <a:cubicBezTo>
                    <a:pt x="393954" y="107938"/>
                    <a:pt x="402146" y="99763"/>
                    <a:pt x="402146" y="89673"/>
                  </a:cubicBezTo>
                  <a:cubicBezTo>
                    <a:pt x="402146" y="79584"/>
                    <a:pt x="393954" y="71409"/>
                    <a:pt x="383858" y="71409"/>
                  </a:cubicBezTo>
                  <a:close/>
                  <a:moveTo>
                    <a:pt x="383858" y="345376"/>
                  </a:moveTo>
                  <a:cubicBezTo>
                    <a:pt x="373762" y="345376"/>
                    <a:pt x="365570" y="353551"/>
                    <a:pt x="365570" y="363640"/>
                  </a:cubicBezTo>
                  <a:cubicBezTo>
                    <a:pt x="365570" y="373730"/>
                    <a:pt x="373762" y="381905"/>
                    <a:pt x="383858" y="381905"/>
                  </a:cubicBezTo>
                  <a:cubicBezTo>
                    <a:pt x="393954" y="381905"/>
                    <a:pt x="402146" y="373730"/>
                    <a:pt x="402146" y="363640"/>
                  </a:cubicBezTo>
                  <a:cubicBezTo>
                    <a:pt x="402146" y="353551"/>
                    <a:pt x="393954" y="345376"/>
                    <a:pt x="383858" y="345376"/>
                  </a:cubicBezTo>
                  <a:close/>
                  <a:moveTo>
                    <a:pt x="429578" y="208392"/>
                  </a:moveTo>
                  <a:cubicBezTo>
                    <a:pt x="419481" y="208392"/>
                    <a:pt x="411290" y="216567"/>
                    <a:pt x="411290" y="226657"/>
                  </a:cubicBezTo>
                  <a:cubicBezTo>
                    <a:pt x="411290" y="236747"/>
                    <a:pt x="419481" y="244921"/>
                    <a:pt x="429578" y="244921"/>
                  </a:cubicBezTo>
                  <a:cubicBezTo>
                    <a:pt x="439675" y="244921"/>
                    <a:pt x="447866" y="236747"/>
                    <a:pt x="447866" y="226657"/>
                  </a:cubicBezTo>
                  <a:cubicBezTo>
                    <a:pt x="447866" y="216567"/>
                    <a:pt x="439675" y="208392"/>
                    <a:pt x="429578" y="208392"/>
                  </a:cubicBezTo>
                  <a:close/>
                  <a:moveTo>
                    <a:pt x="429578" y="117070"/>
                  </a:moveTo>
                  <a:cubicBezTo>
                    <a:pt x="419481" y="117070"/>
                    <a:pt x="411290" y="125245"/>
                    <a:pt x="411290" y="135335"/>
                  </a:cubicBezTo>
                  <a:cubicBezTo>
                    <a:pt x="411290" y="145424"/>
                    <a:pt x="419481" y="153599"/>
                    <a:pt x="429578" y="153599"/>
                  </a:cubicBezTo>
                  <a:cubicBezTo>
                    <a:pt x="439675" y="153599"/>
                    <a:pt x="447866" y="145424"/>
                    <a:pt x="447866" y="135335"/>
                  </a:cubicBezTo>
                  <a:cubicBezTo>
                    <a:pt x="447866" y="125245"/>
                    <a:pt x="439675" y="117070"/>
                    <a:pt x="429578" y="117070"/>
                  </a:cubicBezTo>
                  <a:close/>
                  <a:moveTo>
                    <a:pt x="429578" y="299715"/>
                  </a:moveTo>
                  <a:cubicBezTo>
                    <a:pt x="419481" y="299715"/>
                    <a:pt x="411290" y="307890"/>
                    <a:pt x="411290" y="317979"/>
                  </a:cubicBezTo>
                  <a:cubicBezTo>
                    <a:pt x="411290" y="328069"/>
                    <a:pt x="419481" y="336244"/>
                    <a:pt x="429578" y="336244"/>
                  </a:cubicBezTo>
                  <a:cubicBezTo>
                    <a:pt x="439675" y="336244"/>
                    <a:pt x="447866" y="328069"/>
                    <a:pt x="447866" y="317979"/>
                  </a:cubicBezTo>
                  <a:cubicBezTo>
                    <a:pt x="447866" y="307890"/>
                    <a:pt x="439675" y="299715"/>
                    <a:pt x="429578" y="299715"/>
                  </a:cubicBezTo>
                  <a:close/>
                  <a:moveTo>
                    <a:pt x="429578" y="482359"/>
                  </a:moveTo>
                  <a:cubicBezTo>
                    <a:pt x="419481" y="482359"/>
                    <a:pt x="411290" y="490534"/>
                    <a:pt x="411290" y="500624"/>
                  </a:cubicBezTo>
                  <a:cubicBezTo>
                    <a:pt x="411290" y="510714"/>
                    <a:pt x="419481" y="518888"/>
                    <a:pt x="429578" y="518888"/>
                  </a:cubicBezTo>
                  <a:cubicBezTo>
                    <a:pt x="439675" y="518888"/>
                    <a:pt x="447866" y="510714"/>
                    <a:pt x="447866" y="500624"/>
                  </a:cubicBezTo>
                  <a:cubicBezTo>
                    <a:pt x="447739" y="490610"/>
                    <a:pt x="439611" y="482550"/>
                    <a:pt x="429578" y="482550"/>
                  </a:cubicBezTo>
                  <a:close/>
                  <a:moveTo>
                    <a:pt x="429578" y="391037"/>
                  </a:moveTo>
                  <a:cubicBezTo>
                    <a:pt x="419481" y="391037"/>
                    <a:pt x="411290" y="399212"/>
                    <a:pt x="411290" y="409302"/>
                  </a:cubicBezTo>
                  <a:cubicBezTo>
                    <a:pt x="411290" y="419391"/>
                    <a:pt x="419481" y="427566"/>
                    <a:pt x="429578" y="427566"/>
                  </a:cubicBezTo>
                  <a:cubicBezTo>
                    <a:pt x="439675" y="427566"/>
                    <a:pt x="447866" y="419391"/>
                    <a:pt x="447866" y="409302"/>
                  </a:cubicBezTo>
                  <a:cubicBezTo>
                    <a:pt x="447866" y="399212"/>
                    <a:pt x="439675" y="391037"/>
                    <a:pt x="429578" y="391037"/>
                  </a:cubicBezTo>
                  <a:close/>
                  <a:moveTo>
                    <a:pt x="566738" y="71409"/>
                  </a:moveTo>
                  <a:cubicBezTo>
                    <a:pt x="556641" y="71409"/>
                    <a:pt x="548450" y="79584"/>
                    <a:pt x="548450" y="89673"/>
                  </a:cubicBezTo>
                  <a:cubicBezTo>
                    <a:pt x="548450" y="99763"/>
                    <a:pt x="556641" y="107938"/>
                    <a:pt x="566738" y="107938"/>
                  </a:cubicBezTo>
                  <a:cubicBezTo>
                    <a:pt x="576835" y="107938"/>
                    <a:pt x="585026" y="99763"/>
                    <a:pt x="585026" y="89673"/>
                  </a:cubicBezTo>
                  <a:cubicBezTo>
                    <a:pt x="585026" y="79584"/>
                    <a:pt x="576835" y="71409"/>
                    <a:pt x="566738" y="71409"/>
                  </a:cubicBezTo>
                  <a:close/>
                  <a:moveTo>
                    <a:pt x="612458" y="391037"/>
                  </a:moveTo>
                  <a:cubicBezTo>
                    <a:pt x="602362" y="391037"/>
                    <a:pt x="594170" y="399212"/>
                    <a:pt x="594170" y="409302"/>
                  </a:cubicBezTo>
                  <a:cubicBezTo>
                    <a:pt x="594170" y="419391"/>
                    <a:pt x="602362" y="427566"/>
                    <a:pt x="612458" y="427566"/>
                  </a:cubicBezTo>
                  <a:cubicBezTo>
                    <a:pt x="622554" y="427566"/>
                    <a:pt x="630746" y="419391"/>
                    <a:pt x="630746" y="409302"/>
                  </a:cubicBezTo>
                  <a:cubicBezTo>
                    <a:pt x="630746" y="399212"/>
                    <a:pt x="622554" y="391037"/>
                    <a:pt x="612458" y="391037"/>
                  </a:cubicBezTo>
                  <a:close/>
                  <a:moveTo>
                    <a:pt x="612458" y="299715"/>
                  </a:moveTo>
                  <a:cubicBezTo>
                    <a:pt x="602362" y="299715"/>
                    <a:pt x="594170" y="307890"/>
                    <a:pt x="594170" y="317979"/>
                  </a:cubicBezTo>
                  <a:cubicBezTo>
                    <a:pt x="594170" y="328069"/>
                    <a:pt x="602362" y="336244"/>
                    <a:pt x="612458" y="336244"/>
                  </a:cubicBezTo>
                  <a:cubicBezTo>
                    <a:pt x="622554" y="336244"/>
                    <a:pt x="630746" y="328069"/>
                    <a:pt x="630746" y="317979"/>
                  </a:cubicBezTo>
                  <a:cubicBezTo>
                    <a:pt x="630746" y="307890"/>
                    <a:pt x="622554" y="299715"/>
                    <a:pt x="612458" y="299715"/>
                  </a:cubicBezTo>
                  <a:close/>
                  <a:moveTo>
                    <a:pt x="612458" y="482359"/>
                  </a:moveTo>
                  <a:cubicBezTo>
                    <a:pt x="602362" y="482359"/>
                    <a:pt x="594170" y="490534"/>
                    <a:pt x="594170" y="500624"/>
                  </a:cubicBezTo>
                  <a:cubicBezTo>
                    <a:pt x="594170" y="510714"/>
                    <a:pt x="602362" y="518888"/>
                    <a:pt x="612458" y="518888"/>
                  </a:cubicBezTo>
                  <a:cubicBezTo>
                    <a:pt x="622554" y="518888"/>
                    <a:pt x="630746" y="510714"/>
                    <a:pt x="630746" y="500624"/>
                  </a:cubicBezTo>
                  <a:cubicBezTo>
                    <a:pt x="630619" y="490610"/>
                    <a:pt x="622491" y="482550"/>
                    <a:pt x="612458" y="482550"/>
                  </a:cubicBezTo>
                  <a:close/>
                  <a:moveTo>
                    <a:pt x="521018" y="391037"/>
                  </a:moveTo>
                  <a:cubicBezTo>
                    <a:pt x="510922" y="391037"/>
                    <a:pt x="502730" y="399212"/>
                    <a:pt x="502730" y="409302"/>
                  </a:cubicBezTo>
                  <a:cubicBezTo>
                    <a:pt x="502730" y="419391"/>
                    <a:pt x="510922" y="427566"/>
                    <a:pt x="521018" y="427566"/>
                  </a:cubicBezTo>
                  <a:cubicBezTo>
                    <a:pt x="531114" y="427566"/>
                    <a:pt x="539306" y="419391"/>
                    <a:pt x="539306" y="409302"/>
                  </a:cubicBezTo>
                  <a:cubicBezTo>
                    <a:pt x="539306" y="399212"/>
                    <a:pt x="531114" y="391037"/>
                    <a:pt x="521018" y="391037"/>
                  </a:cubicBezTo>
                  <a:close/>
                  <a:moveTo>
                    <a:pt x="612458" y="25748"/>
                  </a:moveTo>
                  <a:cubicBezTo>
                    <a:pt x="602362" y="25748"/>
                    <a:pt x="594170" y="33922"/>
                    <a:pt x="594170" y="44012"/>
                  </a:cubicBezTo>
                  <a:cubicBezTo>
                    <a:pt x="594170" y="54102"/>
                    <a:pt x="602362" y="62277"/>
                    <a:pt x="612458" y="62277"/>
                  </a:cubicBezTo>
                  <a:cubicBezTo>
                    <a:pt x="622554" y="62277"/>
                    <a:pt x="630746" y="54102"/>
                    <a:pt x="630746" y="44012"/>
                  </a:cubicBezTo>
                  <a:cubicBezTo>
                    <a:pt x="630619" y="33998"/>
                    <a:pt x="622491" y="25938"/>
                    <a:pt x="612458" y="25938"/>
                  </a:cubicBezTo>
                  <a:close/>
                  <a:moveTo>
                    <a:pt x="658178" y="619343"/>
                  </a:moveTo>
                  <a:cubicBezTo>
                    <a:pt x="648970" y="619381"/>
                    <a:pt x="641224" y="626293"/>
                    <a:pt x="640144" y="635451"/>
                  </a:cubicBezTo>
                  <a:cubicBezTo>
                    <a:pt x="651891" y="637734"/>
                    <a:pt x="663829" y="639700"/>
                    <a:pt x="676085" y="641349"/>
                  </a:cubicBezTo>
                  <a:cubicBezTo>
                    <a:pt x="678180" y="631475"/>
                    <a:pt x="671830" y="621797"/>
                    <a:pt x="661925" y="619730"/>
                  </a:cubicBezTo>
                  <a:cubicBezTo>
                    <a:pt x="660718" y="619470"/>
                    <a:pt x="659448" y="619343"/>
                    <a:pt x="658178" y="619343"/>
                  </a:cubicBezTo>
                  <a:close/>
                  <a:moveTo>
                    <a:pt x="383858" y="436698"/>
                  </a:moveTo>
                  <a:cubicBezTo>
                    <a:pt x="373762" y="436698"/>
                    <a:pt x="365570" y="444873"/>
                    <a:pt x="365570" y="454963"/>
                  </a:cubicBezTo>
                  <a:cubicBezTo>
                    <a:pt x="365570" y="465053"/>
                    <a:pt x="373762" y="473227"/>
                    <a:pt x="383858" y="473227"/>
                  </a:cubicBezTo>
                  <a:cubicBezTo>
                    <a:pt x="393954" y="473227"/>
                    <a:pt x="402146" y="465053"/>
                    <a:pt x="402146" y="454963"/>
                  </a:cubicBezTo>
                  <a:cubicBezTo>
                    <a:pt x="402146" y="444873"/>
                    <a:pt x="393954" y="436698"/>
                    <a:pt x="383858" y="436698"/>
                  </a:cubicBezTo>
                  <a:close/>
                  <a:moveTo>
                    <a:pt x="612458" y="208392"/>
                  </a:moveTo>
                  <a:cubicBezTo>
                    <a:pt x="602362" y="208392"/>
                    <a:pt x="594170" y="216567"/>
                    <a:pt x="594170" y="226657"/>
                  </a:cubicBezTo>
                  <a:cubicBezTo>
                    <a:pt x="594170" y="236747"/>
                    <a:pt x="602362" y="244921"/>
                    <a:pt x="612458" y="244921"/>
                  </a:cubicBezTo>
                  <a:cubicBezTo>
                    <a:pt x="622554" y="244921"/>
                    <a:pt x="630746" y="236747"/>
                    <a:pt x="630746" y="226657"/>
                  </a:cubicBezTo>
                  <a:cubicBezTo>
                    <a:pt x="630746" y="216567"/>
                    <a:pt x="622554" y="208392"/>
                    <a:pt x="612458" y="208392"/>
                  </a:cubicBezTo>
                  <a:close/>
                  <a:moveTo>
                    <a:pt x="612458" y="117070"/>
                  </a:moveTo>
                  <a:cubicBezTo>
                    <a:pt x="602362" y="117070"/>
                    <a:pt x="594170" y="125245"/>
                    <a:pt x="594170" y="135335"/>
                  </a:cubicBezTo>
                  <a:cubicBezTo>
                    <a:pt x="594170" y="145424"/>
                    <a:pt x="602362" y="153599"/>
                    <a:pt x="612458" y="153599"/>
                  </a:cubicBezTo>
                  <a:cubicBezTo>
                    <a:pt x="622554" y="153599"/>
                    <a:pt x="630746" y="145424"/>
                    <a:pt x="630746" y="135335"/>
                  </a:cubicBezTo>
                  <a:cubicBezTo>
                    <a:pt x="630746" y="125245"/>
                    <a:pt x="622554" y="117070"/>
                    <a:pt x="612458" y="117070"/>
                  </a:cubicBezTo>
                  <a:close/>
                  <a:moveTo>
                    <a:pt x="612458" y="573682"/>
                  </a:moveTo>
                  <a:cubicBezTo>
                    <a:pt x="602362" y="573682"/>
                    <a:pt x="594170" y="581856"/>
                    <a:pt x="594170" y="591946"/>
                  </a:cubicBezTo>
                  <a:cubicBezTo>
                    <a:pt x="594170" y="602036"/>
                    <a:pt x="602362" y="610211"/>
                    <a:pt x="612458" y="610211"/>
                  </a:cubicBezTo>
                  <a:cubicBezTo>
                    <a:pt x="622554" y="610211"/>
                    <a:pt x="630746" y="602036"/>
                    <a:pt x="630746" y="591946"/>
                  </a:cubicBezTo>
                  <a:cubicBezTo>
                    <a:pt x="630746" y="581856"/>
                    <a:pt x="622554" y="573682"/>
                    <a:pt x="612458" y="573682"/>
                  </a:cubicBezTo>
                  <a:close/>
                  <a:moveTo>
                    <a:pt x="521018" y="25748"/>
                  </a:moveTo>
                  <a:cubicBezTo>
                    <a:pt x="510922" y="25748"/>
                    <a:pt x="502730" y="33922"/>
                    <a:pt x="502730" y="44012"/>
                  </a:cubicBezTo>
                  <a:cubicBezTo>
                    <a:pt x="502730" y="54102"/>
                    <a:pt x="510922" y="62277"/>
                    <a:pt x="521018" y="62277"/>
                  </a:cubicBezTo>
                  <a:cubicBezTo>
                    <a:pt x="531114" y="62277"/>
                    <a:pt x="539306" y="54102"/>
                    <a:pt x="539306" y="44012"/>
                  </a:cubicBezTo>
                  <a:cubicBezTo>
                    <a:pt x="539179" y="33998"/>
                    <a:pt x="531051" y="25938"/>
                    <a:pt x="521018" y="25938"/>
                  </a:cubicBezTo>
                  <a:close/>
                  <a:moveTo>
                    <a:pt x="521018" y="117070"/>
                  </a:moveTo>
                  <a:cubicBezTo>
                    <a:pt x="510922" y="117070"/>
                    <a:pt x="502730" y="125245"/>
                    <a:pt x="502730" y="135335"/>
                  </a:cubicBezTo>
                  <a:cubicBezTo>
                    <a:pt x="502730" y="145424"/>
                    <a:pt x="510922" y="153599"/>
                    <a:pt x="521018" y="153599"/>
                  </a:cubicBezTo>
                  <a:cubicBezTo>
                    <a:pt x="531114" y="153599"/>
                    <a:pt x="539306" y="145424"/>
                    <a:pt x="539306" y="135335"/>
                  </a:cubicBezTo>
                  <a:cubicBezTo>
                    <a:pt x="539306" y="125245"/>
                    <a:pt x="531114" y="117070"/>
                    <a:pt x="521018" y="117070"/>
                  </a:cubicBezTo>
                  <a:close/>
                  <a:moveTo>
                    <a:pt x="521018" y="208392"/>
                  </a:moveTo>
                  <a:cubicBezTo>
                    <a:pt x="510922" y="208392"/>
                    <a:pt x="502730" y="216567"/>
                    <a:pt x="502730" y="226657"/>
                  </a:cubicBezTo>
                  <a:cubicBezTo>
                    <a:pt x="502730" y="236747"/>
                    <a:pt x="510922" y="244921"/>
                    <a:pt x="521018" y="244921"/>
                  </a:cubicBezTo>
                  <a:cubicBezTo>
                    <a:pt x="531114" y="244921"/>
                    <a:pt x="539306" y="236747"/>
                    <a:pt x="539306" y="226657"/>
                  </a:cubicBezTo>
                  <a:cubicBezTo>
                    <a:pt x="539306" y="216567"/>
                    <a:pt x="531114" y="208392"/>
                    <a:pt x="521018" y="208392"/>
                  </a:cubicBezTo>
                  <a:close/>
                  <a:moveTo>
                    <a:pt x="521018" y="299715"/>
                  </a:moveTo>
                  <a:cubicBezTo>
                    <a:pt x="510922" y="299715"/>
                    <a:pt x="502730" y="307890"/>
                    <a:pt x="502730" y="317979"/>
                  </a:cubicBezTo>
                  <a:cubicBezTo>
                    <a:pt x="502730" y="328069"/>
                    <a:pt x="510922" y="336244"/>
                    <a:pt x="521018" y="336244"/>
                  </a:cubicBezTo>
                  <a:cubicBezTo>
                    <a:pt x="531114" y="336244"/>
                    <a:pt x="539306" y="328069"/>
                    <a:pt x="539306" y="317979"/>
                  </a:cubicBezTo>
                  <a:cubicBezTo>
                    <a:pt x="539306" y="307890"/>
                    <a:pt x="531114" y="299715"/>
                    <a:pt x="521018" y="299715"/>
                  </a:cubicBezTo>
                  <a:close/>
                  <a:moveTo>
                    <a:pt x="566738" y="162731"/>
                  </a:moveTo>
                  <a:cubicBezTo>
                    <a:pt x="556641" y="162731"/>
                    <a:pt x="548450" y="170906"/>
                    <a:pt x="548450" y="180996"/>
                  </a:cubicBezTo>
                  <a:cubicBezTo>
                    <a:pt x="548450" y="191086"/>
                    <a:pt x="556641" y="199260"/>
                    <a:pt x="566738" y="199260"/>
                  </a:cubicBezTo>
                  <a:cubicBezTo>
                    <a:pt x="576835" y="199260"/>
                    <a:pt x="585026" y="191086"/>
                    <a:pt x="585026" y="180996"/>
                  </a:cubicBezTo>
                  <a:cubicBezTo>
                    <a:pt x="585026" y="170906"/>
                    <a:pt x="576835" y="162731"/>
                    <a:pt x="566738" y="162731"/>
                  </a:cubicBezTo>
                  <a:close/>
                  <a:moveTo>
                    <a:pt x="566738" y="528021"/>
                  </a:moveTo>
                  <a:cubicBezTo>
                    <a:pt x="556578" y="527983"/>
                    <a:pt x="548387" y="536164"/>
                    <a:pt x="548323" y="546285"/>
                  </a:cubicBezTo>
                  <a:cubicBezTo>
                    <a:pt x="548260" y="556407"/>
                    <a:pt x="556451" y="564638"/>
                    <a:pt x="566611" y="564676"/>
                  </a:cubicBezTo>
                  <a:cubicBezTo>
                    <a:pt x="576771" y="564714"/>
                    <a:pt x="584962" y="556533"/>
                    <a:pt x="585026" y="546412"/>
                  </a:cubicBezTo>
                  <a:cubicBezTo>
                    <a:pt x="585026" y="546367"/>
                    <a:pt x="585026" y="546330"/>
                    <a:pt x="585026" y="546285"/>
                  </a:cubicBezTo>
                  <a:cubicBezTo>
                    <a:pt x="585026" y="536195"/>
                    <a:pt x="576835" y="528021"/>
                    <a:pt x="566738" y="528021"/>
                  </a:cubicBezTo>
                  <a:close/>
                  <a:moveTo>
                    <a:pt x="566738" y="254054"/>
                  </a:moveTo>
                  <a:cubicBezTo>
                    <a:pt x="556641" y="254054"/>
                    <a:pt x="548450" y="262228"/>
                    <a:pt x="548450" y="272318"/>
                  </a:cubicBezTo>
                  <a:cubicBezTo>
                    <a:pt x="548450" y="282408"/>
                    <a:pt x="556641" y="290583"/>
                    <a:pt x="566738" y="290583"/>
                  </a:cubicBezTo>
                  <a:cubicBezTo>
                    <a:pt x="576835" y="290583"/>
                    <a:pt x="585026" y="282408"/>
                    <a:pt x="585026" y="272318"/>
                  </a:cubicBezTo>
                  <a:cubicBezTo>
                    <a:pt x="584899" y="262304"/>
                    <a:pt x="576771" y="254244"/>
                    <a:pt x="566738" y="254244"/>
                  </a:cubicBezTo>
                  <a:close/>
                  <a:moveTo>
                    <a:pt x="566738" y="345376"/>
                  </a:moveTo>
                  <a:cubicBezTo>
                    <a:pt x="556641" y="345376"/>
                    <a:pt x="548450" y="353551"/>
                    <a:pt x="548450" y="363640"/>
                  </a:cubicBezTo>
                  <a:cubicBezTo>
                    <a:pt x="548450" y="373730"/>
                    <a:pt x="556641" y="381905"/>
                    <a:pt x="566738" y="381905"/>
                  </a:cubicBezTo>
                  <a:cubicBezTo>
                    <a:pt x="576835" y="381905"/>
                    <a:pt x="585026" y="373730"/>
                    <a:pt x="585026" y="363640"/>
                  </a:cubicBezTo>
                  <a:cubicBezTo>
                    <a:pt x="585026" y="353551"/>
                    <a:pt x="576835" y="345376"/>
                    <a:pt x="566738" y="345376"/>
                  </a:cubicBezTo>
                  <a:close/>
                  <a:moveTo>
                    <a:pt x="566738" y="436698"/>
                  </a:moveTo>
                  <a:cubicBezTo>
                    <a:pt x="556641" y="436698"/>
                    <a:pt x="548450" y="444873"/>
                    <a:pt x="548450" y="454963"/>
                  </a:cubicBezTo>
                  <a:cubicBezTo>
                    <a:pt x="548450" y="465053"/>
                    <a:pt x="556641" y="473227"/>
                    <a:pt x="566738" y="473227"/>
                  </a:cubicBezTo>
                  <a:cubicBezTo>
                    <a:pt x="576835" y="473227"/>
                    <a:pt x="585026" y="465053"/>
                    <a:pt x="585026" y="454963"/>
                  </a:cubicBezTo>
                  <a:cubicBezTo>
                    <a:pt x="585026" y="444873"/>
                    <a:pt x="576835" y="436698"/>
                    <a:pt x="566738" y="436698"/>
                  </a:cubicBezTo>
                  <a:close/>
                  <a:moveTo>
                    <a:pt x="338138" y="299715"/>
                  </a:moveTo>
                  <a:cubicBezTo>
                    <a:pt x="328041" y="299715"/>
                    <a:pt x="319849" y="307890"/>
                    <a:pt x="319849" y="317979"/>
                  </a:cubicBezTo>
                  <a:cubicBezTo>
                    <a:pt x="319849" y="328069"/>
                    <a:pt x="328041" y="336244"/>
                    <a:pt x="338138" y="336244"/>
                  </a:cubicBezTo>
                  <a:cubicBezTo>
                    <a:pt x="348235" y="336244"/>
                    <a:pt x="356426" y="328069"/>
                    <a:pt x="356426" y="317979"/>
                  </a:cubicBezTo>
                  <a:cubicBezTo>
                    <a:pt x="356426" y="307890"/>
                    <a:pt x="348235" y="299715"/>
                    <a:pt x="338138" y="299715"/>
                  </a:cubicBezTo>
                  <a:close/>
                  <a:moveTo>
                    <a:pt x="292418" y="16616"/>
                  </a:moveTo>
                  <a:cubicBezTo>
                    <a:pt x="301879" y="16590"/>
                    <a:pt x="309753" y="9392"/>
                    <a:pt x="310579" y="0"/>
                  </a:cubicBezTo>
                  <a:lnTo>
                    <a:pt x="274193" y="0"/>
                  </a:lnTo>
                  <a:cubicBezTo>
                    <a:pt x="275019" y="9443"/>
                    <a:pt x="282956" y="16679"/>
                    <a:pt x="292418" y="16616"/>
                  </a:cubicBezTo>
                  <a:close/>
                  <a:moveTo>
                    <a:pt x="200978" y="16616"/>
                  </a:moveTo>
                  <a:cubicBezTo>
                    <a:pt x="210439" y="16590"/>
                    <a:pt x="218313" y="9392"/>
                    <a:pt x="219139" y="0"/>
                  </a:cubicBezTo>
                  <a:lnTo>
                    <a:pt x="182880" y="0"/>
                  </a:lnTo>
                  <a:cubicBezTo>
                    <a:pt x="183642" y="9392"/>
                    <a:pt x="191516" y="16616"/>
                    <a:pt x="200978" y="16616"/>
                  </a:cubicBezTo>
                  <a:close/>
                  <a:moveTo>
                    <a:pt x="109538" y="16616"/>
                  </a:moveTo>
                  <a:cubicBezTo>
                    <a:pt x="119000" y="16590"/>
                    <a:pt x="126874" y="9392"/>
                    <a:pt x="127699" y="0"/>
                  </a:cubicBezTo>
                  <a:lnTo>
                    <a:pt x="91440" y="0"/>
                  </a:lnTo>
                  <a:cubicBezTo>
                    <a:pt x="92266" y="9380"/>
                    <a:pt x="100140" y="16584"/>
                    <a:pt x="109538" y="16616"/>
                  </a:cubicBezTo>
                  <a:close/>
                  <a:moveTo>
                    <a:pt x="383858" y="16616"/>
                  </a:moveTo>
                  <a:cubicBezTo>
                    <a:pt x="393319" y="16590"/>
                    <a:pt x="401193" y="9392"/>
                    <a:pt x="402019" y="0"/>
                  </a:cubicBezTo>
                  <a:lnTo>
                    <a:pt x="365761" y="0"/>
                  </a:lnTo>
                  <a:cubicBezTo>
                    <a:pt x="366523" y="9392"/>
                    <a:pt x="374397" y="16616"/>
                    <a:pt x="383858" y="16616"/>
                  </a:cubicBezTo>
                  <a:close/>
                  <a:moveTo>
                    <a:pt x="63818" y="25748"/>
                  </a:moveTo>
                  <a:cubicBezTo>
                    <a:pt x="53722" y="25748"/>
                    <a:pt x="45530" y="33922"/>
                    <a:pt x="45530" y="44012"/>
                  </a:cubicBezTo>
                  <a:cubicBezTo>
                    <a:pt x="45530" y="54102"/>
                    <a:pt x="53722" y="62277"/>
                    <a:pt x="63818" y="62277"/>
                  </a:cubicBezTo>
                  <a:cubicBezTo>
                    <a:pt x="73914" y="62277"/>
                    <a:pt x="82106" y="54102"/>
                    <a:pt x="82106" y="44012"/>
                  </a:cubicBezTo>
                  <a:cubicBezTo>
                    <a:pt x="81979" y="33998"/>
                    <a:pt x="73851" y="25938"/>
                    <a:pt x="63818" y="25938"/>
                  </a:cubicBezTo>
                  <a:close/>
                  <a:moveTo>
                    <a:pt x="63818" y="117070"/>
                  </a:moveTo>
                  <a:cubicBezTo>
                    <a:pt x="57341" y="117121"/>
                    <a:pt x="51436" y="120539"/>
                    <a:pt x="48133" y="126076"/>
                  </a:cubicBezTo>
                  <a:lnTo>
                    <a:pt x="65913" y="153409"/>
                  </a:lnTo>
                  <a:cubicBezTo>
                    <a:pt x="75947" y="152699"/>
                    <a:pt x="83503" y="143991"/>
                    <a:pt x="82804" y="133965"/>
                  </a:cubicBezTo>
                  <a:cubicBezTo>
                    <a:pt x="82106" y="124129"/>
                    <a:pt x="73661" y="116633"/>
                    <a:pt x="63818" y="117070"/>
                  </a:cubicBezTo>
                  <a:close/>
                  <a:moveTo>
                    <a:pt x="475298" y="16616"/>
                  </a:moveTo>
                  <a:cubicBezTo>
                    <a:pt x="484760" y="16590"/>
                    <a:pt x="492634" y="9392"/>
                    <a:pt x="493459" y="0"/>
                  </a:cubicBezTo>
                  <a:lnTo>
                    <a:pt x="457200" y="0"/>
                  </a:lnTo>
                  <a:cubicBezTo>
                    <a:pt x="457962" y="9392"/>
                    <a:pt x="465837" y="16616"/>
                    <a:pt x="475298" y="16616"/>
                  </a:cubicBezTo>
                  <a:close/>
                  <a:moveTo>
                    <a:pt x="18098" y="71409"/>
                  </a:moveTo>
                  <a:cubicBezTo>
                    <a:pt x="16511" y="71447"/>
                    <a:pt x="14923" y="71682"/>
                    <a:pt x="13399" y="72107"/>
                  </a:cubicBezTo>
                  <a:cubicBezTo>
                    <a:pt x="19749" y="81746"/>
                    <a:pt x="26099" y="91513"/>
                    <a:pt x="32449" y="101279"/>
                  </a:cubicBezTo>
                  <a:cubicBezTo>
                    <a:pt x="35179" y="98038"/>
                    <a:pt x="36703" y="93922"/>
                    <a:pt x="36703" y="89673"/>
                  </a:cubicBezTo>
                  <a:cubicBezTo>
                    <a:pt x="36703" y="79584"/>
                    <a:pt x="28512" y="71409"/>
                    <a:pt x="18415" y="71409"/>
                  </a:cubicBezTo>
                  <a:cubicBezTo>
                    <a:pt x="18288" y="71409"/>
                    <a:pt x="18224" y="71409"/>
                    <a:pt x="18098" y="71409"/>
                  </a:cubicBezTo>
                  <a:close/>
                  <a:moveTo>
                    <a:pt x="36259" y="0"/>
                  </a:moveTo>
                  <a:lnTo>
                    <a:pt x="0" y="0"/>
                  </a:lnTo>
                  <a:cubicBezTo>
                    <a:pt x="1016" y="10001"/>
                    <a:pt x="9970" y="17275"/>
                    <a:pt x="20003" y="16248"/>
                  </a:cubicBezTo>
                  <a:cubicBezTo>
                    <a:pt x="28575" y="15366"/>
                    <a:pt x="35370" y="8580"/>
                    <a:pt x="36259" y="0"/>
                  </a:cubicBezTo>
                  <a:close/>
                  <a:moveTo>
                    <a:pt x="1115378" y="16616"/>
                  </a:moveTo>
                  <a:cubicBezTo>
                    <a:pt x="1124839" y="16616"/>
                    <a:pt x="1132713" y="9392"/>
                    <a:pt x="1133475" y="0"/>
                  </a:cubicBezTo>
                  <a:lnTo>
                    <a:pt x="1097280" y="0"/>
                  </a:lnTo>
                  <a:cubicBezTo>
                    <a:pt x="1098042" y="9392"/>
                    <a:pt x="1105916" y="16616"/>
                    <a:pt x="1115378" y="16616"/>
                  </a:cubicBezTo>
                  <a:close/>
                  <a:moveTo>
                    <a:pt x="1023938" y="16616"/>
                  </a:moveTo>
                  <a:cubicBezTo>
                    <a:pt x="1033400" y="16616"/>
                    <a:pt x="1041274" y="9392"/>
                    <a:pt x="1042036" y="0"/>
                  </a:cubicBezTo>
                  <a:lnTo>
                    <a:pt x="1005840" y="0"/>
                  </a:lnTo>
                  <a:cubicBezTo>
                    <a:pt x="1006602" y="9392"/>
                    <a:pt x="1014476" y="16616"/>
                    <a:pt x="1023938" y="16616"/>
                  </a:cubicBezTo>
                  <a:close/>
                  <a:moveTo>
                    <a:pt x="932498" y="16616"/>
                  </a:moveTo>
                  <a:cubicBezTo>
                    <a:pt x="941960" y="16616"/>
                    <a:pt x="949834" y="9392"/>
                    <a:pt x="950595" y="0"/>
                  </a:cubicBezTo>
                  <a:lnTo>
                    <a:pt x="914400" y="0"/>
                  </a:lnTo>
                  <a:cubicBezTo>
                    <a:pt x="915162" y="9392"/>
                    <a:pt x="923037" y="16616"/>
                    <a:pt x="932498" y="16616"/>
                  </a:cubicBezTo>
                  <a:close/>
                  <a:moveTo>
                    <a:pt x="109538" y="162478"/>
                  </a:moveTo>
                  <a:cubicBezTo>
                    <a:pt x="99441" y="162478"/>
                    <a:pt x="91249" y="170652"/>
                    <a:pt x="91249" y="180742"/>
                  </a:cubicBezTo>
                  <a:cubicBezTo>
                    <a:pt x="91249" y="190832"/>
                    <a:pt x="99441" y="199007"/>
                    <a:pt x="109538" y="199007"/>
                  </a:cubicBezTo>
                  <a:cubicBezTo>
                    <a:pt x="119635" y="199007"/>
                    <a:pt x="127826" y="190832"/>
                    <a:pt x="127826" y="180742"/>
                  </a:cubicBezTo>
                  <a:cubicBezTo>
                    <a:pt x="127699" y="170754"/>
                    <a:pt x="119571" y="162731"/>
                    <a:pt x="109538" y="162731"/>
                  </a:cubicBezTo>
                  <a:close/>
                  <a:moveTo>
                    <a:pt x="566738" y="16616"/>
                  </a:moveTo>
                  <a:cubicBezTo>
                    <a:pt x="576200" y="16590"/>
                    <a:pt x="584074" y="9392"/>
                    <a:pt x="584899" y="0"/>
                  </a:cubicBezTo>
                  <a:lnTo>
                    <a:pt x="548640" y="0"/>
                  </a:lnTo>
                  <a:cubicBezTo>
                    <a:pt x="549402" y="9392"/>
                    <a:pt x="557276" y="16616"/>
                    <a:pt x="566738" y="16616"/>
                  </a:cubicBezTo>
                  <a:close/>
                  <a:moveTo>
                    <a:pt x="1206818" y="16616"/>
                  </a:moveTo>
                  <a:cubicBezTo>
                    <a:pt x="1216279" y="16616"/>
                    <a:pt x="1224153" y="9392"/>
                    <a:pt x="1224915" y="0"/>
                  </a:cubicBezTo>
                  <a:lnTo>
                    <a:pt x="1188593" y="0"/>
                  </a:lnTo>
                  <a:cubicBezTo>
                    <a:pt x="1189419" y="9443"/>
                    <a:pt x="1197356" y="16679"/>
                    <a:pt x="1206818" y="16616"/>
                  </a:cubicBezTo>
                  <a:close/>
                  <a:moveTo>
                    <a:pt x="841058" y="16616"/>
                  </a:moveTo>
                  <a:cubicBezTo>
                    <a:pt x="850519" y="16616"/>
                    <a:pt x="858393" y="9392"/>
                    <a:pt x="859155" y="0"/>
                  </a:cubicBezTo>
                  <a:lnTo>
                    <a:pt x="822961" y="0"/>
                  </a:lnTo>
                  <a:cubicBezTo>
                    <a:pt x="823723" y="9392"/>
                    <a:pt x="831597" y="16616"/>
                    <a:pt x="841058" y="16616"/>
                  </a:cubicBezTo>
                  <a:close/>
                  <a:moveTo>
                    <a:pt x="658178" y="16616"/>
                  </a:moveTo>
                  <a:cubicBezTo>
                    <a:pt x="667639" y="16590"/>
                    <a:pt x="675513" y="9392"/>
                    <a:pt x="676339" y="0"/>
                  </a:cubicBezTo>
                  <a:lnTo>
                    <a:pt x="640080" y="0"/>
                  </a:lnTo>
                  <a:cubicBezTo>
                    <a:pt x="640842" y="9392"/>
                    <a:pt x="648716" y="16616"/>
                    <a:pt x="658178" y="16616"/>
                  </a:cubicBezTo>
                  <a:close/>
                  <a:moveTo>
                    <a:pt x="749618" y="16616"/>
                  </a:moveTo>
                  <a:cubicBezTo>
                    <a:pt x="759079" y="16616"/>
                    <a:pt x="766953" y="9392"/>
                    <a:pt x="767715" y="0"/>
                  </a:cubicBezTo>
                  <a:lnTo>
                    <a:pt x="731393" y="0"/>
                  </a:lnTo>
                  <a:cubicBezTo>
                    <a:pt x="732219" y="9443"/>
                    <a:pt x="740156" y="16679"/>
                    <a:pt x="749618" y="16616"/>
                  </a:cubicBezTo>
                  <a:close/>
                  <a:moveTo>
                    <a:pt x="200978" y="71409"/>
                  </a:moveTo>
                  <a:cubicBezTo>
                    <a:pt x="190881" y="71409"/>
                    <a:pt x="182690" y="79584"/>
                    <a:pt x="182690" y="89673"/>
                  </a:cubicBezTo>
                  <a:cubicBezTo>
                    <a:pt x="182690" y="99763"/>
                    <a:pt x="190881" y="107938"/>
                    <a:pt x="200978" y="107938"/>
                  </a:cubicBezTo>
                  <a:cubicBezTo>
                    <a:pt x="211075" y="107938"/>
                    <a:pt x="219266" y="99763"/>
                    <a:pt x="219266" y="89673"/>
                  </a:cubicBezTo>
                  <a:cubicBezTo>
                    <a:pt x="219266" y="79584"/>
                    <a:pt x="211075" y="71409"/>
                    <a:pt x="200978" y="71409"/>
                  </a:cubicBezTo>
                  <a:close/>
                  <a:moveTo>
                    <a:pt x="292418" y="162731"/>
                  </a:moveTo>
                  <a:cubicBezTo>
                    <a:pt x="282322" y="162731"/>
                    <a:pt x="274130" y="170906"/>
                    <a:pt x="274130" y="180996"/>
                  </a:cubicBezTo>
                  <a:cubicBezTo>
                    <a:pt x="274130" y="191086"/>
                    <a:pt x="282322" y="199260"/>
                    <a:pt x="292418" y="199260"/>
                  </a:cubicBezTo>
                  <a:cubicBezTo>
                    <a:pt x="302514" y="199260"/>
                    <a:pt x="310706" y="191086"/>
                    <a:pt x="310706" y="180996"/>
                  </a:cubicBezTo>
                  <a:cubicBezTo>
                    <a:pt x="310706" y="170906"/>
                    <a:pt x="302514" y="162731"/>
                    <a:pt x="292418" y="162731"/>
                  </a:cubicBezTo>
                  <a:close/>
                  <a:moveTo>
                    <a:pt x="292418" y="71409"/>
                  </a:moveTo>
                  <a:cubicBezTo>
                    <a:pt x="282322" y="71409"/>
                    <a:pt x="274130" y="79584"/>
                    <a:pt x="274130" y="89673"/>
                  </a:cubicBezTo>
                  <a:cubicBezTo>
                    <a:pt x="274130" y="99763"/>
                    <a:pt x="282322" y="107938"/>
                    <a:pt x="292418" y="107938"/>
                  </a:cubicBezTo>
                  <a:cubicBezTo>
                    <a:pt x="302514" y="107938"/>
                    <a:pt x="310706" y="99763"/>
                    <a:pt x="310706" y="89673"/>
                  </a:cubicBezTo>
                  <a:cubicBezTo>
                    <a:pt x="310706" y="79584"/>
                    <a:pt x="302514" y="71409"/>
                    <a:pt x="292418" y="71409"/>
                  </a:cubicBezTo>
                  <a:close/>
                  <a:moveTo>
                    <a:pt x="292418" y="254054"/>
                  </a:moveTo>
                  <a:cubicBezTo>
                    <a:pt x="282322" y="254054"/>
                    <a:pt x="274130" y="262228"/>
                    <a:pt x="274130" y="272318"/>
                  </a:cubicBezTo>
                  <a:cubicBezTo>
                    <a:pt x="274130" y="282408"/>
                    <a:pt x="282322" y="290583"/>
                    <a:pt x="292418" y="290583"/>
                  </a:cubicBezTo>
                  <a:cubicBezTo>
                    <a:pt x="302514" y="290583"/>
                    <a:pt x="310706" y="282408"/>
                    <a:pt x="310706" y="272318"/>
                  </a:cubicBezTo>
                  <a:cubicBezTo>
                    <a:pt x="310579" y="262304"/>
                    <a:pt x="302451" y="254244"/>
                    <a:pt x="292418" y="254244"/>
                  </a:cubicBezTo>
                  <a:close/>
                  <a:moveTo>
                    <a:pt x="292418" y="345376"/>
                  </a:moveTo>
                  <a:cubicBezTo>
                    <a:pt x="282322" y="345376"/>
                    <a:pt x="274130" y="353551"/>
                    <a:pt x="274130" y="363640"/>
                  </a:cubicBezTo>
                  <a:cubicBezTo>
                    <a:pt x="274130" y="373730"/>
                    <a:pt x="282322" y="381905"/>
                    <a:pt x="292418" y="381905"/>
                  </a:cubicBezTo>
                  <a:cubicBezTo>
                    <a:pt x="302514" y="381905"/>
                    <a:pt x="310706" y="373730"/>
                    <a:pt x="310706" y="363640"/>
                  </a:cubicBezTo>
                  <a:cubicBezTo>
                    <a:pt x="310706" y="353551"/>
                    <a:pt x="302514" y="345376"/>
                    <a:pt x="292418" y="345376"/>
                  </a:cubicBezTo>
                  <a:close/>
                  <a:moveTo>
                    <a:pt x="338138" y="208392"/>
                  </a:moveTo>
                  <a:cubicBezTo>
                    <a:pt x="328041" y="208392"/>
                    <a:pt x="319849" y="216567"/>
                    <a:pt x="319849" y="226657"/>
                  </a:cubicBezTo>
                  <a:cubicBezTo>
                    <a:pt x="319849" y="236747"/>
                    <a:pt x="328041" y="244921"/>
                    <a:pt x="338138" y="244921"/>
                  </a:cubicBezTo>
                  <a:cubicBezTo>
                    <a:pt x="348235" y="244921"/>
                    <a:pt x="356426" y="236747"/>
                    <a:pt x="356426" y="226657"/>
                  </a:cubicBezTo>
                  <a:cubicBezTo>
                    <a:pt x="356426" y="216567"/>
                    <a:pt x="348235" y="208392"/>
                    <a:pt x="338138" y="208392"/>
                  </a:cubicBezTo>
                  <a:close/>
                  <a:moveTo>
                    <a:pt x="109538" y="71409"/>
                  </a:moveTo>
                  <a:cubicBezTo>
                    <a:pt x="99441" y="71409"/>
                    <a:pt x="91249" y="79584"/>
                    <a:pt x="91249" y="89673"/>
                  </a:cubicBezTo>
                  <a:cubicBezTo>
                    <a:pt x="91249" y="99763"/>
                    <a:pt x="99441" y="107938"/>
                    <a:pt x="109538" y="107938"/>
                  </a:cubicBezTo>
                  <a:cubicBezTo>
                    <a:pt x="119635" y="107938"/>
                    <a:pt x="127826" y="99763"/>
                    <a:pt x="127826" y="89673"/>
                  </a:cubicBezTo>
                  <a:cubicBezTo>
                    <a:pt x="127826" y="79584"/>
                    <a:pt x="119635" y="71409"/>
                    <a:pt x="109538" y="71409"/>
                  </a:cubicBezTo>
                  <a:close/>
                  <a:moveTo>
                    <a:pt x="246698" y="25748"/>
                  </a:moveTo>
                  <a:cubicBezTo>
                    <a:pt x="236601" y="25748"/>
                    <a:pt x="228410" y="33922"/>
                    <a:pt x="228410" y="44012"/>
                  </a:cubicBezTo>
                  <a:cubicBezTo>
                    <a:pt x="228410" y="54102"/>
                    <a:pt x="236601" y="62277"/>
                    <a:pt x="246698" y="62277"/>
                  </a:cubicBezTo>
                  <a:cubicBezTo>
                    <a:pt x="256794" y="62277"/>
                    <a:pt x="264986" y="54102"/>
                    <a:pt x="264986" y="44012"/>
                  </a:cubicBezTo>
                  <a:cubicBezTo>
                    <a:pt x="264859" y="33998"/>
                    <a:pt x="256731" y="25938"/>
                    <a:pt x="246698" y="25938"/>
                  </a:cubicBezTo>
                  <a:close/>
                  <a:moveTo>
                    <a:pt x="338138" y="117070"/>
                  </a:moveTo>
                  <a:cubicBezTo>
                    <a:pt x="328041" y="117070"/>
                    <a:pt x="319849" y="125245"/>
                    <a:pt x="319849" y="135335"/>
                  </a:cubicBezTo>
                  <a:cubicBezTo>
                    <a:pt x="319849" y="145424"/>
                    <a:pt x="328041" y="153599"/>
                    <a:pt x="338138" y="153599"/>
                  </a:cubicBezTo>
                  <a:cubicBezTo>
                    <a:pt x="348235" y="153599"/>
                    <a:pt x="356426" y="145424"/>
                    <a:pt x="356426" y="135335"/>
                  </a:cubicBezTo>
                  <a:cubicBezTo>
                    <a:pt x="356426" y="125245"/>
                    <a:pt x="348235" y="117070"/>
                    <a:pt x="338138" y="117070"/>
                  </a:cubicBezTo>
                  <a:close/>
                  <a:moveTo>
                    <a:pt x="658178" y="528021"/>
                  </a:moveTo>
                  <a:cubicBezTo>
                    <a:pt x="648018" y="527983"/>
                    <a:pt x="639826" y="536164"/>
                    <a:pt x="639763" y="546285"/>
                  </a:cubicBezTo>
                  <a:cubicBezTo>
                    <a:pt x="639700" y="556407"/>
                    <a:pt x="647891" y="564638"/>
                    <a:pt x="658051" y="564676"/>
                  </a:cubicBezTo>
                  <a:cubicBezTo>
                    <a:pt x="668211" y="564714"/>
                    <a:pt x="676402" y="556533"/>
                    <a:pt x="676466" y="546412"/>
                  </a:cubicBezTo>
                  <a:cubicBezTo>
                    <a:pt x="676466" y="546367"/>
                    <a:pt x="676466" y="546330"/>
                    <a:pt x="676466" y="546285"/>
                  </a:cubicBezTo>
                  <a:cubicBezTo>
                    <a:pt x="676466" y="536195"/>
                    <a:pt x="668275" y="528021"/>
                    <a:pt x="658178" y="528021"/>
                  </a:cubicBezTo>
                  <a:close/>
                  <a:moveTo>
                    <a:pt x="338138" y="391037"/>
                  </a:moveTo>
                  <a:cubicBezTo>
                    <a:pt x="328041" y="391037"/>
                    <a:pt x="319849" y="399212"/>
                    <a:pt x="319849" y="409302"/>
                  </a:cubicBezTo>
                  <a:cubicBezTo>
                    <a:pt x="319849" y="419391"/>
                    <a:pt x="328041" y="427566"/>
                    <a:pt x="338138" y="427566"/>
                  </a:cubicBezTo>
                  <a:cubicBezTo>
                    <a:pt x="348235" y="427566"/>
                    <a:pt x="356426" y="419391"/>
                    <a:pt x="356426" y="409302"/>
                  </a:cubicBezTo>
                  <a:cubicBezTo>
                    <a:pt x="356426" y="399212"/>
                    <a:pt x="348235" y="391037"/>
                    <a:pt x="338138" y="391037"/>
                  </a:cubicBezTo>
                  <a:close/>
                  <a:moveTo>
                    <a:pt x="155258" y="25748"/>
                  </a:moveTo>
                  <a:cubicBezTo>
                    <a:pt x="145162" y="25748"/>
                    <a:pt x="136970" y="33922"/>
                    <a:pt x="136970" y="44012"/>
                  </a:cubicBezTo>
                  <a:cubicBezTo>
                    <a:pt x="136970" y="54102"/>
                    <a:pt x="145162" y="62277"/>
                    <a:pt x="155258" y="62277"/>
                  </a:cubicBezTo>
                  <a:cubicBezTo>
                    <a:pt x="165354" y="62277"/>
                    <a:pt x="173546" y="54102"/>
                    <a:pt x="173546" y="44012"/>
                  </a:cubicBezTo>
                  <a:cubicBezTo>
                    <a:pt x="173419" y="33998"/>
                    <a:pt x="165291" y="25938"/>
                    <a:pt x="155258" y="25938"/>
                  </a:cubicBezTo>
                  <a:close/>
                  <a:moveTo>
                    <a:pt x="155258" y="117070"/>
                  </a:moveTo>
                  <a:cubicBezTo>
                    <a:pt x="145162" y="117070"/>
                    <a:pt x="136970" y="125245"/>
                    <a:pt x="136970" y="135335"/>
                  </a:cubicBezTo>
                  <a:cubicBezTo>
                    <a:pt x="136970" y="145424"/>
                    <a:pt x="145162" y="153599"/>
                    <a:pt x="155258" y="153599"/>
                  </a:cubicBezTo>
                  <a:cubicBezTo>
                    <a:pt x="165354" y="153599"/>
                    <a:pt x="173546" y="145424"/>
                    <a:pt x="173546" y="135335"/>
                  </a:cubicBezTo>
                  <a:cubicBezTo>
                    <a:pt x="173546" y="125245"/>
                    <a:pt x="165354" y="117070"/>
                    <a:pt x="155258" y="117070"/>
                  </a:cubicBezTo>
                  <a:close/>
                  <a:moveTo>
                    <a:pt x="200978" y="254054"/>
                  </a:moveTo>
                  <a:cubicBezTo>
                    <a:pt x="190881" y="254054"/>
                    <a:pt x="182690" y="262228"/>
                    <a:pt x="182690" y="272318"/>
                  </a:cubicBezTo>
                  <a:cubicBezTo>
                    <a:pt x="182690" y="282408"/>
                    <a:pt x="190881" y="290583"/>
                    <a:pt x="200978" y="290583"/>
                  </a:cubicBezTo>
                  <a:cubicBezTo>
                    <a:pt x="211075" y="290583"/>
                    <a:pt x="219266" y="282408"/>
                    <a:pt x="219266" y="272318"/>
                  </a:cubicBezTo>
                  <a:cubicBezTo>
                    <a:pt x="219139" y="262304"/>
                    <a:pt x="211011" y="254244"/>
                    <a:pt x="200978" y="254244"/>
                  </a:cubicBezTo>
                  <a:close/>
                  <a:moveTo>
                    <a:pt x="155258" y="208392"/>
                  </a:moveTo>
                  <a:cubicBezTo>
                    <a:pt x="145162" y="208392"/>
                    <a:pt x="136970" y="216567"/>
                    <a:pt x="136970" y="226657"/>
                  </a:cubicBezTo>
                  <a:cubicBezTo>
                    <a:pt x="136970" y="236747"/>
                    <a:pt x="145162" y="244921"/>
                    <a:pt x="155258" y="244921"/>
                  </a:cubicBezTo>
                  <a:cubicBezTo>
                    <a:pt x="165354" y="244921"/>
                    <a:pt x="173546" y="236747"/>
                    <a:pt x="173546" y="226657"/>
                  </a:cubicBezTo>
                  <a:cubicBezTo>
                    <a:pt x="173546" y="216567"/>
                    <a:pt x="165354" y="208392"/>
                    <a:pt x="155258" y="208392"/>
                  </a:cubicBezTo>
                  <a:close/>
                  <a:moveTo>
                    <a:pt x="200978" y="162731"/>
                  </a:moveTo>
                  <a:cubicBezTo>
                    <a:pt x="190881" y="162731"/>
                    <a:pt x="182690" y="170906"/>
                    <a:pt x="182690" y="180996"/>
                  </a:cubicBezTo>
                  <a:cubicBezTo>
                    <a:pt x="182690" y="191086"/>
                    <a:pt x="190881" y="199260"/>
                    <a:pt x="200978" y="199260"/>
                  </a:cubicBezTo>
                  <a:cubicBezTo>
                    <a:pt x="211075" y="199260"/>
                    <a:pt x="219266" y="191086"/>
                    <a:pt x="219266" y="180996"/>
                  </a:cubicBezTo>
                  <a:cubicBezTo>
                    <a:pt x="219266" y="170906"/>
                    <a:pt x="211075" y="162731"/>
                    <a:pt x="200978" y="162731"/>
                  </a:cubicBezTo>
                  <a:close/>
                  <a:moveTo>
                    <a:pt x="246698" y="208392"/>
                  </a:moveTo>
                  <a:cubicBezTo>
                    <a:pt x="236601" y="208392"/>
                    <a:pt x="228410" y="216567"/>
                    <a:pt x="228410" y="226657"/>
                  </a:cubicBezTo>
                  <a:cubicBezTo>
                    <a:pt x="228410" y="236747"/>
                    <a:pt x="236601" y="244921"/>
                    <a:pt x="246698" y="244921"/>
                  </a:cubicBezTo>
                  <a:cubicBezTo>
                    <a:pt x="256794" y="244921"/>
                    <a:pt x="264986" y="236747"/>
                    <a:pt x="264986" y="226657"/>
                  </a:cubicBezTo>
                  <a:cubicBezTo>
                    <a:pt x="264986" y="216567"/>
                    <a:pt x="256794" y="208392"/>
                    <a:pt x="246698" y="208392"/>
                  </a:cubicBezTo>
                  <a:close/>
                  <a:moveTo>
                    <a:pt x="246698" y="299715"/>
                  </a:moveTo>
                  <a:cubicBezTo>
                    <a:pt x="236601" y="299715"/>
                    <a:pt x="228410" y="307890"/>
                    <a:pt x="228410" y="317979"/>
                  </a:cubicBezTo>
                  <a:cubicBezTo>
                    <a:pt x="228410" y="328069"/>
                    <a:pt x="236601" y="336244"/>
                    <a:pt x="246698" y="336244"/>
                  </a:cubicBezTo>
                  <a:cubicBezTo>
                    <a:pt x="256794" y="336244"/>
                    <a:pt x="264986" y="328069"/>
                    <a:pt x="264986" y="317979"/>
                  </a:cubicBezTo>
                  <a:cubicBezTo>
                    <a:pt x="264986" y="307890"/>
                    <a:pt x="256794" y="299715"/>
                    <a:pt x="246698" y="299715"/>
                  </a:cubicBezTo>
                  <a:close/>
                  <a:moveTo>
                    <a:pt x="338138" y="25748"/>
                  </a:moveTo>
                  <a:cubicBezTo>
                    <a:pt x="328041" y="25748"/>
                    <a:pt x="319849" y="33922"/>
                    <a:pt x="319849" y="44012"/>
                  </a:cubicBezTo>
                  <a:cubicBezTo>
                    <a:pt x="319849" y="54102"/>
                    <a:pt x="328041" y="62277"/>
                    <a:pt x="338138" y="62277"/>
                  </a:cubicBezTo>
                  <a:cubicBezTo>
                    <a:pt x="348235" y="62277"/>
                    <a:pt x="356426" y="54102"/>
                    <a:pt x="356426" y="44012"/>
                  </a:cubicBezTo>
                  <a:cubicBezTo>
                    <a:pt x="356299" y="33998"/>
                    <a:pt x="348171" y="25938"/>
                    <a:pt x="338138" y="25938"/>
                  </a:cubicBezTo>
                  <a:close/>
                  <a:moveTo>
                    <a:pt x="246698" y="117070"/>
                  </a:moveTo>
                  <a:cubicBezTo>
                    <a:pt x="236601" y="117070"/>
                    <a:pt x="228410" y="125245"/>
                    <a:pt x="228410" y="135335"/>
                  </a:cubicBezTo>
                  <a:cubicBezTo>
                    <a:pt x="228410" y="145424"/>
                    <a:pt x="236601" y="153599"/>
                    <a:pt x="246698" y="153599"/>
                  </a:cubicBezTo>
                  <a:cubicBezTo>
                    <a:pt x="256794" y="153599"/>
                    <a:pt x="264986" y="145424"/>
                    <a:pt x="264986" y="135335"/>
                  </a:cubicBezTo>
                  <a:cubicBezTo>
                    <a:pt x="264986" y="125245"/>
                    <a:pt x="256794" y="117070"/>
                    <a:pt x="246698" y="117070"/>
                  </a:cubicBezTo>
                  <a:close/>
                  <a:moveTo>
                    <a:pt x="1023938" y="345376"/>
                  </a:moveTo>
                  <a:cubicBezTo>
                    <a:pt x="1013841" y="345376"/>
                    <a:pt x="1005650" y="353551"/>
                    <a:pt x="1005650" y="363640"/>
                  </a:cubicBezTo>
                  <a:cubicBezTo>
                    <a:pt x="1005650" y="373730"/>
                    <a:pt x="1013841" y="381905"/>
                    <a:pt x="1023938" y="381905"/>
                  </a:cubicBezTo>
                  <a:cubicBezTo>
                    <a:pt x="1034035" y="381905"/>
                    <a:pt x="1042226" y="373730"/>
                    <a:pt x="1042226" y="363640"/>
                  </a:cubicBezTo>
                  <a:cubicBezTo>
                    <a:pt x="1042226" y="353551"/>
                    <a:pt x="1034035" y="345376"/>
                    <a:pt x="1023938" y="345376"/>
                  </a:cubicBezTo>
                  <a:close/>
                  <a:moveTo>
                    <a:pt x="978218" y="25748"/>
                  </a:moveTo>
                  <a:cubicBezTo>
                    <a:pt x="968122" y="25748"/>
                    <a:pt x="959930" y="33922"/>
                    <a:pt x="959930" y="44012"/>
                  </a:cubicBezTo>
                  <a:cubicBezTo>
                    <a:pt x="959930" y="54102"/>
                    <a:pt x="968122" y="62277"/>
                    <a:pt x="978218" y="62277"/>
                  </a:cubicBezTo>
                  <a:cubicBezTo>
                    <a:pt x="988314" y="62277"/>
                    <a:pt x="996506" y="54102"/>
                    <a:pt x="996506" y="44012"/>
                  </a:cubicBezTo>
                  <a:cubicBezTo>
                    <a:pt x="996379" y="33998"/>
                    <a:pt x="988251" y="25938"/>
                    <a:pt x="978218" y="25938"/>
                  </a:cubicBezTo>
                  <a:close/>
                  <a:moveTo>
                    <a:pt x="1023938" y="436698"/>
                  </a:moveTo>
                  <a:cubicBezTo>
                    <a:pt x="1013841" y="436698"/>
                    <a:pt x="1005650" y="444873"/>
                    <a:pt x="1005650" y="454963"/>
                  </a:cubicBezTo>
                  <a:cubicBezTo>
                    <a:pt x="1005650" y="465053"/>
                    <a:pt x="1013841" y="473227"/>
                    <a:pt x="1023938" y="473227"/>
                  </a:cubicBezTo>
                  <a:cubicBezTo>
                    <a:pt x="1034035" y="473227"/>
                    <a:pt x="1042226" y="465053"/>
                    <a:pt x="1042226" y="454963"/>
                  </a:cubicBezTo>
                  <a:cubicBezTo>
                    <a:pt x="1042226" y="444873"/>
                    <a:pt x="1034035" y="436698"/>
                    <a:pt x="1023938" y="436698"/>
                  </a:cubicBezTo>
                  <a:close/>
                  <a:moveTo>
                    <a:pt x="978218" y="117070"/>
                  </a:moveTo>
                  <a:cubicBezTo>
                    <a:pt x="968122" y="117070"/>
                    <a:pt x="959930" y="125245"/>
                    <a:pt x="959930" y="135335"/>
                  </a:cubicBezTo>
                  <a:cubicBezTo>
                    <a:pt x="959930" y="145424"/>
                    <a:pt x="968122" y="153599"/>
                    <a:pt x="978218" y="153599"/>
                  </a:cubicBezTo>
                  <a:cubicBezTo>
                    <a:pt x="988314" y="153599"/>
                    <a:pt x="996506" y="145424"/>
                    <a:pt x="996506" y="135335"/>
                  </a:cubicBezTo>
                  <a:cubicBezTo>
                    <a:pt x="996506" y="125245"/>
                    <a:pt x="988314" y="117070"/>
                    <a:pt x="978218" y="117070"/>
                  </a:cubicBezTo>
                  <a:close/>
                  <a:moveTo>
                    <a:pt x="1069658" y="391037"/>
                  </a:moveTo>
                  <a:cubicBezTo>
                    <a:pt x="1059562" y="391037"/>
                    <a:pt x="1051370" y="399212"/>
                    <a:pt x="1051370" y="409302"/>
                  </a:cubicBezTo>
                  <a:cubicBezTo>
                    <a:pt x="1051370" y="419391"/>
                    <a:pt x="1059562" y="427566"/>
                    <a:pt x="1069658" y="427566"/>
                  </a:cubicBezTo>
                  <a:cubicBezTo>
                    <a:pt x="1079754" y="427566"/>
                    <a:pt x="1087946" y="419391"/>
                    <a:pt x="1087946" y="409302"/>
                  </a:cubicBezTo>
                  <a:cubicBezTo>
                    <a:pt x="1087946" y="399212"/>
                    <a:pt x="1079754" y="391037"/>
                    <a:pt x="1069658" y="391037"/>
                  </a:cubicBezTo>
                  <a:close/>
                  <a:moveTo>
                    <a:pt x="1023938" y="254054"/>
                  </a:moveTo>
                  <a:cubicBezTo>
                    <a:pt x="1013841" y="254054"/>
                    <a:pt x="1005650" y="262228"/>
                    <a:pt x="1005650" y="272318"/>
                  </a:cubicBezTo>
                  <a:cubicBezTo>
                    <a:pt x="1005650" y="282408"/>
                    <a:pt x="1013841" y="290583"/>
                    <a:pt x="1023938" y="290583"/>
                  </a:cubicBezTo>
                  <a:cubicBezTo>
                    <a:pt x="1034035" y="290583"/>
                    <a:pt x="1042226" y="282408"/>
                    <a:pt x="1042226" y="272318"/>
                  </a:cubicBezTo>
                  <a:cubicBezTo>
                    <a:pt x="1042099" y="262304"/>
                    <a:pt x="1033971" y="254244"/>
                    <a:pt x="1023938" y="254244"/>
                  </a:cubicBezTo>
                  <a:close/>
                  <a:moveTo>
                    <a:pt x="1023938" y="71409"/>
                  </a:moveTo>
                  <a:cubicBezTo>
                    <a:pt x="1013841" y="71409"/>
                    <a:pt x="1005650" y="79584"/>
                    <a:pt x="1005650" y="89673"/>
                  </a:cubicBezTo>
                  <a:cubicBezTo>
                    <a:pt x="1005650" y="99763"/>
                    <a:pt x="1013841" y="107938"/>
                    <a:pt x="1023938" y="107938"/>
                  </a:cubicBezTo>
                  <a:cubicBezTo>
                    <a:pt x="1034035" y="107938"/>
                    <a:pt x="1042226" y="99763"/>
                    <a:pt x="1042226" y="89673"/>
                  </a:cubicBezTo>
                  <a:cubicBezTo>
                    <a:pt x="1042226" y="79584"/>
                    <a:pt x="1034035" y="71409"/>
                    <a:pt x="1023938" y="71409"/>
                  </a:cubicBezTo>
                  <a:close/>
                  <a:moveTo>
                    <a:pt x="978218" y="208392"/>
                  </a:moveTo>
                  <a:cubicBezTo>
                    <a:pt x="968122" y="208392"/>
                    <a:pt x="959930" y="216567"/>
                    <a:pt x="959930" y="226657"/>
                  </a:cubicBezTo>
                  <a:cubicBezTo>
                    <a:pt x="959930" y="236747"/>
                    <a:pt x="968122" y="244921"/>
                    <a:pt x="978218" y="244921"/>
                  </a:cubicBezTo>
                  <a:cubicBezTo>
                    <a:pt x="988314" y="244921"/>
                    <a:pt x="996506" y="236747"/>
                    <a:pt x="996506" y="226657"/>
                  </a:cubicBezTo>
                  <a:cubicBezTo>
                    <a:pt x="996506" y="216567"/>
                    <a:pt x="988314" y="208392"/>
                    <a:pt x="978218" y="208392"/>
                  </a:cubicBezTo>
                  <a:close/>
                  <a:moveTo>
                    <a:pt x="1023938" y="162731"/>
                  </a:moveTo>
                  <a:cubicBezTo>
                    <a:pt x="1013841" y="162731"/>
                    <a:pt x="1005650" y="170906"/>
                    <a:pt x="1005650" y="180996"/>
                  </a:cubicBezTo>
                  <a:cubicBezTo>
                    <a:pt x="1005650" y="191086"/>
                    <a:pt x="1013841" y="199260"/>
                    <a:pt x="1023938" y="199260"/>
                  </a:cubicBezTo>
                  <a:cubicBezTo>
                    <a:pt x="1034035" y="199260"/>
                    <a:pt x="1042226" y="191086"/>
                    <a:pt x="1042226" y="180996"/>
                  </a:cubicBezTo>
                  <a:cubicBezTo>
                    <a:pt x="1042226" y="170906"/>
                    <a:pt x="1034035" y="162731"/>
                    <a:pt x="1023938" y="162731"/>
                  </a:cubicBezTo>
                  <a:close/>
                  <a:moveTo>
                    <a:pt x="932498" y="528021"/>
                  </a:moveTo>
                  <a:cubicBezTo>
                    <a:pt x="922338" y="527983"/>
                    <a:pt x="914147" y="536164"/>
                    <a:pt x="914083" y="546285"/>
                  </a:cubicBezTo>
                  <a:cubicBezTo>
                    <a:pt x="914019" y="556407"/>
                    <a:pt x="922211" y="564638"/>
                    <a:pt x="932371" y="564676"/>
                  </a:cubicBezTo>
                  <a:cubicBezTo>
                    <a:pt x="942531" y="564714"/>
                    <a:pt x="950723" y="556533"/>
                    <a:pt x="950786" y="546412"/>
                  </a:cubicBezTo>
                  <a:cubicBezTo>
                    <a:pt x="950786" y="546367"/>
                    <a:pt x="950786" y="546330"/>
                    <a:pt x="950786" y="546285"/>
                  </a:cubicBezTo>
                  <a:cubicBezTo>
                    <a:pt x="950786" y="536195"/>
                    <a:pt x="942594" y="528021"/>
                    <a:pt x="932498" y="528021"/>
                  </a:cubicBezTo>
                  <a:close/>
                  <a:moveTo>
                    <a:pt x="932498" y="436698"/>
                  </a:moveTo>
                  <a:cubicBezTo>
                    <a:pt x="922401" y="436698"/>
                    <a:pt x="914210" y="444873"/>
                    <a:pt x="914210" y="454963"/>
                  </a:cubicBezTo>
                  <a:cubicBezTo>
                    <a:pt x="914210" y="465053"/>
                    <a:pt x="922401" y="473227"/>
                    <a:pt x="932498" y="473227"/>
                  </a:cubicBezTo>
                  <a:cubicBezTo>
                    <a:pt x="942594" y="473227"/>
                    <a:pt x="950786" y="465053"/>
                    <a:pt x="950786" y="454963"/>
                  </a:cubicBezTo>
                  <a:cubicBezTo>
                    <a:pt x="950786" y="444873"/>
                    <a:pt x="942594" y="436698"/>
                    <a:pt x="932498" y="436698"/>
                  </a:cubicBezTo>
                  <a:close/>
                  <a:moveTo>
                    <a:pt x="932498" y="345376"/>
                  </a:moveTo>
                  <a:cubicBezTo>
                    <a:pt x="922401" y="345376"/>
                    <a:pt x="914210" y="353551"/>
                    <a:pt x="914210" y="363640"/>
                  </a:cubicBezTo>
                  <a:cubicBezTo>
                    <a:pt x="914210" y="373730"/>
                    <a:pt x="922401" y="381905"/>
                    <a:pt x="932498" y="381905"/>
                  </a:cubicBezTo>
                  <a:cubicBezTo>
                    <a:pt x="942594" y="381905"/>
                    <a:pt x="950786" y="373730"/>
                    <a:pt x="950786" y="363640"/>
                  </a:cubicBezTo>
                  <a:cubicBezTo>
                    <a:pt x="950786" y="353551"/>
                    <a:pt x="942594" y="345376"/>
                    <a:pt x="932498" y="345376"/>
                  </a:cubicBezTo>
                  <a:close/>
                  <a:moveTo>
                    <a:pt x="1069658" y="299715"/>
                  </a:moveTo>
                  <a:cubicBezTo>
                    <a:pt x="1059562" y="299715"/>
                    <a:pt x="1051370" y="307890"/>
                    <a:pt x="1051370" y="317979"/>
                  </a:cubicBezTo>
                  <a:cubicBezTo>
                    <a:pt x="1051370" y="328069"/>
                    <a:pt x="1059562" y="336244"/>
                    <a:pt x="1069658" y="336244"/>
                  </a:cubicBezTo>
                  <a:cubicBezTo>
                    <a:pt x="1079754" y="336244"/>
                    <a:pt x="1087946" y="328069"/>
                    <a:pt x="1087946" y="317979"/>
                  </a:cubicBezTo>
                  <a:cubicBezTo>
                    <a:pt x="1087946" y="307890"/>
                    <a:pt x="1079754" y="299715"/>
                    <a:pt x="1069658" y="299715"/>
                  </a:cubicBezTo>
                  <a:close/>
                  <a:moveTo>
                    <a:pt x="886778" y="25748"/>
                  </a:moveTo>
                  <a:cubicBezTo>
                    <a:pt x="876681" y="25748"/>
                    <a:pt x="868490" y="33922"/>
                    <a:pt x="868490" y="44012"/>
                  </a:cubicBezTo>
                  <a:cubicBezTo>
                    <a:pt x="868490" y="54102"/>
                    <a:pt x="876681" y="62277"/>
                    <a:pt x="886778" y="62277"/>
                  </a:cubicBezTo>
                  <a:cubicBezTo>
                    <a:pt x="896875" y="62277"/>
                    <a:pt x="905066" y="54102"/>
                    <a:pt x="905066" y="44012"/>
                  </a:cubicBezTo>
                  <a:cubicBezTo>
                    <a:pt x="904939" y="33998"/>
                    <a:pt x="896811" y="25938"/>
                    <a:pt x="886778" y="25938"/>
                  </a:cubicBezTo>
                  <a:close/>
                  <a:moveTo>
                    <a:pt x="932498" y="162731"/>
                  </a:moveTo>
                  <a:cubicBezTo>
                    <a:pt x="922401" y="162731"/>
                    <a:pt x="914210" y="170906"/>
                    <a:pt x="914210" y="180996"/>
                  </a:cubicBezTo>
                  <a:cubicBezTo>
                    <a:pt x="914210" y="191086"/>
                    <a:pt x="922401" y="199260"/>
                    <a:pt x="932498" y="199260"/>
                  </a:cubicBezTo>
                  <a:cubicBezTo>
                    <a:pt x="942594" y="199260"/>
                    <a:pt x="950786" y="191086"/>
                    <a:pt x="950786" y="180996"/>
                  </a:cubicBezTo>
                  <a:cubicBezTo>
                    <a:pt x="950786" y="170906"/>
                    <a:pt x="942594" y="162731"/>
                    <a:pt x="932498" y="162731"/>
                  </a:cubicBezTo>
                  <a:close/>
                  <a:moveTo>
                    <a:pt x="978218" y="482359"/>
                  </a:moveTo>
                  <a:cubicBezTo>
                    <a:pt x="968122" y="482359"/>
                    <a:pt x="959930" y="490534"/>
                    <a:pt x="959930" y="500624"/>
                  </a:cubicBezTo>
                  <a:cubicBezTo>
                    <a:pt x="959930" y="510714"/>
                    <a:pt x="968122" y="518888"/>
                    <a:pt x="978218" y="518888"/>
                  </a:cubicBezTo>
                  <a:cubicBezTo>
                    <a:pt x="988314" y="518888"/>
                    <a:pt x="996506" y="510714"/>
                    <a:pt x="996506" y="500624"/>
                  </a:cubicBezTo>
                  <a:cubicBezTo>
                    <a:pt x="996379" y="490610"/>
                    <a:pt x="988251" y="482550"/>
                    <a:pt x="978218" y="482550"/>
                  </a:cubicBezTo>
                  <a:close/>
                  <a:moveTo>
                    <a:pt x="978218" y="299715"/>
                  </a:moveTo>
                  <a:cubicBezTo>
                    <a:pt x="968122" y="299715"/>
                    <a:pt x="959930" y="307890"/>
                    <a:pt x="959930" y="317979"/>
                  </a:cubicBezTo>
                  <a:cubicBezTo>
                    <a:pt x="959930" y="328069"/>
                    <a:pt x="968122" y="336244"/>
                    <a:pt x="978218" y="336244"/>
                  </a:cubicBezTo>
                  <a:cubicBezTo>
                    <a:pt x="988314" y="336244"/>
                    <a:pt x="996506" y="328069"/>
                    <a:pt x="996506" y="317979"/>
                  </a:cubicBezTo>
                  <a:cubicBezTo>
                    <a:pt x="996506" y="307890"/>
                    <a:pt x="988314" y="299715"/>
                    <a:pt x="978218" y="299715"/>
                  </a:cubicBezTo>
                  <a:close/>
                  <a:moveTo>
                    <a:pt x="978218" y="391037"/>
                  </a:moveTo>
                  <a:cubicBezTo>
                    <a:pt x="968122" y="391037"/>
                    <a:pt x="959930" y="399212"/>
                    <a:pt x="959930" y="409302"/>
                  </a:cubicBezTo>
                  <a:cubicBezTo>
                    <a:pt x="959930" y="419391"/>
                    <a:pt x="968122" y="427566"/>
                    <a:pt x="978218" y="427566"/>
                  </a:cubicBezTo>
                  <a:cubicBezTo>
                    <a:pt x="988314" y="427566"/>
                    <a:pt x="996506" y="419391"/>
                    <a:pt x="996506" y="409302"/>
                  </a:cubicBezTo>
                  <a:cubicBezTo>
                    <a:pt x="996506" y="399212"/>
                    <a:pt x="988314" y="391037"/>
                    <a:pt x="978218" y="391037"/>
                  </a:cubicBezTo>
                  <a:close/>
                  <a:moveTo>
                    <a:pt x="932498" y="71409"/>
                  </a:moveTo>
                  <a:cubicBezTo>
                    <a:pt x="922401" y="71409"/>
                    <a:pt x="914210" y="79584"/>
                    <a:pt x="914210" y="89673"/>
                  </a:cubicBezTo>
                  <a:cubicBezTo>
                    <a:pt x="914210" y="99763"/>
                    <a:pt x="922401" y="107938"/>
                    <a:pt x="932498" y="107938"/>
                  </a:cubicBezTo>
                  <a:cubicBezTo>
                    <a:pt x="942594" y="107938"/>
                    <a:pt x="950786" y="99763"/>
                    <a:pt x="950786" y="89673"/>
                  </a:cubicBezTo>
                  <a:cubicBezTo>
                    <a:pt x="950786" y="79584"/>
                    <a:pt x="942594" y="71409"/>
                    <a:pt x="932498" y="71409"/>
                  </a:cubicBezTo>
                  <a:close/>
                  <a:moveTo>
                    <a:pt x="932498" y="254054"/>
                  </a:moveTo>
                  <a:cubicBezTo>
                    <a:pt x="922401" y="254054"/>
                    <a:pt x="914210" y="262228"/>
                    <a:pt x="914210" y="272318"/>
                  </a:cubicBezTo>
                  <a:cubicBezTo>
                    <a:pt x="914210" y="282408"/>
                    <a:pt x="922401" y="290583"/>
                    <a:pt x="932498" y="290583"/>
                  </a:cubicBezTo>
                  <a:cubicBezTo>
                    <a:pt x="942594" y="290583"/>
                    <a:pt x="950786" y="282408"/>
                    <a:pt x="950786" y="272318"/>
                  </a:cubicBezTo>
                  <a:cubicBezTo>
                    <a:pt x="950659" y="262304"/>
                    <a:pt x="942531" y="254244"/>
                    <a:pt x="932498" y="254244"/>
                  </a:cubicBezTo>
                  <a:close/>
                  <a:moveTo>
                    <a:pt x="1206818" y="162731"/>
                  </a:moveTo>
                  <a:cubicBezTo>
                    <a:pt x="1196722" y="162731"/>
                    <a:pt x="1188530" y="170906"/>
                    <a:pt x="1188530" y="180996"/>
                  </a:cubicBezTo>
                  <a:cubicBezTo>
                    <a:pt x="1188530" y="191086"/>
                    <a:pt x="1196722" y="199260"/>
                    <a:pt x="1206818" y="199260"/>
                  </a:cubicBezTo>
                  <a:cubicBezTo>
                    <a:pt x="1216914" y="199260"/>
                    <a:pt x="1225106" y="191086"/>
                    <a:pt x="1225106" y="180996"/>
                  </a:cubicBezTo>
                  <a:cubicBezTo>
                    <a:pt x="1225106" y="170906"/>
                    <a:pt x="1216914" y="162731"/>
                    <a:pt x="1206818" y="162731"/>
                  </a:cubicBezTo>
                  <a:close/>
                  <a:moveTo>
                    <a:pt x="1206818" y="71409"/>
                  </a:moveTo>
                  <a:cubicBezTo>
                    <a:pt x="1196722" y="71409"/>
                    <a:pt x="1188530" y="79584"/>
                    <a:pt x="1188530" y="89673"/>
                  </a:cubicBezTo>
                  <a:cubicBezTo>
                    <a:pt x="1188530" y="99763"/>
                    <a:pt x="1196722" y="107938"/>
                    <a:pt x="1206818" y="107938"/>
                  </a:cubicBezTo>
                  <a:cubicBezTo>
                    <a:pt x="1216914" y="107938"/>
                    <a:pt x="1225106" y="99763"/>
                    <a:pt x="1225106" y="89673"/>
                  </a:cubicBezTo>
                  <a:cubicBezTo>
                    <a:pt x="1225106" y="79584"/>
                    <a:pt x="1216914" y="71409"/>
                    <a:pt x="1206818" y="71409"/>
                  </a:cubicBezTo>
                  <a:close/>
                  <a:moveTo>
                    <a:pt x="1188593" y="272318"/>
                  </a:moveTo>
                  <a:cubicBezTo>
                    <a:pt x="1188593" y="276599"/>
                    <a:pt x="1190117" y="280734"/>
                    <a:pt x="1192912" y="283987"/>
                  </a:cubicBezTo>
                  <a:cubicBezTo>
                    <a:pt x="1198309" y="274221"/>
                    <a:pt x="1203706" y="264327"/>
                    <a:pt x="1209104" y="254307"/>
                  </a:cubicBezTo>
                  <a:cubicBezTo>
                    <a:pt x="1208342" y="254244"/>
                    <a:pt x="1207643" y="254244"/>
                    <a:pt x="1206881" y="254307"/>
                  </a:cubicBezTo>
                  <a:cubicBezTo>
                    <a:pt x="1196849" y="254307"/>
                    <a:pt x="1188721" y="262330"/>
                    <a:pt x="1188593" y="272318"/>
                  </a:cubicBezTo>
                  <a:close/>
                  <a:moveTo>
                    <a:pt x="658241" y="436698"/>
                  </a:moveTo>
                  <a:cubicBezTo>
                    <a:pt x="648145" y="436698"/>
                    <a:pt x="639953" y="444873"/>
                    <a:pt x="639953" y="454963"/>
                  </a:cubicBezTo>
                  <a:cubicBezTo>
                    <a:pt x="639953" y="465053"/>
                    <a:pt x="648145" y="473227"/>
                    <a:pt x="658241" y="473227"/>
                  </a:cubicBezTo>
                  <a:cubicBezTo>
                    <a:pt x="668338" y="473227"/>
                    <a:pt x="676529" y="465053"/>
                    <a:pt x="676529" y="454963"/>
                  </a:cubicBezTo>
                  <a:cubicBezTo>
                    <a:pt x="676529" y="444873"/>
                    <a:pt x="668338" y="436698"/>
                    <a:pt x="658241" y="436698"/>
                  </a:cubicBezTo>
                  <a:cubicBezTo>
                    <a:pt x="658241" y="436698"/>
                    <a:pt x="658178" y="436698"/>
                    <a:pt x="658178" y="436698"/>
                  </a:cubicBezTo>
                  <a:close/>
                  <a:moveTo>
                    <a:pt x="1161162" y="25748"/>
                  </a:moveTo>
                  <a:cubicBezTo>
                    <a:pt x="1151065" y="25748"/>
                    <a:pt x="1142874" y="33922"/>
                    <a:pt x="1142874" y="44012"/>
                  </a:cubicBezTo>
                  <a:cubicBezTo>
                    <a:pt x="1142874" y="54102"/>
                    <a:pt x="1151065" y="62277"/>
                    <a:pt x="1161162" y="62277"/>
                  </a:cubicBezTo>
                  <a:cubicBezTo>
                    <a:pt x="1171258" y="62277"/>
                    <a:pt x="1179450" y="54102"/>
                    <a:pt x="1179450" y="44012"/>
                  </a:cubicBezTo>
                  <a:cubicBezTo>
                    <a:pt x="1179323" y="33973"/>
                    <a:pt x="1171131" y="25900"/>
                    <a:pt x="1161098" y="25938"/>
                  </a:cubicBezTo>
                  <a:close/>
                  <a:moveTo>
                    <a:pt x="1280034" y="89673"/>
                  </a:moveTo>
                  <a:cubicBezTo>
                    <a:pt x="1280034" y="93859"/>
                    <a:pt x="1281494" y="97911"/>
                    <a:pt x="1284161" y="101152"/>
                  </a:cubicBezTo>
                  <a:cubicBezTo>
                    <a:pt x="1288606" y="91322"/>
                    <a:pt x="1293051" y="81493"/>
                    <a:pt x="1297432" y="71536"/>
                  </a:cubicBezTo>
                  <a:cubicBezTo>
                    <a:pt x="1287717" y="71942"/>
                    <a:pt x="1279970" y="79939"/>
                    <a:pt x="1279970" y="89673"/>
                  </a:cubicBezTo>
                  <a:close/>
                  <a:moveTo>
                    <a:pt x="1069722" y="208392"/>
                  </a:moveTo>
                  <a:cubicBezTo>
                    <a:pt x="1059625" y="208392"/>
                    <a:pt x="1051434" y="216567"/>
                    <a:pt x="1051434" y="226657"/>
                  </a:cubicBezTo>
                  <a:cubicBezTo>
                    <a:pt x="1051434" y="236747"/>
                    <a:pt x="1059625" y="244921"/>
                    <a:pt x="1069722" y="244921"/>
                  </a:cubicBezTo>
                  <a:cubicBezTo>
                    <a:pt x="1079818" y="244921"/>
                    <a:pt x="1088010" y="236747"/>
                    <a:pt x="1088010" y="226657"/>
                  </a:cubicBezTo>
                  <a:cubicBezTo>
                    <a:pt x="1088010" y="216567"/>
                    <a:pt x="1079818" y="208392"/>
                    <a:pt x="1069722" y="208392"/>
                  </a:cubicBezTo>
                  <a:cubicBezTo>
                    <a:pt x="1069722" y="208392"/>
                    <a:pt x="1069658" y="208392"/>
                    <a:pt x="1069658" y="208392"/>
                  </a:cubicBezTo>
                  <a:close/>
                  <a:moveTo>
                    <a:pt x="1252601" y="25748"/>
                  </a:moveTo>
                  <a:cubicBezTo>
                    <a:pt x="1242505" y="25748"/>
                    <a:pt x="1234313" y="33922"/>
                    <a:pt x="1234313" y="44012"/>
                  </a:cubicBezTo>
                  <a:cubicBezTo>
                    <a:pt x="1234313" y="54102"/>
                    <a:pt x="1242505" y="62277"/>
                    <a:pt x="1252601" y="62277"/>
                  </a:cubicBezTo>
                  <a:cubicBezTo>
                    <a:pt x="1262698" y="62277"/>
                    <a:pt x="1270889" y="54102"/>
                    <a:pt x="1270889" y="44012"/>
                  </a:cubicBezTo>
                  <a:cubicBezTo>
                    <a:pt x="1270762" y="33973"/>
                    <a:pt x="1262571" y="25900"/>
                    <a:pt x="1252538" y="25938"/>
                  </a:cubicBezTo>
                  <a:close/>
                  <a:moveTo>
                    <a:pt x="1252601" y="117070"/>
                  </a:moveTo>
                  <a:cubicBezTo>
                    <a:pt x="1242505" y="117070"/>
                    <a:pt x="1234313" y="125245"/>
                    <a:pt x="1234313" y="135335"/>
                  </a:cubicBezTo>
                  <a:cubicBezTo>
                    <a:pt x="1234313" y="145424"/>
                    <a:pt x="1242505" y="153599"/>
                    <a:pt x="1252601" y="153599"/>
                  </a:cubicBezTo>
                  <a:cubicBezTo>
                    <a:pt x="1255396" y="153574"/>
                    <a:pt x="1258189" y="152901"/>
                    <a:pt x="1260729" y="151633"/>
                  </a:cubicBezTo>
                  <a:cubicBezTo>
                    <a:pt x="1263904" y="144847"/>
                    <a:pt x="1267079" y="138062"/>
                    <a:pt x="1270318" y="131149"/>
                  </a:cubicBezTo>
                  <a:cubicBezTo>
                    <a:pt x="1268413" y="122879"/>
                    <a:pt x="1261047" y="117032"/>
                    <a:pt x="1252538" y="117070"/>
                  </a:cubicBezTo>
                  <a:close/>
                  <a:moveTo>
                    <a:pt x="1280224" y="0"/>
                  </a:moveTo>
                  <a:cubicBezTo>
                    <a:pt x="1281050" y="9982"/>
                    <a:pt x="1289812" y="17396"/>
                    <a:pt x="1299846" y="16558"/>
                  </a:cubicBezTo>
                  <a:cubicBezTo>
                    <a:pt x="1308672" y="15816"/>
                    <a:pt x="1315657" y="8821"/>
                    <a:pt x="1316419" y="0"/>
                  </a:cubicBezTo>
                  <a:close/>
                  <a:moveTo>
                    <a:pt x="1115124" y="345376"/>
                  </a:moveTo>
                  <a:cubicBezTo>
                    <a:pt x="1105027" y="345376"/>
                    <a:pt x="1096836" y="353551"/>
                    <a:pt x="1096836" y="363640"/>
                  </a:cubicBezTo>
                  <a:cubicBezTo>
                    <a:pt x="1096836" y="373730"/>
                    <a:pt x="1105027" y="381905"/>
                    <a:pt x="1115124" y="381905"/>
                  </a:cubicBezTo>
                  <a:cubicBezTo>
                    <a:pt x="1125221" y="381905"/>
                    <a:pt x="1133412" y="373730"/>
                    <a:pt x="1133412" y="363640"/>
                  </a:cubicBezTo>
                  <a:cubicBezTo>
                    <a:pt x="1133412" y="353652"/>
                    <a:pt x="1125411" y="345515"/>
                    <a:pt x="1115378" y="345376"/>
                  </a:cubicBezTo>
                  <a:close/>
                  <a:moveTo>
                    <a:pt x="1115124" y="254054"/>
                  </a:moveTo>
                  <a:cubicBezTo>
                    <a:pt x="1105027" y="254054"/>
                    <a:pt x="1096836" y="262228"/>
                    <a:pt x="1096836" y="272318"/>
                  </a:cubicBezTo>
                  <a:cubicBezTo>
                    <a:pt x="1096836" y="282408"/>
                    <a:pt x="1105027" y="290583"/>
                    <a:pt x="1115124" y="290583"/>
                  </a:cubicBezTo>
                  <a:cubicBezTo>
                    <a:pt x="1125221" y="290583"/>
                    <a:pt x="1133412" y="282408"/>
                    <a:pt x="1133412" y="272318"/>
                  </a:cubicBezTo>
                  <a:cubicBezTo>
                    <a:pt x="1133285" y="262406"/>
                    <a:pt x="1125284" y="254383"/>
                    <a:pt x="1115378" y="254244"/>
                  </a:cubicBezTo>
                  <a:close/>
                  <a:moveTo>
                    <a:pt x="1069404" y="25748"/>
                  </a:moveTo>
                  <a:cubicBezTo>
                    <a:pt x="1059307" y="25748"/>
                    <a:pt x="1051116" y="33922"/>
                    <a:pt x="1051116" y="44012"/>
                  </a:cubicBezTo>
                  <a:cubicBezTo>
                    <a:pt x="1051116" y="54102"/>
                    <a:pt x="1059307" y="62277"/>
                    <a:pt x="1069404" y="62277"/>
                  </a:cubicBezTo>
                  <a:cubicBezTo>
                    <a:pt x="1079500" y="62277"/>
                    <a:pt x="1087692" y="54102"/>
                    <a:pt x="1087692" y="44012"/>
                  </a:cubicBezTo>
                  <a:cubicBezTo>
                    <a:pt x="1087565" y="34100"/>
                    <a:pt x="1079564" y="26078"/>
                    <a:pt x="1069658" y="25938"/>
                  </a:cubicBezTo>
                  <a:close/>
                  <a:moveTo>
                    <a:pt x="1069404" y="117070"/>
                  </a:moveTo>
                  <a:cubicBezTo>
                    <a:pt x="1059307" y="117070"/>
                    <a:pt x="1051116" y="125245"/>
                    <a:pt x="1051116" y="135335"/>
                  </a:cubicBezTo>
                  <a:cubicBezTo>
                    <a:pt x="1051116" y="145424"/>
                    <a:pt x="1059307" y="153599"/>
                    <a:pt x="1069404" y="153599"/>
                  </a:cubicBezTo>
                  <a:cubicBezTo>
                    <a:pt x="1079500" y="153599"/>
                    <a:pt x="1087692" y="145424"/>
                    <a:pt x="1087692" y="135335"/>
                  </a:cubicBezTo>
                  <a:cubicBezTo>
                    <a:pt x="1087692" y="125346"/>
                    <a:pt x="1079627" y="117210"/>
                    <a:pt x="1069658" y="117070"/>
                  </a:cubicBezTo>
                  <a:close/>
                  <a:moveTo>
                    <a:pt x="1160844" y="299715"/>
                  </a:moveTo>
                  <a:cubicBezTo>
                    <a:pt x="1150748" y="299715"/>
                    <a:pt x="1142556" y="307890"/>
                    <a:pt x="1142556" y="317979"/>
                  </a:cubicBezTo>
                  <a:cubicBezTo>
                    <a:pt x="1142556" y="328069"/>
                    <a:pt x="1150748" y="336244"/>
                    <a:pt x="1160844" y="336244"/>
                  </a:cubicBezTo>
                  <a:lnTo>
                    <a:pt x="1162495" y="336244"/>
                  </a:lnTo>
                  <a:cubicBezTo>
                    <a:pt x="1167512" y="327790"/>
                    <a:pt x="1172528" y="319330"/>
                    <a:pt x="1177544" y="310876"/>
                  </a:cubicBezTo>
                  <a:cubicBezTo>
                    <a:pt x="1174750" y="304255"/>
                    <a:pt x="1168274" y="299892"/>
                    <a:pt x="1161098" y="299715"/>
                  </a:cubicBezTo>
                  <a:close/>
                  <a:moveTo>
                    <a:pt x="1160844" y="208392"/>
                  </a:moveTo>
                  <a:cubicBezTo>
                    <a:pt x="1150748" y="208392"/>
                    <a:pt x="1142556" y="216567"/>
                    <a:pt x="1142556" y="226657"/>
                  </a:cubicBezTo>
                  <a:cubicBezTo>
                    <a:pt x="1142556" y="236747"/>
                    <a:pt x="1150748" y="244921"/>
                    <a:pt x="1160844" y="244921"/>
                  </a:cubicBezTo>
                  <a:cubicBezTo>
                    <a:pt x="1170940" y="244921"/>
                    <a:pt x="1179132" y="236747"/>
                    <a:pt x="1179132" y="226657"/>
                  </a:cubicBezTo>
                  <a:cubicBezTo>
                    <a:pt x="1179132" y="216669"/>
                    <a:pt x="1171067" y="208532"/>
                    <a:pt x="1161098" y="208392"/>
                  </a:cubicBezTo>
                  <a:close/>
                  <a:moveTo>
                    <a:pt x="1115124" y="162731"/>
                  </a:moveTo>
                  <a:cubicBezTo>
                    <a:pt x="1105027" y="162731"/>
                    <a:pt x="1096836" y="170906"/>
                    <a:pt x="1096836" y="180996"/>
                  </a:cubicBezTo>
                  <a:cubicBezTo>
                    <a:pt x="1096836" y="191086"/>
                    <a:pt x="1105027" y="199260"/>
                    <a:pt x="1115124" y="199260"/>
                  </a:cubicBezTo>
                  <a:cubicBezTo>
                    <a:pt x="1125221" y="199260"/>
                    <a:pt x="1133412" y="191086"/>
                    <a:pt x="1133412" y="180996"/>
                  </a:cubicBezTo>
                  <a:cubicBezTo>
                    <a:pt x="1133412" y="171007"/>
                    <a:pt x="1125411" y="162871"/>
                    <a:pt x="1115378" y="162731"/>
                  </a:cubicBezTo>
                  <a:close/>
                  <a:moveTo>
                    <a:pt x="1115124" y="71409"/>
                  </a:moveTo>
                  <a:cubicBezTo>
                    <a:pt x="1105027" y="71409"/>
                    <a:pt x="1096836" y="79584"/>
                    <a:pt x="1096836" y="89673"/>
                  </a:cubicBezTo>
                  <a:cubicBezTo>
                    <a:pt x="1096836" y="99763"/>
                    <a:pt x="1105027" y="107938"/>
                    <a:pt x="1115124" y="107938"/>
                  </a:cubicBezTo>
                  <a:cubicBezTo>
                    <a:pt x="1125221" y="107938"/>
                    <a:pt x="1133412" y="99763"/>
                    <a:pt x="1133412" y="89673"/>
                  </a:cubicBezTo>
                  <a:cubicBezTo>
                    <a:pt x="1133412" y="79685"/>
                    <a:pt x="1125411" y="71548"/>
                    <a:pt x="1115378" y="71409"/>
                  </a:cubicBezTo>
                  <a:close/>
                  <a:moveTo>
                    <a:pt x="1160844" y="117070"/>
                  </a:moveTo>
                  <a:cubicBezTo>
                    <a:pt x="1150748" y="117070"/>
                    <a:pt x="1142556" y="125245"/>
                    <a:pt x="1142556" y="135335"/>
                  </a:cubicBezTo>
                  <a:cubicBezTo>
                    <a:pt x="1142556" y="145424"/>
                    <a:pt x="1150748" y="153599"/>
                    <a:pt x="1160844" y="153599"/>
                  </a:cubicBezTo>
                  <a:cubicBezTo>
                    <a:pt x="1170940" y="153599"/>
                    <a:pt x="1179132" y="145424"/>
                    <a:pt x="1179132" y="135335"/>
                  </a:cubicBezTo>
                  <a:cubicBezTo>
                    <a:pt x="1179132" y="125346"/>
                    <a:pt x="1171067" y="117210"/>
                    <a:pt x="1161098" y="117070"/>
                  </a:cubicBezTo>
                  <a:close/>
                  <a:moveTo>
                    <a:pt x="749364" y="619343"/>
                  </a:moveTo>
                  <a:cubicBezTo>
                    <a:pt x="739267" y="619343"/>
                    <a:pt x="731076" y="627518"/>
                    <a:pt x="731076" y="637607"/>
                  </a:cubicBezTo>
                  <a:cubicBezTo>
                    <a:pt x="731076" y="640747"/>
                    <a:pt x="731965" y="643822"/>
                    <a:pt x="733489" y="646549"/>
                  </a:cubicBezTo>
                  <a:cubicBezTo>
                    <a:pt x="743776" y="647057"/>
                    <a:pt x="754190" y="647310"/>
                    <a:pt x="764794" y="647374"/>
                  </a:cubicBezTo>
                  <a:cubicBezTo>
                    <a:pt x="770192" y="638850"/>
                    <a:pt x="767652" y="627568"/>
                    <a:pt x="759143" y="622171"/>
                  </a:cubicBezTo>
                  <a:cubicBezTo>
                    <a:pt x="756222" y="620326"/>
                    <a:pt x="752793" y="619349"/>
                    <a:pt x="749364" y="619343"/>
                  </a:cubicBezTo>
                  <a:close/>
                  <a:moveTo>
                    <a:pt x="749364" y="436698"/>
                  </a:moveTo>
                  <a:cubicBezTo>
                    <a:pt x="739267" y="436698"/>
                    <a:pt x="731076" y="444873"/>
                    <a:pt x="731076" y="454963"/>
                  </a:cubicBezTo>
                  <a:cubicBezTo>
                    <a:pt x="731076" y="465053"/>
                    <a:pt x="739267" y="473227"/>
                    <a:pt x="749364" y="473227"/>
                  </a:cubicBezTo>
                  <a:cubicBezTo>
                    <a:pt x="759461" y="473227"/>
                    <a:pt x="767652" y="465053"/>
                    <a:pt x="767652" y="454963"/>
                  </a:cubicBezTo>
                  <a:cubicBezTo>
                    <a:pt x="767652" y="444974"/>
                    <a:pt x="759587" y="436838"/>
                    <a:pt x="749618" y="436698"/>
                  </a:cubicBezTo>
                  <a:close/>
                  <a:moveTo>
                    <a:pt x="749364" y="528021"/>
                  </a:moveTo>
                  <a:cubicBezTo>
                    <a:pt x="739204" y="527983"/>
                    <a:pt x="731012" y="536164"/>
                    <a:pt x="730949" y="546285"/>
                  </a:cubicBezTo>
                  <a:cubicBezTo>
                    <a:pt x="730886" y="556407"/>
                    <a:pt x="739077" y="564638"/>
                    <a:pt x="749237" y="564676"/>
                  </a:cubicBezTo>
                  <a:cubicBezTo>
                    <a:pt x="759397" y="564714"/>
                    <a:pt x="767588" y="556533"/>
                    <a:pt x="767652" y="546412"/>
                  </a:cubicBezTo>
                  <a:cubicBezTo>
                    <a:pt x="767652" y="546367"/>
                    <a:pt x="767652" y="546330"/>
                    <a:pt x="767652" y="546285"/>
                  </a:cubicBezTo>
                  <a:cubicBezTo>
                    <a:pt x="767652" y="536297"/>
                    <a:pt x="759587" y="528160"/>
                    <a:pt x="749618" y="528021"/>
                  </a:cubicBezTo>
                  <a:close/>
                  <a:moveTo>
                    <a:pt x="703644" y="25748"/>
                  </a:moveTo>
                  <a:cubicBezTo>
                    <a:pt x="693548" y="25748"/>
                    <a:pt x="685356" y="33922"/>
                    <a:pt x="685356" y="44012"/>
                  </a:cubicBezTo>
                  <a:cubicBezTo>
                    <a:pt x="685356" y="54102"/>
                    <a:pt x="693548" y="62277"/>
                    <a:pt x="703644" y="62277"/>
                  </a:cubicBezTo>
                  <a:cubicBezTo>
                    <a:pt x="713740" y="62277"/>
                    <a:pt x="721932" y="54102"/>
                    <a:pt x="721932" y="44012"/>
                  </a:cubicBezTo>
                  <a:cubicBezTo>
                    <a:pt x="721805" y="34100"/>
                    <a:pt x="713804" y="26078"/>
                    <a:pt x="703898" y="25938"/>
                  </a:cubicBezTo>
                  <a:close/>
                  <a:moveTo>
                    <a:pt x="749364" y="162731"/>
                  </a:moveTo>
                  <a:cubicBezTo>
                    <a:pt x="739267" y="162731"/>
                    <a:pt x="731076" y="170906"/>
                    <a:pt x="731076" y="180996"/>
                  </a:cubicBezTo>
                  <a:cubicBezTo>
                    <a:pt x="731076" y="191086"/>
                    <a:pt x="739267" y="199260"/>
                    <a:pt x="749364" y="199260"/>
                  </a:cubicBezTo>
                  <a:cubicBezTo>
                    <a:pt x="759461" y="199260"/>
                    <a:pt x="767652" y="191086"/>
                    <a:pt x="767652" y="180996"/>
                  </a:cubicBezTo>
                  <a:cubicBezTo>
                    <a:pt x="767652" y="171007"/>
                    <a:pt x="759587" y="162871"/>
                    <a:pt x="749618" y="162731"/>
                  </a:cubicBezTo>
                  <a:close/>
                  <a:moveTo>
                    <a:pt x="749364" y="345376"/>
                  </a:moveTo>
                  <a:cubicBezTo>
                    <a:pt x="739267" y="345376"/>
                    <a:pt x="731076" y="353551"/>
                    <a:pt x="731076" y="363640"/>
                  </a:cubicBezTo>
                  <a:cubicBezTo>
                    <a:pt x="731076" y="373730"/>
                    <a:pt x="739267" y="381905"/>
                    <a:pt x="749364" y="381905"/>
                  </a:cubicBezTo>
                  <a:cubicBezTo>
                    <a:pt x="759461" y="381905"/>
                    <a:pt x="767652" y="373730"/>
                    <a:pt x="767652" y="363640"/>
                  </a:cubicBezTo>
                  <a:cubicBezTo>
                    <a:pt x="767652" y="353652"/>
                    <a:pt x="759587" y="345515"/>
                    <a:pt x="749618" y="345376"/>
                  </a:cubicBezTo>
                  <a:close/>
                  <a:moveTo>
                    <a:pt x="749364" y="71409"/>
                  </a:moveTo>
                  <a:cubicBezTo>
                    <a:pt x="739267" y="71409"/>
                    <a:pt x="731076" y="79584"/>
                    <a:pt x="731076" y="89673"/>
                  </a:cubicBezTo>
                  <a:cubicBezTo>
                    <a:pt x="731076" y="99763"/>
                    <a:pt x="739267" y="107938"/>
                    <a:pt x="749364" y="107938"/>
                  </a:cubicBezTo>
                  <a:cubicBezTo>
                    <a:pt x="759461" y="107938"/>
                    <a:pt x="767652" y="99763"/>
                    <a:pt x="767652" y="89673"/>
                  </a:cubicBezTo>
                  <a:cubicBezTo>
                    <a:pt x="767652" y="79685"/>
                    <a:pt x="759587" y="71548"/>
                    <a:pt x="749618" y="71409"/>
                  </a:cubicBezTo>
                  <a:close/>
                  <a:moveTo>
                    <a:pt x="703644" y="117070"/>
                  </a:moveTo>
                  <a:cubicBezTo>
                    <a:pt x="693548" y="117070"/>
                    <a:pt x="685356" y="125245"/>
                    <a:pt x="685356" y="135335"/>
                  </a:cubicBezTo>
                  <a:cubicBezTo>
                    <a:pt x="685356" y="145424"/>
                    <a:pt x="693548" y="153599"/>
                    <a:pt x="703644" y="153599"/>
                  </a:cubicBezTo>
                  <a:cubicBezTo>
                    <a:pt x="713740" y="153599"/>
                    <a:pt x="721932" y="145424"/>
                    <a:pt x="721932" y="135335"/>
                  </a:cubicBezTo>
                  <a:cubicBezTo>
                    <a:pt x="721932" y="125346"/>
                    <a:pt x="713867" y="117210"/>
                    <a:pt x="703898" y="117070"/>
                  </a:cubicBezTo>
                  <a:close/>
                  <a:moveTo>
                    <a:pt x="749364" y="254054"/>
                  </a:moveTo>
                  <a:cubicBezTo>
                    <a:pt x="739267" y="254054"/>
                    <a:pt x="731076" y="262228"/>
                    <a:pt x="731076" y="272318"/>
                  </a:cubicBezTo>
                  <a:cubicBezTo>
                    <a:pt x="731076" y="282408"/>
                    <a:pt x="739267" y="290583"/>
                    <a:pt x="749364" y="290583"/>
                  </a:cubicBezTo>
                  <a:cubicBezTo>
                    <a:pt x="759461" y="290583"/>
                    <a:pt x="767652" y="282408"/>
                    <a:pt x="767652" y="272318"/>
                  </a:cubicBezTo>
                  <a:cubicBezTo>
                    <a:pt x="767525" y="262406"/>
                    <a:pt x="759524" y="254383"/>
                    <a:pt x="749618" y="254244"/>
                  </a:cubicBezTo>
                  <a:close/>
                  <a:moveTo>
                    <a:pt x="703644" y="482359"/>
                  </a:moveTo>
                  <a:cubicBezTo>
                    <a:pt x="693548" y="482359"/>
                    <a:pt x="685356" y="490534"/>
                    <a:pt x="685356" y="500624"/>
                  </a:cubicBezTo>
                  <a:cubicBezTo>
                    <a:pt x="685356" y="510714"/>
                    <a:pt x="693548" y="518888"/>
                    <a:pt x="703644" y="518888"/>
                  </a:cubicBezTo>
                  <a:cubicBezTo>
                    <a:pt x="713740" y="518888"/>
                    <a:pt x="721932" y="510714"/>
                    <a:pt x="721932" y="500624"/>
                  </a:cubicBezTo>
                  <a:cubicBezTo>
                    <a:pt x="721805" y="490712"/>
                    <a:pt x="713804" y="482689"/>
                    <a:pt x="703898" y="482550"/>
                  </a:cubicBezTo>
                  <a:close/>
                  <a:moveTo>
                    <a:pt x="657924" y="71409"/>
                  </a:moveTo>
                  <a:cubicBezTo>
                    <a:pt x="647827" y="71409"/>
                    <a:pt x="639636" y="79584"/>
                    <a:pt x="639636" y="89673"/>
                  </a:cubicBezTo>
                  <a:cubicBezTo>
                    <a:pt x="639636" y="99763"/>
                    <a:pt x="647827" y="107938"/>
                    <a:pt x="657924" y="107938"/>
                  </a:cubicBezTo>
                  <a:cubicBezTo>
                    <a:pt x="668020" y="107938"/>
                    <a:pt x="676212" y="99763"/>
                    <a:pt x="676212" y="89673"/>
                  </a:cubicBezTo>
                  <a:cubicBezTo>
                    <a:pt x="676212" y="79685"/>
                    <a:pt x="668211" y="71548"/>
                    <a:pt x="658178" y="71409"/>
                  </a:cubicBezTo>
                  <a:close/>
                  <a:moveTo>
                    <a:pt x="886524" y="117070"/>
                  </a:moveTo>
                  <a:cubicBezTo>
                    <a:pt x="876427" y="117070"/>
                    <a:pt x="868236" y="125245"/>
                    <a:pt x="868236" y="135335"/>
                  </a:cubicBezTo>
                  <a:cubicBezTo>
                    <a:pt x="868236" y="145424"/>
                    <a:pt x="876427" y="153599"/>
                    <a:pt x="886524" y="153599"/>
                  </a:cubicBezTo>
                  <a:cubicBezTo>
                    <a:pt x="896620" y="153599"/>
                    <a:pt x="904812" y="145424"/>
                    <a:pt x="904812" y="135335"/>
                  </a:cubicBezTo>
                  <a:cubicBezTo>
                    <a:pt x="904812" y="125346"/>
                    <a:pt x="896811" y="117210"/>
                    <a:pt x="886778" y="117070"/>
                  </a:cubicBezTo>
                  <a:close/>
                  <a:moveTo>
                    <a:pt x="657924" y="162731"/>
                  </a:moveTo>
                  <a:cubicBezTo>
                    <a:pt x="647827" y="162731"/>
                    <a:pt x="639636" y="170906"/>
                    <a:pt x="639636" y="180996"/>
                  </a:cubicBezTo>
                  <a:cubicBezTo>
                    <a:pt x="639636" y="191086"/>
                    <a:pt x="647827" y="199260"/>
                    <a:pt x="657924" y="199260"/>
                  </a:cubicBezTo>
                  <a:cubicBezTo>
                    <a:pt x="668020" y="199260"/>
                    <a:pt x="676212" y="191086"/>
                    <a:pt x="676212" y="180996"/>
                  </a:cubicBezTo>
                  <a:cubicBezTo>
                    <a:pt x="676212" y="171007"/>
                    <a:pt x="668211" y="162871"/>
                    <a:pt x="658178" y="162731"/>
                  </a:cubicBezTo>
                  <a:close/>
                  <a:moveTo>
                    <a:pt x="657924" y="345376"/>
                  </a:moveTo>
                  <a:cubicBezTo>
                    <a:pt x="647827" y="345376"/>
                    <a:pt x="639636" y="353551"/>
                    <a:pt x="639636" y="363640"/>
                  </a:cubicBezTo>
                  <a:cubicBezTo>
                    <a:pt x="639636" y="373730"/>
                    <a:pt x="647827" y="381905"/>
                    <a:pt x="657924" y="381905"/>
                  </a:cubicBezTo>
                  <a:cubicBezTo>
                    <a:pt x="668020" y="381905"/>
                    <a:pt x="676212" y="373730"/>
                    <a:pt x="676212" y="363640"/>
                  </a:cubicBezTo>
                  <a:cubicBezTo>
                    <a:pt x="676212" y="353652"/>
                    <a:pt x="668211" y="345515"/>
                    <a:pt x="658178" y="345376"/>
                  </a:cubicBezTo>
                  <a:close/>
                  <a:moveTo>
                    <a:pt x="703644" y="391037"/>
                  </a:moveTo>
                  <a:cubicBezTo>
                    <a:pt x="693548" y="391037"/>
                    <a:pt x="685356" y="399212"/>
                    <a:pt x="685356" y="409302"/>
                  </a:cubicBezTo>
                  <a:cubicBezTo>
                    <a:pt x="685356" y="419391"/>
                    <a:pt x="693548" y="427566"/>
                    <a:pt x="703644" y="427566"/>
                  </a:cubicBezTo>
                  <a:cubicBezTo>
                    <a:pt x="713740" y="427566"/>
                    <a:pt x="721932" y="419391"/>
                    <a:pt x="721932" y="409302"/>
                  </a:cubicBezTo>
                  <a:cubicBezTo>
                    <a:pt x="721932" y="399313"/>
                    <a:pt x="713867" y="391177"/>
                    <a:pt x="703898" y="391037"/>
                  </a:cubicBezTo>
                  <a:close/>
                  <a:moveTo>
                    <a:pt x="703644" y="573682"/>
                  </a:moveTo>
                  <a:cubicBezTo>
                    <a:pt x="693548" y="573682"/>
                    <a:pt x="685356" y="581856"/>
                    <a:pt x="685356" y="591946"/>
                  </a:cubicBezTo>
                  <a:cubicBezTo>
                    <a:pt x="685356" y="602036"/>
                    <a:pt x="693548" y="610211"/>
                    <a:pt x="703644" y="610211"/>
                  </a:cubicBezTo>
                  <a:cubicBezTo>
                    <a:pt x="713740" y="610211"/>
                    <a:pt x="721932" y="602036"/>
                    <a:pt x="721932" y="591946"/>
                  </a:cubicBezTo>
                  <a:cubicBezTo>
                    <a:pt x="721932" y="581958"/>
                    <a:pt x="713867" y="573821"/>
                    <a:pt x="703898" y="573682"/>
                  </a:cubicBezTo>
                  <a:close/>
                  <a:moveTo>
                    <a:pt x="703644" y="208392"/>
                  </a:moveTo>
                  <a:cubicBezTo>
                    <a:pt x="693548" y="208392"/>
                    <a:pt x="685356" y="216567"/>
                    <a:pt x="685356" y="226657"/>
                  </a:cubicBezTo>
                  <a:cubicBezTo>
                    <a:pt x="685356" y="236747"/>
                    <a:pt x="693548" y="244921"/>
                    <a:pt x="703644" y="244921"/>
                  </a:cubicBezTo>
                  <a:cubicBezTo>
                    <a:pt x="713740" y="244921"/>
                    <a:pt x="721932" y="236747"/>
                    <a:pt x="721932" y="226657"/>
                  </a:cubicBezTo>
                  <a:cubicBezTo>
                    <a:pt x="721932" y="216669"/>
                    <a:pt x="713867" y="208532"/>
                    <a:pt x="703898" y="208392"/>
                  </a:cubicBezTo>
                  <a:close/>
                  <a:moveTo>
                    <a:pt x="703644" y="299715"/>
                  </a:moveTo>
                  <a:cubicBezTo>
                    <a:pt x="693548" y="299715"/>
                    <a:pt x="685356" y="307890"/>
                    <a:pt x="685356" y="317979"/>
                  </a:cubicBezTo>
                  <a:cubicBezTo>
                    <a:pt x="685356" y="328069"/>
                    <a:pt x="693548" y="336244"/>
                    <a:pt x="703644" y="336244"/>
                  </a:cubicBezTo>
                  <a:cubicBezTo>
                    <a:pt x="713740" y="336244"/>
                    <a:pt x="721932" y="328069"/>
                    <a:pt x="721932" y="317979"/>
                  </a:cubicBezTo>
                  <a:cubicBezTo>
                    <a:pt x="721932" y="307991"/>
                    <a:pt x="713867" y="299854"/>
                    <a:pt x="703898" y="299715"/>
                  </a:cubicBezTo>
                  <a:close/>
                  <a:moveTo>
                    <a:pt x="795084" y="573682"/>
                  </a:moveTo>
                  <a:cubicBezTo>
                    <a:pt x="784987" y="573682"/>
                    <a:pt x="776796" y="581856"/>
                    <a:pt x="776796" y="591946"/>
                  </a:cubicBezTo>
                  <a:cubicBezTo>
                    <a:pt x="776796" y="602036"/>
                    <a:pt x="784987" y="610211"/>
                    <a:pt x="795084" y="610211"/>
                  </a:cubicBezTo>
                  <a:cubicBezTo>
                    <a:pt x="805180" y="610211"/>
                    <a:pt x="813372" y="602036"/>
                    <a:pt x="813372" y="591946"/>
                  </a:cubicBezTo>
                  <a:cubicBezTo>
                    <a:pt x="813372" y="581958"/>
                    <a:pt x="805371" y="573821"/>
                    <a:pt x="795338" y="573682"/>
                  </a:cubicBezTo>
                  <a:close/>
                  <a:moveTo>
                    <a:pt x="657924" y="254054"/>
                  </a:moveTo>
                  <a:cubicBezTo>
                    <a:pt x="647827" y="254054"/>
                    <a:pt x="639636" y="262228"/>
                    <a:pt x="639636" y="272318"/>
                  </a:cubicBezTo>
                  <a:cubicBezTo>
                    <a:pt x="639636" y="282408"/>
                    <a:pt x="647827" y="290583"/>
                    <a:pt x="657924" y="290583"/>
                  </a:cubicBezTo>
                  <a:cubicBezTo>
                    <a:pt x="668020" y="290583"/>
                    <a:pt x="676212" y="282408"/>
                    <a:pt x="676212" y="272318"/>
                  </a:cubicBezTo>
                  <a:cubicBezTo>
                    <a:pt x="676085" y="262406"/>
                    <a:pt x="668084" y="254383"/>
                    <a:pt x="658178" y="254244"/>
                  </a:cubicBezTo>
                  <a:close/>
                  <a:moveTo>
                    <a:pt x="840804" y="162731"/>
                  </a:moveTo>
                  <a:cubicBezTo>
                    <a:pt x="830707" y="162731"/>
                    <a:pt x="822516" y="170906"/>
                    <a:pt x="822516" y="180996"/>
                  </a:cubicBezTo>
                  <a:cubicBezTo>
                    <a:pt x="822516" y="191086"/>
                    <a:pt x="830707" y="199260"/>
                    <a:pt x="840804" y="199260"/>
                  </a:cubicBezTo>
                  <a:cubicBezTo>
                    <a:pt x="850900" y="199260"/>
                    <a:pt x="859092" y="191086"/>
                    <a:pt x="859092" y="180996"/>
                  </a:cubicBezTo>
                  <a:cubicBezTo>
                    <a:pt x="859092" y="171007"/>
                    <a:pt x="851027" y="162871"/>
                    <a:pt x="841058" y="162731"/>
                  </a:cubicBezTo>
                  <a:close/>
                  <a:moveTo>
                    <a:pt x="840804" y="71409"/>
                  </a:moveTo>
                  <a:cubicBezTo>
                    <a:pt x="830707" y="71409"/>
                    <a:pt x="822516" y="79584"/>
                    <a:pt x="822516" y="89673"/>
                  </a:cubicBezTo>
                  <a:cubicBezTo>
                    <a:pt x="822516" y="99763"/>
                    <a:pt x="830707" y="107938"/>
                    <a:pt x="840804" y="107938"/>
                  </a:cubicBezTo>
                  <a:cubicBezTo>
                    <a:pt x="850900" y="107938"/>
                    <a:pt x="859092" y="99763"/>
                    <a:pt x="859092" y="89673"/>
                  </a:cubicBezTo>
                  <a:cubicBezTo>
                    <a:pt x="859092" y="79685"/>
                    <a:pt x="851027" y="71548"/>
                    <a:pt x="841058" y="71409"/>
                  </a:cubicBezTo>
                  <a:close/>
                  <a:moveTo>
                    <a:pt x="840804" y="345376"/>
                  </a:moveTo>
                  <a:cubicBezTo>
                    <a:pt x="830707" y="345376"/>
                    <a:pt x="822516" y="353551"/>
                    <a:pt x="822516" y="363640"/>
                  </a:cubicBezTo>
                  <a:cubicBezTo>
                    <a:pt x="822516" y="373730"/>
                    <a:pt x="830707" y="381905"/>
                    <a:pt x="840804" y="381905"/>
                  </a:cubicBezTo>
                  <a:cubicBezTo>
                    <a:pt x="850900" y="381905"/>
                    <a:pt x="859092" y="373730"/>
                    <a:pt x="859092" y="363640"/>
                  </a:cubicBezTo>
                  <a:cubicBezTo>
                    <a:pt x="859092" y="353652"/>
                    <a:pt x="851027" y="345515"/>
                    <a:pt x="841058" y="345376"/>
                  </a:cubicBezTo>
                  <a:close/>
                  <a:moveTo>
                    <a:pt x="886524" y="573682"/>
                  </a:moveTo>
                  <a:cubicBezTo>
                    <a:pt x="876427" y="573682"/>
                    <a:pt x="868236" y="581856"/>
                    <a:pt x="868236" y="591946"/>
                  </a:cubicBezTo>
                  <a:cubicBezTo>
                    <a:pt x="868236" y="602036"/>
                    <a:pt x="876427" y="610211"/>
                    <a:pt x="886524" y="610211"/>
                  </a:cubicBezTo>
                  <a:cubicBezTo>
                    <a:pt x="896620" y="610211"/>
                    <a:pt x="904812" y="602036"/>
                    <a:pt x="904812" y="591946"/>
                  </a:cubicBezTo>
                  <a:cubicBezTo>
                    <a:pt x="904812" y="581958"/>
                    <a:pt x="896811" y="573821"/>
                    <a:pt x="886778" y="573682"/>
                  </a:cubicBezTo>
                  <a:close/>
                  <a:moveTo>
                    <a:pt x="840804" y="254054"/>
                  </a:moveTo>
                  <a:cubicBezTo>
                    <a:pt x="830707" y="254054"/>
                    <a:pt x="822516" y="262228"/>
                    <a:pt x="822516" y="272318"/>
                  </a:cubicBezTo>
                  <a:cubicBezTo>
                    <a:pt x="822516" y="282408"/>
                    <a:pt x="830707" y="290583"/>
                    <a:pt x="840804" y="290583"/>
                  </a:cubicBezTo>
                  <a:cubicBezTo>
                    <a:pt x="850900" y="290583"/>
                    <a:pt x="859092" y="282408"/>
                    <a:pt x="859092" y="272318"/>
                  </a:cubicBezTo>
                  <a:cubicBezTo>
                    <a:pt x="858965" y="262406"/>
                    <a:pt x="850964" y="254383"/>
                    <a:pt x="841058" y="254244"/>
                  </a:cubicBezTo>
                  <a:close/>
                  <a:moveTo>
                    <a:pt x="886524" y="208392"/>
                  </a:moveTo>
                  <a:cubicBezTo>
                    <a:pt x="876427" y="208392"/>
                    <a:pt x="868236" y="216567"/>
                    <a:pt x="868236" y="226657"/>
                  </a:cubicBezTo>
                  <a:cubicBezTo>
                    <a:pt x="868236" y="236747"/>
                    <a:pt x="876427" y="244921"/>
                    <a:pt x="886524" y="244921"/>
                  </a:cubicBezTo>
                  <a:cubicBezTo>
                    <a:pt x="896620" y="244921"/>
                    <a:pt x="904812" y="236747"/>
                    <a:pt x="904812" y="226657"/>
                  </a:cubicBezTo>
                  <a:cubicBezTo>
                    <a:pt x="904812" y="216669"/>
                    <a:pt x="896811" y="208532"/>
                    <a:pt x="886778" y="208392"/>
                  </a:cubicBezTo>
                  <a:close/>
                  <a:moveTo>
                    <a:pt x="886524" y="299715"/>
                  </a:moveTo>
                  <a:cubicBezTo>
                    <a:pt x="876427" y="299715"/>
                    <a:pt x="868236" y="307890"/>
                    <a:pt x="868236" y="317979"/>
                  </a:cubicBezTo>
                  <a:cubicBezTo>
                    <a:pt x="868236" y="328069"/>
                    <a:pt x="876427" y="336244"/>
                    <a:pt x="886524" y="336244"/>
                  </a:cubicBezTo>
                  <a:cubicBezTo>
                    <a:pt x="896620" y="336244"/>
                    <a:pt x="904812" y="328069"/>
                    <a:pt x="904812" y="317979"/>
                  </a:cubicBezTo>
                  <a:cubicBezTo>
                    <a:pt x="904812" y="307991"/>
                    <a:pt x="896811" y="299854"/>
                    <a:pt x="886778" y="299715"/>
                  </a:cubicBezTo>
                  <a:close/>
                  <a:moveTo>
                    <a:pt x="886524" y="391037"/>
                  </a:moveTo>
                  <a:cubicBezTo>
                    <a:pt x="876427" y="391037"/>
                    <a:pt x="868236" y="399212"/>
                    <a:pt x="868236" y="409302"/>
                  </a:cubicBezTo>
                  <a:cubicBezTo>
                    <a:pt x="868236" y="419391"/>
                    <a:pt x="876427" y="427566"/>
                    <a:pt x="886524" y="427566"/>
                  </a:cubicBezTo>
                  <a:cubicBezTo>
                    <a:pt x="896620" y="427566"/>
                    <a:pt x="904812" y="419391"/>
                    <a:pt x="904812" y="409302"/>
                  </a:cubicBezTo>
                  <a:cubicBezTo>
                    <a:pt x="904812" y="399313"/>
                    <a:pt x="896811" y="391177"/>
                    <a:pt x="886778" y="391037"/>
                  </a:cubicBezTo>
                  <a:close/>
                  <a:moveTo>
                    <a:pt x="886524" y="482359"/>
                  </a:moveTo>
                  <a:cubicBezTo>
                    <a:pt x="876427" y="482359"/>
                    <a:pt x="868236" y="490534"/>
                    <a:pt x="868236" y="500624"/>
                  </a:cubicBezTo>
                  <a:cubicBezTo>
                    <a:pt x="868236" y="510714"/>
                    <a:pt x="876427" y="518888"/>
                    <a:pt x="886524" y="518888"/>
                  </a:cubicBezTo>
                  <a:cubicBezTo>
                    <a:pt x="896620" y="518888"/>
                    <a:pt x="904812" y="510714"/>
                    <a:pt x="904812" y="500624"/>
                  </a:cubicBezTo>
                  <a:cubicBezTo>
                    <a:pt x="904685" y="490712"/>
                    <a:pt x="896684" y="482689"/>
                    <a:pt x="886778" y="482550"/>
                  </a:cubicBezTo>
                  <a:close/>
                  <a:moveTo>
                    <a:pt x="795084" y="391037"/>
                  </a:moveTo>
                  <a:cubicBezTo>
                    <a:pt x="784987" y="391037"/>
                    <a:pt x="776796" y="399212"/>
                    <a:pt x="776796" y="409302"/>
                  </a:cubicBezTo>
                  <a:cubicBezTo>
                    <a:pt x="776796" y="419391"/>
                    <a:pt x="784987" y="427566"/>
                    <a:pt x="795084" y="427566"/>
                  </a:cubicBezTo>
                  <a:cubicBezTo>
                    <a:pt x="805180" y="427566"/>
                    <a:pt x="813372" y="419391"/>
                    <a:pt x="813372" y="409302"/>
                  </a:cubicBezTo>
                  <a:cubicBezTo>
                    <a:pt x="813372" y="399313"/>
                    <a:pt x="805371" y="391177"/>
                    <a:pt x="795338" y="391037"/>
                  </a:cubicBezTo>
                  <a:close/>
                  <a:moveTo>
                    <a:pt x="795084" y="299715"/>
                  </a:moveTo>
                  <a:cubicBezTo>
                    <a:pt x="784987" y="299715"/>
                    <a:pt x="776796" y="307890"/>
                    <a:pt x="776796" y="317979"/>
                  </a:cubicBezTo>
                  <a:cubicBezTo>
                    <a:pt x="776796" y="328069"/>
                    <a:pt x="784987" y="336244"/>
                    <a:pt x="795084" y="336244"/>
                  </a:cubicBezTo>
                  <a:cubicBezTo>
                    <a:pt x="805180" y="336244"/>
                    <a:pt x="813372" y="328069"/>
                    <a:pt x="813372" y="317979"/>
                  </a:cubicBezTo>
                  <a:cubicBezTo>
                    <a:pt x="813372" y="307991"/>
                    <a:pt x="805371" y="299854"/>
                    <a:pt x="795338" y="299715"/>
                  </a:cubicBezTo>
                  <a:close/>
                  <a:moveTo>
                    <a:pt x="840804" y="436698"/>
                  </a:moveTo>
                  <a:cubicBezTo>
                    <a:pt x="830707" y="436698"/>
                    <a:pt x="822516" y="444873"/>
                    <a:pt x="822516" y="454963"/>
                  </a:cubicBezTo>
                  <a:cubicBezTo>
                    <a:pt x="822516" y="465053"/>
                    <a:pt x="830707" y="473227"/>
                    <a:pt x="840804" y="473227"/>
                  </a:cubicBezTo>
                  <a:cubicBezTo>
                    <a:pt x="850900" y="473227"/>
                    <a:pt x="859092" y="465053"/>
                    <a:pt x="859092" y="454963"/>
                  </a:cubicBezTo>
                  <a:cubicBezTo>
                    <a:pt x="859092" y="444974"/>
                    <a:pt x="851027" y="436838"/>
                    <a:pt x="841058" y="436698"/>
                  </a:cubicBezTo>
                  <a:close/>
                  <a:moveTo>
                    <a:pt x="795084" y="208392"/>
                  </a:moveTo>
                  <a:cubicBezTo>
                    <a:pt x="784987" y="208392"/>
                    <a:pt x="776796" y="216567"/>
                    <a:pt x="776796" y="226657"/>
                  </a:cubicBezTo>
                  <a:cubicBezTo>
                    <a:pt x="776796" y="236747"/>
                    <a:pt x="784987" y="244921"/>
                    <a:pt x="795084" y="244921"/>
                  </a:cubicBezTo>
                  <a:cubicBezTo>
                    <a:pt x="805180" y="244921"/>
                    <a:pt x="813372" y="236747"/>
                    <a:pt x="813372" y="226657"/>
                  </a:cubicBezTo>
                  <a:cubicBezTo>
                    <a:pt x="813372" y="216669"/>
                    <a:pt x="805371" y="208532"/>
                    <a:pt x="795338" y="208392"/>
                  </a:cubicBezTo>
                  <a:close/>
                  <a:moveTo>
                    <a:pt x="795084" y="482359"/>
                  </a:moveTo>
                  <a:cubicBezTo>
                    <a:pt x="784987" y="482359"/>
                    <a:pt x="776796" y="490534"/>
                    <a:pt x="776796" y="500624"/>
                  </a:cubicBezTo>
                  <a:cubicBezTo>
                    <a:pt x="776796" y="510714"/>
                    <a:pt x="784987" y="518888"/>
                    <a:pt x="795084" y="518888"/>
                  </a:cubicBezTo>
                  <a:cubicBezTo>
                    <a:pt x="805180" y="518888"/>
                    <a:pt x="813372" y="510714"/>
                    <a:pt x="813372" y="500624"/>
                  </a:cubicBezTo>
                  <a:cubicBezTo>
                    <a:pt x="813245" y="490712"/>
                    <a:pt x="805244" y="482689"/>
                    <a:pt x="795338" y="482550"/>
                  </a:cubicBezTo>
                  <a:close/>
                  <a:moveTo>
                    <a:pt x="795084" y="117070"/>
                  </a:moveTo>
                  <a:cubicBezTo>
                    <a:pt x="784987" y="117070"/>
                    <a:pt x="776796" y="125245"/>
                    <a:pt x="776796" y="135335"/>
                  </a:cubicBezTo>
                  <a:cubicBezTo>
                    <a:pt x="776796" y="145424"/>
                    <a:pt x="784987" y="153599"/>
                    <a:pt x="795084" y="153599"/>
                  </a:cubicBezTo>
                  <a:cubicBezTo>
                    <a:pt x="805180" y="153599"/>
                    <a:pt x="813372" y="145424"/>
                    <a:pt x="813372" y="135335"/>
                  </a:cubicBezTo>
                  <a:cubicBezTo>
                    <a:pt x="813372" y="125346"/>
                    <a:pt x="805371" y="117210"/>
                    <a:pt x="795338" y="117070"/>
                  </a:cubicBezTo>
                  <a:close/>
                  <a:moveTo>
                    <a:pt x="840804" y="528021"/>
                  </a:moveTo>
                  <a:cubicBezTo>
                    <a:pt x="830644" y="527983"/>
                    <a:pt x="822452" y="536164"/>
                    <a:pt x="822389" y="546285"/>
                  </a:cubicBezTo>
                  <a:cubicBezTo>
                    <a:pt x="822325" y="556407"/>
                    <a:pt x="830517" y="564638"/>
                    <a:pt x="840677" y="564676"/>
                  </a:cubicBezTo>
                  <a:cubicBezTo>
                    <a:pt x="850837" y="564714"/>
                    <a:pt x="859028" y="556533"/>
                    <a:pt x="859092" y="546412"/>
                  </a:cubicBezTo>
                  <a:cubicBezTo>
                    <a:pt x="859092" y="546367"/>
                    <a:pt x="859092" y="546330"/>
                    <a:pt x="859092" y="546285"/>
                  </a:cubicBezTo>
                  <a:cubicBezTo>
                    <a:pt x="859092" y="536297"/>
                    <a:pt x="851027" y="528160"/>
                    <a:pt x="841058" y="528021"/>
                  </a:cubicBezTo>
                  <a:close/>
                  <a:moveTo>
                    <a:pt x="840804" y="619343"/>
                  </a:moveTo>
                  <a:cubicBezTo>
                    <a:pt x="830707" y="619343"/>
                    <a:pt x="822516" y="627518"/>
                    <a:pt x="822516" y="637607"/>
                  </a:cubicBezTo>
                  <a:cubicBezTo>
                    <a:pt x="822516" y="639148"/>
                    <a:pt x="822770" y="640683"/>
                    <a:pt x="823151" y="642174"/>
                  </a:cubicBezTo>
                  <a:cubicBezTo>
                    <a:pt x="835089" y="639814"/>
                    <a:pt x="846837" y="636701"/>
                    <a:pt x="858393" y="632851"/>
                  </a:cubicBezTo>
                  <a:cubicBezTo>
                    <a:pt x="856298" y="624994"/>
                    <a:pt x="849186" y="619489"/>
                    <a:pt x="841058" y="619343"/>
                  </a:cubicBezTo>
                  <a:close/>
                  <a:moveTo>
                    <a:pt x="795084" y="25748"/>
                  </a:moveTo>
                  <a:cubicBezTo>
                    <a:pt x="784987" y="25748"/>
                    <a:pt x="776796" y="33922"/>
                    <a:pt x="776796" y="44012"/>
                  </a:cubicBezTo>
                  <a:cubicBezTo>
                    <a:pt x="776796" y="54102"/>
                    <a:pt x="784987" y="62277"/>
                    <a:pt x="795084" y="62277"/>
                  </a:cubicBezTo>
                  <a:cubicBezTo>
                    <a:pt x="805180" y="62277"/>
                    <a:pt x="813372" y="54102"/>
                    <a:pt x="813372" y="44012"/>
                  </a:cubicBezTo>
                  <a:cubicBezTo>
                    <a:pt x="813245" y="34100"/>
                    <a:pt x="805244" y="26078"/>
                    <a:pt x="795338" y="25938"/>
                  </a:cubicBezTo>
                  <a:close/>
                </a:path>
              </a:pathLst>
            </a:custGeom>
            <a:solidFill>
              <a:srgbClr val="3BE5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4"/>
            <p:cNvSpPr/>
            <p:nvPr/>
          </p:nvSpPr>
          <p:spPr>
            <a:xfrm flipH="1">
              <a:off x="1676047" y="1606642"/>
              <a:ext cx="679513" cy="456825"/>
            </a:xfrm>
            <a:custGeom>
              <a:avLst/>
              <a:gdLst/>
              <a:ahLst/>
              <a:cxnLst/>
              <a:rect l="l" t="t" r="r" b="b"/>
              <a:pathLst>
                <a:path w="1812035" h="1218201" extrusionOk="0">
                  <a:moveTo>
                    <a:pt x="877760" y="1218202"/>
                  </a:moveTo>
                  <a:cubicBezTo>
                    <a:pt x="1373442" y="1218202"/>
                    <a:pt x="1576959" y="444118"/>
                    <a:pt x="1812036" y="0"/>
                  </a:cubicBezTo>
                  <a:lnTo>
                    <a:pt x="0" y="0"/>
                  </a:lnTo>
                  <a:cubicBezTo>
                    <a:pt x="243967" y="601269"/>
                    <a:pt x="522922" y="1218202"/>
                    <a:pt x="877760" y="1218202"/>
                  </a:cubicBezTo>
                  <a:close/>
                </a:path>
              </a:pathLst>
            </a:custGeom>
            <a:gradFill>
              <a:gsLst>
                <a:gs pos="0">
                  <a:srgbClr val="A54FA6"/>
                </a:gs>
                <a:gs pos="100000">
                  <a:srgbClr val="F702A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4"/>
            <p:cNvSpPr/>
            <p:nvPr/>
          </p:nvSpPr>
          <p:spPr>
            <a:xfrm flipH="1">
              <a:off x="2355561" y="1183542"/>
              <a:ext cx="479298" cy="423103"/>
            </a:xfrm>
            <a:custGeom>
              <a:avLst/>
              <a:gdLst/>
              <a:ahLst/>
              <a:cxnLst/>
              <a:rect l="l" t="t" r="r" b="b"/>
              <a:pathLst>
                <a:path w="1278128" h="1128274" extrusionOk="0">
                  <a:moveTo>
                    <a:pt x="641922" y="0"/>
                  </a:moveTo>
                  <a:cubicBezTo>
                    <a:pt x="371729" y="0"/>
                    <a:pt x="243142" y="659994"/>
                    <a:pt x="0" y="1128275"/>
                  </a:cubicBezTo>
                  <a:lnTo>
                    <a:pt x="1278128" y="1128275"/>
                  </a:lnTo>
                  <a:cubicBezTo>
                    <a:pt x="1046290" y="557066"/>
                    <a:pt x="845947" y="0"/>
                    <a:pt x="641922" y="0"/>
                  </a:cubicBezTo>
                  <a:close/>
                </a:path>
              </a:pathLst>
            </a:custGeom>
            <a:solidFill>
              <a:srgbClr val="FF800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4"/>
            <p:cNvSpPr/>
            <p:nvPr/>
          </p:nvSpPr>
          <p:spPr>
            <a:xfrm flipH="1">
              <a:off x="1411014" y="1492704"/>
              <a:ext cx="265033" cy="113939"/>
            </a:xfrm>
            <a:custGeom>
              <a:avLst/>
              <a:gdLst/>
              <a:ahLst/>
              <a:cxnLst/>
              <a:rect l="l" t="t" r="r" b="b"/>
              <a:pathLst>
                <a:path w="706755" h="303837" extrusionOk="0">
                  <a:moveTo>
                    <a:pt x="320167" y="0"/>
                  </a:moveTo>
                  <a:cubicBezTo>
                    <a:pt x="194310" y="0"/>
                    <a:pt x="94615" y="125251"/>
                    <a:pt x="0" y="303837"/>
                  </a:cubicBezTo>
                  <a:lnTo>
                    <a:pt x="706755" y="303837"/>
                  </a:lnTo>
                  <a:cubicBezTo>
                    <a:pt x="594932" y="135335"/>
                    <a:pt x="483933" y="0"/>
                    <a:pt x="320167" y="0"/>
                  </a:cubicBezTo>
                  <a:close/>
                </a:path>
              </a:pathLst>
            </a:custGeom>
            <a:solidFill>
              <a:srgbClr val="3BE5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4"/>
            <p:cNvSpPr/>
            <p:nvPr/>
          </p:nvSpPr>
          <p:spPr>
            <a:xfrm flipH="1">
              <a:off x="218" y="1606642"/>
              <a:ext cx="189405" cy="242741"/>
            </a:xfrm>
            <a:custGeom>
              <a:avLst/>
              <a:gdLst/>
              <a:ahLst/>
              <a:cxnLst/>
              <a:rect l="l" t="t" r="r" b="b"/>
              <a:pathLst>
                <a:path w="505079" h="647310" extrusionOk="0">
                  <a:moveTo>
                    <a:pt x="0" y="0"/>
                  </a:moveTo>
                  <a:cubicBezTo>
                    <a:pt x="127000" y="368460"/>
                    <a:pt x="278765" y="644013"/>
                    <a:pt x="505079" y="647310"/>
                  </a:cubicBezTo>
                  <a:lnTo>
                    <a:pt x="505079" y="0"/>
                  </a:lnTo>
                  <a:close/>
                </a:path>
              </a:pathLst>
            </a:custGeom>
            <a:solidFill>
              <a:srgbClr val="F702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4"/>
            <p:cNvSpPr/>
            <p:nvPr/>
          </p:nvSpPr>
          <p:spPr>
            <a:xfrm flipH="1">
              <a:off x="3227765" y="1249917"/>
              <a:ext cx="397002" cy="356728"/>
            </a:xfrm>
            <a:custGeom>
              <a:avLst/>
              <a:gdLst/>
              <a:ahLst/>
              <a:cxnLst/>
              <a:rect l="l" t="t" r="r" b="b"/>
              <a:pathLst>
                <a:path w="1058671" h="951274" extrusionOk="0">
                  <a:moveTo>
                    <a:pt x="584200" y="0"/>
                  </a:moveTo>
                  <a:cubicBezTo>
                    <a:pt x="388938" y="0"/>
                    <a:pt x="206692" y="447289"/>
                    <a:pt x="0" y="951274"/>
                  </a:cubicBezTo>
                  <a:lnTo>
                    <a:pt x="1058672" y="951274"/>
                  </a:lnTo>
                  <a:cubicBezTo>
                    <a:pt x="920623" y="672805"/>
                    <a:pt x="806005" y="314808"/>
                    <a:pt x="664654" y="17313"/>
                  </a:cubicBezTo>
                  <a:cubicBezTo>
                    <a:pt x="639312" y="6075"/>
                    <a:pt x="611924" y="184"/>
                    <a:pt x="584200" y="0"/>
                  </a:cubicBezTo>
                  <a:close/>
                </a:path>
              </a:pathLst>
            </a:custGeom>
            <a:solidFill>
              <a:srgbClr val="A54FA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4"/>
            <p:cNvSpPr/>
            <p:nvPr/>
          </p:nvSpPr>
          <p:spPr>
            <a:xfrm flipH="1">
              <a:off x="1457615" y="1606642"/>
              <a:ext cx="470225" cy="214036"/>
            </a:xfrm>
            <a:custGeom>
              <a:avLst/>
              <a:gdLst/>
              <a:ahLst/>
              <a:cxnLst/>
              <a:rect l="l" t="t" r="r" b="b"/>
              <a:pathLst>
                <a:path w="1253934" h="570764" extrusionOk="0">
                  <a:moveTo>
                    <a:pt x="569913" y="570765"/>
                  </a:moveTo>
                  <a:cubicBezTo>
                    <a:pt x="852488" y="570765"/>
                    <a:pt x="1068959" y="318106"/>
                    <a:pt x="1253934" y="0"/>
                  </a:cubicBezTo>
                  <a:lnTo>
                    <a:pt x="0" y="0"/>
                  </a:lnTo>
                  <a:cubicBezTo>
                    <a:pt x="142240" y="325336"/>
                    <a:pt x="312674" y="570765"/>
                    <a:pt x="569913" y="570765"/>
                  </a:cubicBezTo>
                  <a:close/>
                </a:path>
              </a:pathLst>
            </a:custGeom>
            <a:solidFill>
              <a:srgbClr val="C182FF">
                <a:alpha val="531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4"/>
            <p:cNvSpPr/>
            <p:nvPr/>
          </p:nvSpPr>
          <p:spPr>
            <a:xfrm flipH="1">
              <a:off x="218" y="1202353"/>
              <a:ext cx="314754" cy="404291"/>
            </a:xfrm>
            <a:custGeom>
              <a:avLst/>
              <a:gdLst/>
              <a:ahLst/>
              <a:cxnLst/>
              <a:rect l="l" t="t" r="r" b="b"/>
              <a:pathLst>
                <a:path w="839343" h="1078110" extrusionOk="0">
                  <a:moveTo>
                    <a:pt x="0" y="1078111"/>
                  </a:moveTo>
                  <a:lnTo>
                    <a:pt x="839343" y="1078111"/>
                  </a:lnTo>
                  <a:lnTo>
                    <a:pt x="839343" y="0"/>
                  </a:lnTo>
                  <a:cubicBezTo>
                    <a:pt x="537274" y="5898"/>
                    <a:pt x="328867" y="647881"/>
                    <a:pt x="0" y="1078111"/>
                  </a:cubicBezTo>
                  <a:close/>
                </a:path>
              </a:pathLst>
            </a:custGeom>
            <a:gradFill>
              <a:gsLst>
                <a:gs pos="0">
                  <a:srgbClr val="3BE5CC"/>
                </a:gs>
                <a:gs pos="100000">
                  <a:srgbClr val="02719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4"/>
            <p:cNvSpPr/>
            <p:nvPr/>
          </p:nvSpPr>
          <p:spPr>
            <a:xfrm flipH="1">
              <a:off x="1934650" y="1012171"/>
              <a:ext cx="699230" cy="594522"/>
            </a:xfrm>
            <a:custGeom>
              <a:avLst/>
              <a:gdLst/>
              <a:ahLst/>
              <a:cxnLst/>
              <a:rect l="l" t="t" r="r" b="b"/>
              <a:pathLst>
                <a:path w="1864614" h="1585393" extrusionOk="0">
                  <a:moveTo>
                    <a:pt x="215900" y="962880"/>
                  </a:moveTo>
                  <a:lnTo>
                    <a:pt x="839153" y="1585267"/>
                  </a:lnTo>
                  <a:lnTo>
                    <a:pt x="866648" y="1585267"/>
                  </a:lnTo>
                  <a:lnTo>
                    <a:pt x="223329" y="942523"/>
                  </a:lnTo>
                  <a:close/>
                  <a:moveTo>
                    <a:pt x="194754" y="1023761"/>
                  </a:moveTo>
                  <a:lnTo>
                    <a:pt x="757047" y="1585267"/>
                  </a:lnTo>
                  <a:lnTo>
                    <a:pt x="784542" y="1585267"/>
                  </a:lnTo>
                  <a:lnTo>
                    <a:pt x="201866" y="1003341"/>
                  </a:lnTo>
                  <a:cubicBezTo>
                    <a:pt x="199771" y="1010190"/>
                    <a:pt x="197358" y="1016976"/>
                    <a:pt x="195009" y="1023761"/>
                  </a:cubicBezTo>
                  <a:close/>
                  <a:moveTo>
                    <a:pt x="173990" y="1084833"/>
                  </a:moveTo>
                  <a:lnTo>
                    <a:pt x="675132" y="1585267"/>
                  </a:lnTo>
                  <a:lnTo>
                    <a:pt x="702691" y="1585267"/>
                  </a:lnTo>
                  <a:lnTo>
                    <a:pt x="181039" y="1064349"/>
                  </a:lnTo>
                  <a:close/>
                  <a:moveTo>
                    <a:pt x="259143" y="841751"/>
                  </a:moveTo>
                  <a:lnTo>
                    <a:pt x="1003681" y="1585267"/>
                  </a:lnTo>
                  <a:lnTo>
                    <a:pt x="1031177" y="1585267"/>
                  </a:lnTo>
                  <a:lnTo>
                    <a:pt x="266700" y="821584"/>
                  </a:lnTo>
                  <a:close/>
                  <a:moveTo>
                    <a:pt x="237490" y="902188"/>
                  </a:moveTo>
                  <a:lnTo>
                    <a:pt x="921512" y="1585267"/>
                  </a:lnTo>
                  <a:lnTo>
                    <a:pt x="949071" y="1585267"/>
                  </a:lnTo>
                  <a:lnTo>
                    <a:pt x="244729" y="881895"/>
                  </a:lnTo>
                  <a:close/>
                  <a:moveTo>
                    <a:pt x="303657" y="722207"/>
                  </a:moveTo>
                  <a:lnTo>
                    <a:pt x="1167892" y="1585267"/>
                  </a:lnTo>
                  <a:lnTo>
                    <a:pt x="1195451" y="1585267"/>
                  </a:lnTo>
                  <a:lnTo>
                    <a:pt x="311150" y="702358"/>
                  </a:lnTo>
                  <a:cubicBezTo>
                    <a:pt x="308801" y="708953"/>
                    <a:pt x="306260" y="715549"/>
                    <a:pt x="303657" y="722207"/>
                  </a:cubicBezTo>
                  <a:close/>
                  <a:moveTo>
                    <a:pt x="281178" y="781757"/>
                  </a:moveTo>
                  <a:lnTo>
                    <a:pt x="1085850" y="1585267"/>
                  </a:lnTo>
                  <a:lnTo>
                    <a:pt x="1113346" y="1585267"/>
                  </a:lnTo>
                  <a:lnTo>
                    <a:pt x="288671" y="761717"/>
                  </a:lnTo>
                  <a:cubicBezTo>
                    <a:pt x="286131" y="768376"/>
                    <a:pt x="283654" y="775035"/>
                    <a:pt x="281178" y="781757"/>
                  </a:cubicBezTo>
                  <a:close/>
                  <a:moveTo>
                    <a:pt x="45657" y="1448727"/>
                  </a:moveTo>
                  <a:lnTo>
                    <a:pt x="182372" y="1585267"/>
                  </a:lnTo>
                  <a:lnTo>
                    <a:pt x="209867" y="1585267"/>
                  </a:lnTo>
                  <a:lnTo>
                    <a:pt x="53086" y="1428687"/>
                  </a:lnTo>
                  <a:close/>
                  <a:moveTo>
                    <a:pt x="23051" y="1508150"/>
                  </a:moveTo>
                  <a:lnTo>
                    <a:pt x="100266" y="1585267"/>
                  </a:lnTo>
                  <a:lnTo>
                    <a:pt x="127762" y="1585267"/>
                  </a:lnTo>
                  <a:lnTo>
                    <a:pt x="30671" y="1488300"/>
                  </a:lnTo>
                  <a:close/>
                  <a:moveTo>
                    <a:pt x="67501" y="1388797"/>
                  </a:moveTo>
                  <a:lnTo>
                    <a:pt x="264351" y="1585394"/>
                  </a:lnTo>
                  <a:lnTo>
                    <a:pt x="292100" y="1585394"/>
                  </a:lnTo>
                  <a:lnTo>
                    <a:pt x="75121" y="1368757"/>
                  </a:lnTo>
                  <a:close/>
                  <a:moveTo>
                    <a:pt x="326517" y="663228"/>
                  </a:moveTo>
                  <a:lnTo>
                    <a:pt x="1249807" y="1585267"/>
                  </a:lnTo>
                  <a:lnTo>
                    <a:pt x="1277303" y="1585267"/>
                  </a:lnTo>
                  <a:lnTo>
                    <a:pt x="334709" y="643632"/>
                  </a:lnTo>
                  <a:cubicBezTo>
                    <a:pt x="332041" y="650164"/>
                    <a:pt x="329374" y="656696"/>
                    <a:pt x="326771" y="663228"/>
                  </a:cubicBezTo>
                  <a:close/>
                  <a:moveTo>
                    <a:pt x="153035" y="1145905"/>
                  </a:moveTo>
                  <a:lnTo>
                    <a:pt x="593027" y="1585267"/>
                  </a:lnTo>
                  <a:lnTo>
                    <a:pt x="620522" y="1585267"/>
                  </a:lnTo>
                  <a:lnTo>
                    <a:pt x="160084" y="1125421"/>
                  </a:lnTo>
                  <a:close/>
                  <a:moveTo>
                    <a:pt x="0" y="1566812"/>
                  </a:moveTo>
                  <a:lnTo>
                    <a:pt x="18288" y="1585077"/>
                  </a:lnTo>
                  <a:lnTo>
                    <a:pt x="45847" y="1585077"/>
                  </a:lnTo>
                  <a:lnTo>
                    <a:pt x="7747" y="1547026"/>
                  </a:lnTo>
                  <a:cubicBezTo>
                    <a:pt x="5080" y="1554128"/>
                    <a:pt x="2413" y="1560470"/>
                    <a:pt x="0" y="1566812"/>
                  </a:cubicBezTo>
                  <a:close/>
                  <a:moveTo>
                    <a:pt x="132207" y="1206723"/>
                  </a:moveTo>
                  <a:lnTo>
                    <a:pt x="511111" y="1585077"/>
                  </a:lnTo>
                  <a:lnTo>
                    <a:pt x="538607" y="1585077"/>
                  </a:lnTo>
                  <a:lnTo>
                    <a:pt x="139065" y="1186302"/>
                  </a:lnTo>
                  <a:close/>
                  <a:moveTo>
                    <a:pt x="110998" y="1267605"/>
                  </a:moveTo>
                  <a:lnTo>
                    <a:pt x="428942" y="1585077"/>
                  </a:lnTo>
                  <a:lnTo>
                    <a:pt x="456438" y="1585077"/>
                  </a:lnTo>
                  <a:lnTo>
                    <a:pt x="118110" y="1247184"/>
                  </a:lnTo>
                  <a:cubicBezTo>
                    <a:pt x="115570" y="1254223"/>
                    <a:pt x="113221" y="1261009"/>
                    <a:pt x="110808" y="1267795"/>
                  </a:cubicBezTo>
                  <a:close/>
                  <a:moveTo>
                    <a:pt x="89662" y="1328233"/>
                  </a:moveTo>
                  <a:lnTo>
                    <a:pt x="346837" y="1585077"/>
                  </a:lnTo>
                  <a:lnTo>
                    <a:pt x="374333" y="1585077"/>
                  </a:lnTo>
                  <a:lnTo>
                    <a:pt x="96838" y="1307939"/>
                  </a:lnTo>
                  <a:cubicBezTo>
                    <a:pt x="94234" y="1314915"/>
                    <a:pt x="91884" y="1321701"/>
                    <a:pt x="89472" y="1328423"/>
                  </a:cubicBezTo>
                  <a:close/>
                  <a:moveTo>
                    <a:pt x="1792922" y="1361400"/>
                  </a:moveTo>
                  <a:lnTo>
                    <a:pt x="599122" y="169137"/>
                  </a:lnTo>
                  <a:cubicBezTo>
                    <a:pt x="594868" y="173956"/>
                    <a:pt x="590614" y="178966"/>
                    <a:pt x="586422" y="183976"/>
                  </a:cubicBezTo>
                  <a:lnTo>
                    <a:pt x="1809750" y="1405920"/>
                  </a:lnTo>
                  <a:cubicBezTo>
                    <a:pt x="1804035" y="1391251"/>
                    <a:pt x="1798383" y="1376475"/>
                    <a:pt x="1792732" y="1361591"/>
                  </a:cubicBezTo>
                  <a:close/>
                  <a:moveTo>
                    <a:pt x="1608772" y="849171"/>
                  </a:moveTo>
                  <a:lnTo>
                    <a:pt x="785876" y="27967"/>
                  </a:lnTo>
                  <a:cubicBezTo>
                    <a:pt x="779526" y="30631"/>
                    <a:pt x="773176" y="33421"/>
                    <a:pt x="766826" y="36402"/>
                  </a:cubicBezTo>
                  <a:lnTo>
                    <a:pt x="1624076" y="892549"/>
                  </a:lnTo>
                  <a:close/>
                  <a:moveTo>
                    <a:pt x="1745488" y="1231837"/>
                  </a:moveTo>
                  <a:lnTo>
                    <a:pt x="638873" y="127217"/>
                  </a:lnTo>
                  <a:cubicBezTo>
                    <a:pt x="634238" y="131720"/>
                    <a:pt x="629603" y="136222"/>
                    <a:pt x="625030" y="140915"/>
                  </a:cubicBezTo>
                  <a:lnTo>
                    <a:pt x="1760728" y="1275088"/>
                  </a:lnTo>
                  <a:close/>
                  <a:moveTo>
                    <a:pt x="1700149" y="1104493"/>
                  </a:moveTo>
                  <a:lnTo>
                    <a:pt x="682689" y="89166"/>
                  </a:lnTo>
                  <a:cubicBezTo>
                    <a:pt x="677609" y="93161"/>
                    <a:pt x="672528" y="97347"/>
                    <a:pt x="667512" y="101533"/>
                  </a:cubicBezTo>
                  <a:lnTo>
                    <a:pt x="1714818" y="1147490"/>
                  </a:lnTo>
                  <a:close/>
                  <a:moveTo>
                    <a:pt x="1558734" y="717197"/>
                  </a:moveTo>
                  <a:lnTo>
                    <a:pt x="848423" y="8435"/>
                  </a:lnTo>
                  <a:cubicBezTo>
                    <a:pt x="841058" y="10020"/>
                    <a:pt x="833691" y="11859"/>
                    <a:pt x="826453" y="13952"/>
                  </a:cubicBezTo>
                  <a:lnTo>
                    <a:pt x="1575753" y="762288"/>
                  </a:lnTo>
                  <a:cubicBezTo>
                    <a:pt x="1569974" y="747239"/>
                    <a:pt x="1564132" y="732272"/>
                    <a:pt x="1558354" y="717388"/>
                  </a:cubicBezTo>
                  <a:close/>
                  <a:moveTo>
                    <a:pt x="1655128" y="977593"/>
                  </a:moveTo>
                  <a:lnTo>
                    <a:pt x="731266" y="55491"/>
                  </a:lnTo>
                  <a:cubicBezTo>
                    <a:pt x="725615" y="58852"/>
                    <a:pt x="719963" y="62404"/>
                    <a:pt x="714375" y="66082"/>
                  </a:cubicBezTo>
                  <a:lnTo>
                    <a:pt x="1670050" y="1020337"/>
                  </a:lnTo>
                  <a:cubicBezTo>
                    <a:pt x="1664843" y="1006131"/>
                    <a:pt x="1659827" y="991925"/>
                    <a:pt x="1654746" y="977783"/>
                  </a:cubicBezTo>
                  <a:close/>
                  <a:moveTo>
                    <a:pt x="1289876" y="202621"/>
                  </a:moveTo>
                  <a:lnTo>
                    <a:pt x="1173035" y="85995"/>
                  </a:lnTo>
                  <a:cubicBezTo>
                    <a:pt x="1150029" y="68341"/>
                    <a:pt x="1125385" y="52924"/>
                    <a:pt x="1099439" y="39954"/>
                  </a:cubicBezTo>
                  <a:lnTo>
                    <a:pt x="1356423" y="296544"/>
                  </a:lnTo>
                  <a:cubicBezTo>
                    <a:pt x="1335786" y="264142"/>
                    <a:pt x="1313434" y="232854"/>
                    <a:pt x="1289495" y="202812"/>
                  </a:cubicBezTo>
                  <a:close/>
                  <a:moveTo>
                    <a:pt x="1501457" y="577994"/>
                  </a:moveTo>
                  <a:lnTo>
                    <a:pt x="922147" y="0"/>
                  </a:lnTo>
                  <a:cubicBezTo>
                    <a:pt x="913321" y="0"/>
                    <a:pt x="904558" y="634"/>
                    <a:pt x="895922" y="1332"/>
                  </a:cubicBezTo>
                  <a:lnTo>
                    <a:pt x="1521396" y="625938"/>
                  </a:lnTo>
                  <a:cubicBezTo>
                    <a:pt x="1514666" y="609894"/>
                    <a:pt x="1507934" y="593912"/>
                    <a:pt x="1501077" y="578185"/>
                  </a:cubicBezTo>
                  <a:close/>
                  <a:moveTo>
                    <a:pt x="1428496" y="423127"/>
                  </a:moveTo>
                  <a:lnTo>
                    <a:pt x="1013841" y="9576"/>
                  </a:lnTo>
                  <a:cubicBezTo>
                    <a:pt x="1002792" y="7039"/>
                    <a:pt x="991597" y="4926"/>
                    <a:pt x="980250" y="3234"/>
                  </a:cubicBezTo>
                  <a:lnTo>
                    <a:pt x="1455293" y="477667"/>
                  </a:lnTo>
                  <a:cubicBezTo>
                    <a:pt x="1446340" y="459275"/>
                    <a:pt x="1437322" y="441157"/>
                    <a:pt x="1428115" y="423317"/>
                  </a:cubicBezTo>
                  <a:close/>
                  <a:moveTo>
                    <a:pt x="456057" y="381651"/>
                  </a:moveTo>
                  <a:lnTo>
                    <a:pt x="1661033" y="1585077"/>
                  </a:lnTo>
                  <a:lnTo>
                    <a:pt x="1688592" y="1585077"/>
                  </a:lnTo>
                  <a:lnTo>
                    <a:pt x="465455" y="364084"/>
                  </a:lnTo>
                  <a:cubicBezTo>
                    <a:pt x="462153" y="369982"/>
                    <a:pt x="458915" y="375880"/>
                    <a:pt x="455676" y="381842"/>
                  </a:cubicBezTo>
                  <a:close/>
                  <a:moveTo>
                    <a:pt x="427990" y="435620"/>
                  </a:moveTo>
                  <a:lnTo>
                    <a:pt x="1578928" y="1585077"/>
                  </a:lnTo>
                  <a:lnTo>
                    <a:pt x="1606423" y="1585077"/>
                  </a:lnTo>
                  <a:lnTo>
                    <a:pt x="436880" y="417609"/>
                  </a:lnTo>
                  <a:cubicBezTo>
                    <a:pt x="433769" y="423634"/>
                    <a:pt x="430657" y="429659"/>
                    <a:pt x="427609" y="435810"/>
                  </a:cubicBezTo>
                  <a:close/>
                  <a:moveTo>
                    <a:pt x="1845564" y="1495847"/>
                  </a:moveTo>
                  <a:lnTo>
                    <a:pt x="561911" y="214354"/>
                  </a:lnTo>
                  <a:cubicBezTo>
                    <a:pt x="557975" y="219554"/>
                    <a:pt x="554101" y="224881"/>
                    <a:pt x="550164" y="230145"/>
                  </a:cubicBezTo>
                  <a:lnTo>
                    <a:pt x="1864614" y="1542904"/>
                  </a:lnTo>
                  <a:cubicBezTo>
                    <a:pt x="1858137" y="1527429"/>
                    <a:pt x="1851660" y="1511828"/>
                    <a:pt x="1845183" y="1496037"/>
                  </a:cubicBezTo>
                  <a:close/>
                  <a:moveTo>
                    <a:pt x="375222" y="547553"/>
                  </a:moveTo>
                  <a:lnTo>
                    <a:pt x="1414272" y="1585267"/>
                  </a:lnTo>
                  <a:lnTo>
                    <a:pt x="1441831" y="1585267"/>
                  </a:lnTo>
                  <a:lnTo>
                    <a:pt x="383730" y="528528"/>
                  </a:lnTo>
                  <a:cubicBezTo>
                    <a:pt x="381000" y="534870"/>
                    <a:pt x="378016" y="541148"/>
                    <a:pt x="375222" y="547553"/>
                  </a:cubicBezTo>
                  <a:close/>
                  <a:moveTo>
                    <a:pt x="400622" y="491111"/>
                  </a:moveTo>
                  <a:lnTo>
                    <a:pt x="1496251" y="1585267"/>
                  </a:lnTo>
                  <a:lnTo>
                    <a:pt x="1524000" y="1585267"/>
                  </a:lnTo>
                  <a:lnTo>
                    <a:pt x="409702" y="472466"/>
                  </a:lnTo>
                  <a:close/>
                  <a:moveTo>
                    <a:pt x="516509" y="278723"/>
                  </a:moveTo>
                  <a:lnTo>
                    <a:pt x="1824609" y="1585140"/>
                  </a:lnTo>
                  <a:lnTo>
                    <a:pt x="1852105" y="1585140"/>
                  </a:lnTo>
                  <a:lnTo>
                    <a:pt x="527685" y="262235"/>
                  </a:lnTo>
                  <a:cubicBezTo>
                    <a:pt x="524002" y="267689"/>
                    <a:pt x="520319" y="273079"/>
                    <a:pt x="516699" y="278723"/>
                  </a:cubicBezTo>
                  <a:close/>
                  <a:moveTo>
                    <a:pt x="484759" y="329458"/>
                  </a:moveTo>
                  <a:lnTo>
                    <a:pt x="1742059" y="1585140"/>
                  </a:lnTo>
                  <a:lnTo>
                    <a:pt x="1769555" y="1585140"/>
                  </a:lnTo>
                  <a:lnTo>
                    <a:pt x="495617" y="312208"/>
                  </a:lnTo>
                  <a:cubicBezTo>
                    <a:pt x="492125" y="317916"/>
                    <a:pt x="488950" y="323814"/>
                    <a:pt x="485267" y="329395"/>
                  </a:cubicBezTo>
                  <a:close/>
                  <a:moveTo>
                    <a:pt x="350076" y="605010"/>
                  </a:moveTo>
                  <a:lnTo>
                    <a:pt x="1331659" y="1585330"/>
                  </a:lnTo>
                  <a:lnTo>
                    <a:pt x="1359154" y="1585330"/>
                  </a:lnTo>
                  <a:lnTo>
                    <a:pt x="358775" y="585668"/>
                  </a:lnTo>
                  <a:close/>
                </a:path>
              </a:pathLst>
            </a:custGeom>
            <a:solidFill>
              <a:srgbClr val="FFC22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4"/>
            <p:cNvSpPr/>
            <p:nvPr/>
          </p:nvSpPr>
          <p:spPr>
            <a:xfrm flipH="1">
              <a:off x="189647" y="898161"/>
              <a:ext cx="710732" cy="708485"/>
            </a:xfrm>
            <a:custGeom>
              <a:avLst/>
              <a:gdLst/>
              <a:ahLst/>
              <a:cxnLst/>
              <a:rect l="l" t="t" r="r" b="b"/>
              <a:pathLst>
                <a:path w="1895284" h="1889294" extrusionOk="0">
                  <a:moveTo>
                    <a:pt x="878205" y="1889294"/>
                  </a:moveTo>
                  <a:lnTo>
                    <a:pt x="931735" y="1889294"/>
                  </a:lnTo>
                  <a:lnTo>
                    <a:pt x="931735" y="14333"/>
                  </a:lnTo>
                  <a:cubicBezTo>
                    <a:pt x="913194" y="20420"/>
                    <a:pt x="895286" y="28190"/>
                    <a:pt x="878205" y="37544"/>
                  </a:cubicBezTo>
                  <a:close/>
                  <a:moveTo>
                    <a:pt x="607695" y="1889294"/>
                  </a:moveTo>
                  <a:lnTo>
                    <a:pt x="661226" y="1889294"/>
                  </a:lnTo>
                  <a:lnTo>
                    <a:pt x="661226" y="256971"/>
                  </a:lnTo>
                  <a:cubicBezTo>
                    <a:pt x="643065" y="284241"/>
                    <a:pt x="625221" y="313223"/>
                    <a:pt x="607695" y="343917"/>
                  </a:cubicBezTo>
                  <a:close/>
                  <a:moveTo>
                    <a:pt x="427419" y="1889294"/>
                  </a:moveTo>
                  <a:lnTo>
                    <a:pt x="480885" y="1889294"/>
                  </a:lnTo>
                  <a:lnTo>
                    <a:pt x="480885" y="601903"/>
                  </a:lnTo>
                  <a:cubicBezTo>
                    <a:pt x="462852" y="643505"/>
                    <a:pt x="445009" y="686357"/>
                    <a:pt x="427419" y="730452"/>
                  </a:cubicBezTo>
                  <a:close/>
                  <a:moveTo>
                    <a:pt x="697865" y="1889294"/>
                  </a:moveTo>
                  <a:lnTo>
                    <a:pt x="751396" y="1889294"/>
                  </a:lnTo>
                  <a:lnTo>
                    <a:pt x="751396" y="140281"/>
                  </a:lnTo>
                  <a:cubicBezTo>
                    <a:pt x="733171" y="160068"/>
                    <a:pt x="715328" y="181651"/>
                    <a:pt x="697865" y="205031"/>
                  </a:cubicBezTo>
                  <a:close/>
                  <a:moveTo>
                    <a:pt x="517525" y="1889294"/>
                  </a:moveTo>
                  <a:lnTo>
                    <a:pt x="571056" y="1889294"/>
                  </a:lnTo>
                  <a:lnTo>
                    <a:pt x="571056" y="411141"/>
                  </a:lnTo>
                  <a:cubicBezTo>
                    <a:pt x="552895" y="445894"/>
                    <a:pt x="535115" y="482296"/>
                    <a:pt x="517525" y="520030"/>
                  </a:cubicBezTo>
                  <a:close/>
                  <a:moveTo>
                    <a:pt x="66675" y="1889294"/>
                  </a:moveTo>
                  <a:lnTo>
                    <a:pt x="120206" y="1889294"/>
                  </a:lnTo>
                  <a:lnTo>
                    <a:pt x="120206" y="1579813"/>
                  </a:lnTo>
                  <a:cubicBezTo>
                    <a:pt x="102489" y="1628309"/>
                    <a:pt x="84646" y="1676037"/>
                    <a:pt x="66675" y="1723011"/>
                  </a:cubicBezTo>
                  <a:close/>
                  <a:moveTo>
                    <a:pt x="30035" y="1889294"/>
                  </a:moveTo>
                  <a:lnTo>
                    <a:pt x="30035" y="1816363"/>
                  </a:lnTo>
                  <a:cubicBezTo>
                    <a:pt x="20066" y="1841014"/>
                    <a:pt x="10096" y="1865322"/>
                    <a:pt x="0" y="1889294"/>
                  </a:cubicBezTo>
                  <a:close/>
                  <a:moveTo>
                    <a:pt x="247015" y="1889294"/>
                  </a:moveTo>
                  <a:lnTo>
                    <a:pt x="300482" y="1889294"/>
                  </a:lnTo>
                  <a:lnTo>
                    <a:pt x="300482" y="1069676"/>
                  </a:lnTo>
                  <a:cubicBezTo>
                    <a:pt x="282639" y="1119986"/>
                    <a:pt x="264858" y="1170721"/>
                    <a:pt x="247015" y="1221880"/>
                  </a:cubicBezTo>
                  <a:close/>
                  <a:moveTo>
                    <a:pt x="337185" y="1889294"/>
                  </a:moveTo>
                  <a:lnTo>
                    <a:pt x="390652" y="1889294"/>
                  </a:lnTo>
                  <a:lnTo>
                    <a:pt x="390652" y="823867"/>
                  </a:lnTo>
                  <a:cubicBezTo>
                    <a:pt x="372682" y="870923"/>
                    <a:pt x="354902" y="918823"/>
                    <a:pt x="337185" y="967573"/>
                  </a:cubicBezTo>
                  <a:close/>
                  <a:moveTo>
                    <a:pt x="156845" y="1889294"/>
                  </a:moveTo>
                  <a:lnTo>
                    <a:pt x="210376" y="1889294"/>
                  </a:lnTo>
                  <a:lnTo>
                    <a:pt x="210376" y="1326393"/>
                  </a:lnTo>
                  <a:cubicBezTo>
                    <a:pt x="192532" y="1377128"/>
                    <a:pt x="174689" y="1427691"/>
                    <a:pt x="156845" y="1478090"/>
                  </a:cubicBezTo>
                  <a:close/>
                  <a:moveTo>
                    <a:pt x="787971" y="1889294"/>
                  </a:moveTo>
                  <a:lnTo>
                    <a:pt x="841502" y="1889294"/>
                  </a:lnTo>
                  <a:lnTo>
                    <a:pt x="841502" y="60184"/>
                  </a:lnTo>
                  <a:cubicBezTo>
                    <a:pt x="822643" y="73317"/>
                    <a:pt x="804799" y="87748"/>
                    <a:pt x="787971" y="103372"/>
                  </a:cubicBezTo>
                  <a:close/>
                  <a:moveTo>
                    <a:pt x="1501902" y="1889294"/>
                  </a:moveTo>
                  <a:lnTo>
                    <a:pt x="1555369" y="1889294"/>
                  </a:lnTo>
                  <a:lnTo>
                    <a:pt x="1555369" y="725442"/>
                  </a:lnTo>
                  <a:cubicBezTo>
                    <a:pt x="1538033" y="671917"/>
                    <a:pt x="1520254" y="620041"/>
                    <a:pt x="1501902" y="570194"/>
                  </a:cubicBezTo>
                  <a:close/>
                  <a:moveTo>
                    <a:pt x="1592008" y="1889294"/>
                  </a:moveTo>
                  <a:lnTo>
                    <a:pt x="1645539" y="1889294"/>
                  </a:lnTo>
                  <a:lnTo>
                    <a:pt x="1645539" y="1026298"/>
                  </a:lnTo>
                  <a:cubicBezTo>
                    <a:pt x="1628013" y="964021"/>
                    <a:pt x="1610234" y="902569"/>
                    <a:pt x="1592008" y="842385"/>
                  </a:cubicBezTo>
                  <a:close/>
                  <a:moveTo>
                    <a:pt x="1682179" y="1889294"/>
                  </a:moveTo>
                  <a:lnTo>
                    <a:pt x="1735709" y="1889294"/>
                  </a:lnTo>
                  <a:lnTo>
                    <a:pt x="1735709" y="1353980"/>
                  </a:lnTo>
                  <a:cubicBezTo>
                    <a:pt x="1717866" y="1288786"/>
                    <a:pt x="1700085" y="1223339"/>
                    <a:pt x="1682179" y="1158272"/>
                  </a:cubicBezTo>
                  <a:close/>
                  <a:moveTo>
                    <a:pt x="1862519" y="1790425"/>
                  </a:moveTo>
                  <a:lnTo>
                    <a:pt x="1862519" y="1889294"/>
                  </a:lnTo>
                  <a:lnTo>
                    <a:pt x="1895284" y="1889294"/>
                  </a:lnTo>
                  <a:cubicBezTo>
                    <a:pt x="1884235" y="1856995"/>
                    <a:pt x="1873314" y="1824037"/>
                    <a:pt x="1862582" y="1790425"/>
                  </a:cubicBezTo>
                  <a:close/>
                  <a:moveTo>
                    <a:pt x="1772348" y="1889294"/>
                  </a:moveTo>
                  <a:lnTo>
                    <a:pt x="1825879" y="1889294"/>
                  </a:lnTo>
                  <a:lnTo>
                    <a:pt x="1825879" y="1671833"/>
                  </a:lnTo>
                  <a:cubicBezTo>
                    <a:pt x="1807718" y="1611205"/>
                    <a:pt x="1789938" y="1549245"/>
                    <a:pt x="1772348" y="1486525"/>
                  </a:cubicBezTo>
                  <a:close/>
                  <a:moveTo>
                    <a:pt x="968375" y="4883"/>
                  </a:moveTo>
                  <a:lnTo>
                    <a:pt x="968375" y="1889294"/>
                  </a:lnTo>
                  <a:lnTo>
                    <a:pt x="1021842" y="1889294"/>
                  </a:lnTo>
                  <a:lnTo>
                    <a:pt x="1021842" y="0"/>
                  </a:lnTo>
                  <a:lnTo>
                    <a:pt x="1020191" y="0"/>
                  </a:lnTo>
                  <a:cubicBezTo>
                    <a:pt x="1002792" y="-8"/>
                    <a:pt x="985457" y="1627"/>
                    <a:pt x="968375" y="4883"/>
                  </a:cubicBezTo>
                  <a:close/>
                  <a:moveTo>
                    <a:pt x="1050925" y="1889294"/>
                  </a:moveTo>
                  <a:lnTo>
                    <a:pt x="1104456" y="1889294"/>
                  </a:lnTo>
                  <a:lnTo>
                    <a:pt x="1104456" y="13318"/>
                  </a:lnTo>
                  <a:cubicBezTo>
                    <a:pt x="1087057" y="7658"/>
                    <a:pt x="1069086" y="3770"/>
                    <a:pt x="1050925" y="1712"/>
                  </a:cubicBezTo>
                  <a:close/>
                  <a:moveTo>
                    <a:pt x="1141096" y="1889294"/>
                  </a:moveTo>
                  <a:lnTo>
                    <a:pt x="1194626" y="1889294"/>
                  </a:lnTo>
                  <a:lnTo>
                    <a:pt x="1194626" y="60564"/>
                  </a:lnTo>
                  <a:cubicBezTo>
                    <a:pt x="1177862" y="48103"/>
                    <a:pt x="1159891" y="37232"/>
                    <a:pt x="1141096" y="28094"/>
                  </a:cubicBezTo>
                  <a:close/>
                  <a:moveTo>
                    <a:pt x="1321435" y="1889294"/>
                  </a:moveTo>
                  <a:lnTo>
                    <a:pt x="1374902" y="1889294"/>
                  </a:lnTo>
                  <a:lnTo>
                    <a:pt x="1374902" y="284304"/>
                  </a:lnTo>
                  <a:cubicBezTo>
                    <a:pt x="1357694" y="253187"/>
                    <a:pt x="1339850" y="224205"/>
                    <a:pt x="1321435" y="197358"/>
                  </a:cubicBezTo>
                  <a:close/>
                  <a:moveTo>
                    <a:pt x="1231265" y="90942"/>
                  </a:moveTo>
                  <a:lnTo>
                    <a:pt x="1231265" y="1889294"/>
                  </a:lnTo>
                  <a:lnTo>
                    <a:pt x="1284732" y="1889294"/>
                  </a:lnTo>
                  <a:lnTo>
                    <a:pt x="1284732" y="148335"/>
                  </a:lnTo>
                  <a:cubicBezTo>
                    <a:pt x="1268349" y="127978"/>
                    <a:pt x="1250569" y="108800"/>
                    <a:pt x="1231456" y="90942"/>
                  </a:cubicBezTo>
                  <a:close/>
                  <a:moveTo>
                    <a:pt x="1411605" y="1889294"/>
                  </a:moveTo>
                  <a:lnTo>
                    <a:pt x="1465072" y="1889294"/>
                  </a:lnTo>
                  <a:lnTo>
                    <a:pt x="1465072" y="475637"/>
                  </a:lnTo>
                  <a:cubicBezTo>
                    <a:pt x="1447800" y="433401"/>
                    <a:pt x="1430021" y="393193"/>
                    <a:pt x="1411605" y="355142"/>
                  </a:cubicBezTo>
                  <a:close/>
                </a:path>
              </a:pathLst>
            </a:custGeom>
            <a:gradFill>
              <a:gsLst>
                <a:gs pos="0">
                  <a:srgbClr val="FF826C">
                    <a:alpha val="49800"/>
                  </a:srgbClr>
                </a:gs>
                <a:gs pos="100000">
                  <a:srgbClr val="FF3E45">
                    <a:alpha val="498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4"/>
            <p:cNvSpPr/>
            <p:nvPr/>
          </p:nvSpPr>
          <p:spPr>
            <a:xfrm flipH="1">
              <a:off x="1410942" y="1569757"/>
              <a:ext cx="46601" cy="36885"/>
            </a:xfrm>
            <a:custGeom>
              <a:avLst/>
              <a:gdLst/>
              <a:ahLst/>
              <a:cxnLst/>
              <a:rect l="l" t="t" r="r" b="b"/>
              <a:pathLst>
                <a:path w="124269" h="98361" extrusionOk="0">
                  <a:moveTo>
                    <a:pt x="0" y="98362"/>
                  </a:moveTo>
                  <a:lnTo>
                    <a:pt x="124269" y="98362"/>
                  </a:lnTo>
                  <a:cubicBezTo>
                    <a:pt x="101409" y="63926"/>
                    <a:pt x="78549" y="30821"/>
                    <a:pt x="55245" y="0"/>
                  </a:cubicBezTo>
                  <a:cubicBezTo>
                    <a:pt x="37020" y="33358"/>
                    <a:pt x="18606" y="66145"/>
                    <a:pt x="0" y="98362"/>
                  </a:cubicBezTo>
                  <a:close/>
                </a:path>
              </a:pathLst>
            </a:custGeom>
            <a:solidFill>
              <a:srgbClr val="AF9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4"/>
            <p:cNvSpPr/>
            <p:nvPr/>
          </p:nvSpPr>
          <p:spPr>
            <a:xfrm flipH="1">
              <a:off x="314972" y="1606642"/>
              <a:ext cx="459581" cy="142691"/>
            </a:xfrm>
            <a:custGeom>
              <a:avLst/>
              <a:gdLst/>
              <a:ahLst/>
              <a:cxnLst/>
              <a:rect l="l" t="t" r="r" b="b"/>
              <a:pathLst>
                <a:path w="1225550" h="380509" extrusionOk="0">
                  <a:moveTo>
                    <a:pt x="607632" y="380510"/>
                  </a:moveTo>
                  <a:cubicBezTo>
                    <a:pt x="862712" y="380510"/>
                    <a:pt x="1059435" y="217271"/>
                    <a:pt x="1225550" y="0"/>
                  </a:cubicBezTo>
                  <a:lnTo>
                    <a:pt x="0" y="0"/>
                  </a:lnTo>
                  <a:cubicBezTo>
                    <a:pt x="173101" y="220442"/>
                    <a:pt x="370078" y="380510"/>
                    <a:pt x="607632" y="380510"/>
                  </a:cubicBezTo>
                  <a:close/>
                </a:path>
              </a:pathLst>
            </a:custGeom>
            <a:solidFill>
              <a:srgbClr val="17A89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4"/>
            <p:cNvSpPr/>
            <p:nvPr/>
          </p:nvSpPr>
          <p:spPr>
            <a:xfrm flipH="1">
              <a:off x="2636739" y="1606143"/>
              <a:ext cx="506206" cy="237366"/>
            </a:xfrm>
            <a:custGeom>
              <a:avLst/>
              <a:gdLst/>
              <a:ahLst/>
              <a:cxnLst/>
              <a:rect l="l" t="t" r="r" b="b"/>
              <a:pathLst>
                <a:path w="1349883" h="632977" extrusionOk="0">
                  <a:moveTo>
                    <a:pt x="617347" y="0"/>
                  </a:moveTo>
                  <a:cubicBezTo>
                    <a:pt x="595535" y="0"/>
                    <a:pt x="577850" y="17662"/>
                    <a:pt x="577850" y="39446"/>
                  </a:cubicBezTo>
                  <a:cubicBezTo>
                    <a:pt x="577850" y="39465"/>
                    <a:pt x="577850" y="39491"/>
                    <a:pt x="577850" y="39509"/>
                  </a:cubicBezTo>
                  <a:lnTo>
                    <a:pt x="577850" y="569877"/>
                  </a:lnTo>
                  <a:cubicBezTo>
                    <a:pt x="577850" y="591661"/>
                    <a:pt x="595535" y="609323"/>
                    <a:pt x="617347" y="609323"/>
                  </a:cubicBezTo>
                  <a:cubicBezTo>
                    <a:pt x="639159" y="609323"/>
                    <a:pt x="656844" y="591661"/>
                    <a:pt x="656844" y="569877"/>
                  </a:cubicBezTo>
                  <a:lnTo>
                    <a:pt x="656844" y="39509"/>
                  </a:lnTo>
                  <a:cubicBezTo>
                    <a:pt x="656876" y="17725"/>
                    <a:pt x="639223" y="38"/>
                    <a:pt x="617411" y="0"/>
                  </a:cubicBezTo>
                  <a:cubicBezTo>
                    <a:pt x="617392" y="0"/>
                    <a:pt x="617366" y="0"/>
                    <a:pt x="617347" y="0"/>
                  </a:cubicBezTo>
                  <a:close/>
                  <a:moveTo>
                    <a:pt x="39497" y="0"/>
                  </a:moveTo>
                  <a:cubicBezTo>
                    <a:pt x="17685" y="0"/>
                    <a:pt x="0" y="17662"/>
                    <a:pt x="0" y="39446"/>
                  </a:cubicBezTo>
                  <a:cubicBezTo>
                    <a:pt x="0" y="39465"/>
                    <a:pt x="0" y="39491"/>
                    <a:pt x="0" y="39509"/>
                  </a:cubicBezTo>
                  <a:lnTo>
                    <a:pt x="0" y="69506"/>
                  </a:lnTo>
                  <a:cubicBezTo>
                    <a:pt x="0" y="91291"/>
                    <a:pt x="17685" y="108953"/>
                    <a:pt x="39497" y="108953"/>
                  </a:cubicBezTo>
                  <a:cubicBezTo>
                    <a:pt x="61309" y="108953"/>
                    <a:pt x="78994" y="91291"/>
                    <a:pt x="78994" y="69506"/>
                  </a:cubicBezTo>
                  <a:lnTo>
                    <a:pt x="78994" y="39509"/>
                  </a:lnTo>
                  <a:cubicBezTo>
                    <a:pt x="79032" y="17821"/>
                    <a:pt x="61532" y="171"/>
                    <a:pt x="39815" y="0"/>
                  </a:cubicBezTo>
                  <a:close/>
                  <a:moveTo>
                    <a:pt x="501523" y="0"/>
                  </a:moveTo>
                  <a:cubicBezTo>
                    <a:pt x="479711" y="0"/>
                    <a:pt x="462026" y="17662"/>
                    <a:pt x="462026" y="39446"/>
                  </a:cubicBezTo>
                  <a:cubicBezTo>
                    <a:pt x="462026" y="39465"/>
                    <a:pt x="462026" y="39491"/>
                    <a:pt x="462026" y="39509"/>
                  </a:cubicBezTo>
                  <a:lnTo>
                    <a:pt x="462026" y="513561"/>
                  </a:lnTo>
                  <a:cubicBezTo>
                    <a:pt x="462026" y="535345"/>
                    <a:pt x="479711" y="553007"/>
                    <a:pt x="501523" y="553007"/>
                  </a:cubicBezTo>
                  <a:cubicBezTo>
                    <a:pt x="523336" y="553007"/>
                    <a:pt x="541020" y="535345"/>
                    <a:pt x="541020" y="513561"/>
                  </a:cubicBezTo>
                  <a:lnTo>
                    <a:pt x="541020" y="39509"/>
                  </a:lnTo>
                  <a:cubicBezTo>
                    <a:pt x="541058" y="17821"/>
                    <a:pt x="523558" y="171"/>
                    <a:pt x="501841" y="0"/>
                  </a:cubicBezTo>
                  <a:close/>
                  <a:moveTo>
                    <a:pt x="386017" y="0"/>
                  </a:moveTo>
                  <a:cubicBezTo>
                    <a:pt x="364205" y="0"/>
                    <a:pt x="346520" y="17662"/>
                    <a:pt x="346520" y="39446"/>
                  </a:cubicBezTo>
                  <a:cubicBezTo>
                    <a:pt x="346520" y="39465"/>
                    <a:pt x="346520" y="39491"/>
                    <a:pt x="346520" y="39509"/>
                  </a:cubicBezTo>
                  <a:lnTo>
                    <a:pt x="346520" y="437206"/>
                  </a:lnTo>
                  <a:cubicBezTo>
                    <a:pt x="346520" y="458990"/>
                    <a:pt x="364205" y="476652"/>
                    <a:pt x="386017" y="476652"/>
                  </a:cubicBezTo>
                  <a:cubicBezTo>
                    <a:pt x="407829" y="476652"/>
                    <a:pt x="425514" y="458990"/>
                    <a:pt x="425514" y="437206"/>
                  </a:cubicBezTo>
                  <a:lnTo>
                    <a:pt x="425514" y="39509"/>
                  </a:lnTo>
                  <a:cubicBezTo>
                    <a:pt x="425552" y="17821"/>
                    <a:pt x="408051" y="171"/>
                    <a:pt x="386334" y="0"/>
                  </a:cubicBezTo>
                  <a:close/>
                  <a:moveTo>
                    <a:pt x="155004" y="0"/>
                  </a:moveTo>
                  <a:cubicBezTo>
                    <a:pt x="133191" y="0"/>
                    <a:pt x="115507" y="17662"/>
                    <a:pt x="115507" y="39446"/>
                  </a:cubicBezTo>
                  <a:cubicBezTo>
                    <a:pt x="115507" y="39465"/>
                    <a:pt x="115507" y="39491"/>
                    <a:pt x="115507" y="39509"/>
                  </a:cubicBezTo>
                  <a:lnTo>
                    <a:pt x="115507" y="171356"/>
                  </a:lnTo>
                  <a:cubicBezTo>
                    <a:pt x="115507" y="193140"/>
                    <a:pt x="133191" y="210802"/>
                    <a:pt x="155004" y="210802"/>
                  </a:cubicBezTo>
                  <a:cubicBezTo>
                    <a:pt x="176816" y="210802"/>
                    <a:pt x="194501" y="193140"/>
                    <a:pt x="194501" y="171356"/>
                  </a:cubicBezTo>
                  <a:lnTo>
                    <a:pt x="194501" y="39509"/>
                  </a:lnTo>
                  <a:cubicBezTo>
                    <a:pt x="194539" y="17821"/>
                    <a:pt x="177038" y="171"/>
                    <a:pt x="155321" y="0"/>
                  </a:cubicBezTo>
                  <a:close/>
                  <a:moveTo>
                    <a:pt x="270510" y="0"/>
                  </a:moveTo>
                  <a:cubicBezTo>
                    <a:pt x="248698" y="0"/>
                    <a:pt x="231013" y="17662"/>
                    <a:pt x="231013" y="39446"/>
                  </a:cubicBezTo>
                  <a:cubicBezTo>
                    <a:pt x="231013" y="39465"/>
                    <a:pt x="231013" y="39491"/>
                    <a:pt x="231013" y="39509"/>
                  </a:cubicBezTo>
                  <a:lnTo>
                    <a:pt x="231013" y="322355"/>
                  </a:lnTo>
                  <a:cubicBezTo>
                    <a:pt x="231013" y="344139"/>
                    <a:pt x="248698" y="361801"/>
                    <a:pt x="270510" y="361801"/>
                  </a:cubicBezTo>
                  <a:cubicBezTo>
                    <a:pt x="292322" y="361801"/>
                    <a:pt x="310007" y="344139"/>
                    <a:pt x="310007" y="322355"/>
                  </a:cubicBezTo>
                  <a:lnTo>
                    <a:pt x="310007" y="39509"/>
                  </a:lnTo>
                  <a:cubicBezTo>
                    <a:pt x="310045" y="17821"/>
                    <a:pt x="292545" y="171"/>
                    <a:pt x="270828" y="0"/>
                  </a:cubicBezTo>
                  <a:close/>
                  <a:moveTo>
                    <a:pt x="848360" y="0"/>
                  </a:moveTo>
                  <a:cubicBezTo>
                    <a:pt x="826548" y="0"/>
                    <a:pt x="808863" y="17662"/>
                    <a:pt x="808863" y="39446"/>
                  </a:cubicBezTo>
                  <a:cubicBezTo>
                    <a:pt x="808863" y="39465"/>
                    <a:pt x="808863" y="39491"/>
                    <a:pt x="808863" y="39509"/>
                  </a:cubicBezTo>
                  <a:lnTo>
                    <a:pt x="808863" y="580911"/>
                  </a:lnTo>
                  <a:cubicBezTo>
                    <a:pt x="808863" y="602696"/>
                    <a:pt x="826548" y="620358"/>
                    <a:pt x="848360" y="620358"/>
                  </a:cubicBezTo>
                  <a:cubicBezTo>
                    <a:pt x="870172" y="620358"/>
                    <a:pt x="887857" y="602696"/>
                    <a:pt x="887857" y="580911"/>
                  </a:cubicBezTo>
                  <a:lnTo>
                    <a:pt x="887857" y="39509"/>
                  </a:lnTo>
                  <a:cubicBezTo>
                    <a:pt x="887889" y="17725"/>
                    <a:pt x="870236" y="38"/>
                    <a:pt x="848424" y="0"/>
                  </a:cubicBezTo>
                  <a:cubicBezTo>
                    <a:pt x="848405" y="0"/>
                    <a:pt x="848379" y="0"/>
                    <a:pt x="848360" y="0"/>
                  </a:cubicBezTo>
                  <a:close/>
                  <a:moveTo>
                    <a:pt x="1194880" y="0"/>
                  </a:moveTo>
                  <a:cubicBezTo>
                    <a:pt x="1173068" y="0"/>
                    <a:pt x="1155383" y="17662"/>
                    <a:pt x="1155383" y="39446"/>
                  </a:cubicBezTo>
                  <a:cubicBezTo>
                    <a:pt x="1155383" y="39465"/>
                    <a:pt x="1155383" y="39491"/>
                    <a:pt x="1155383" y="39509"/>
                  </a:cubicBezTo>
                  <a:lnTo>
                    <a:pt x="1155383" y="236106"/>
                  </a:lnTo>
                  <a:cubicBezTo>
                    <a:pt x="1155383" y="257890"/>
                    <a:pt x="1173068" y="275552"/>
                    <a:pt x="1194880" y="275552"/>
                  </a:cubicBezTo>
                  <a:cubicBezTo>
                    <a:pt x="1216692" y="275552"/>
                    <a:pt x="1234377" y="257890"/>
                    <a:pt x="1234377" y="236106"/>
                  </a:cubicBezTo>
                  <a:lnTo>
                    <a:pt x="1234377" y="39509"/>
                  </a:lnTo>
                  <a:cubicBezTo>
                    <a:pt x="1234408" y="17725"/>
                    <a:pt x="1216756" y="38"/>
                    <a:pt x="1194943" y="0"/>
                  </a:cubicBezTo>
                  <a:cubicBezTo>
                    <a:pt x="1194924" y="0"/>
                    <a:pt x="1194899" y="0"/>
                    <a:pt x="1194880" y="0"/>
                  </a:cubicBezTo>
                  <a:close/>
                  <a:moveTo>
                    <a:pt x="1310386" y="0"/>
                  </a:moveTo>
                  <a:cubicBezTo>
                    <a:pt x="1288574" y="0"/>
                    <a:pt x="1270889" y="17662"/>
                    <a:pt x="1270889" y="39446"/>
                  </a:cubicBezTo>
                  <a:cubicBezTo>
                    <a:pt x="1270889" y="39465"/>
                    <a:pt x="1270889" y="39491"/>
                    <a:pt x="1270889" y="39509"/>
                  </a:cubicBezTo>
                  <a:lnTo>
                    <a:pt x="1270889" y="71219"/>
                  </a:lnTo>
                  <a:cubicBezTo>
                    <a:pt x="1270889" y="93003"/>
                    <a:pt x="1288574" y="110665"/>
                    <a:pt x="1310386" y="110665"/>
                  </a:cubicBezTo>
                  <a:cubicBezTo>
                    <a:pt x="1332199" y="110665"/>
                    <a:pt x="1349883" y="93003"/>
                    <a:pt x="1349883" y="71219"/>
                  </a:cubicBezTo>
                  <a:lnTo>
                    <a:pt x="1349883" y="39509"/>
                  </a:lnTo>
                  <a:cubicBezTo>
                    <a:pt x="1349915" y="17725"/>
                    <a:pt x="1332262" y="38"/>
                    <a:pt x="1310450" y="0"/>
                  </a:cubicBezTo>
                  <a:cubicBezTo>
                    <a:pt x="1310431" y="0"/>
                    <a:pt x="1310405" y="0"/>
                    <a:pt x="1310386" y="0"/>
                  </a:cubicBezTo>
                  <a:close/>
                  <a:moveTo>
                    <a:pt x="732536" y="0"/>
                  </a:moveTo>
                  <a:cubicBezTo>
                    <a:pt x="710724" y="0"/>
                    <a:pt x="693039" y="17662"/>
                    <a:pt x="693039" y="39446"/>
                  </a:cubicBezTo>
                  <a:cubicBezTo>
                    <a:pt x="693039" y="39465"/>
                    <a:pt x="693039" y="39491"/>
                    <a:pt x="693039" y="39509"/>
                  </a:cubicBezTo>
                  <a:lnTo>
                    <a:pt x="693039" y="593532"/>
                  </a:lnTo>
                  <a:cubicBezTo>
                    <a:pt x="693039" y="615316"/>
                    <a:pt x="710724" y="632978"/>
                    <a:pt x="732536" y="632978"/>
                  </a:cubicBezTo>
                  <a:cubicBezTo>
                    <a:pt x="754349" y="632978"/>
                    <a:pt x="772033" y="615316"/>
                    <a:pt x="772033" y="593532"/>
                  </a:cubicBezTo>
                  <a:lnTo>
                    <a:pt x="772033" y="39509"/>
                  </a:lnTo>
                  <a:cubicBezTo>
                    <a:pt x="772072" y="17821"/>
                    <a:pt x="754571" y="171"/>
                    <a:pt x="732854" y="0"/>
                  </a:cubicBezTo>
                  <a:close/>
                  <a:moveTo>
                    <a:pt x="1079056" y="0"/>
                  </a:moveTo>
                  <a:cubicBezTo>
                    <a:pt x="1057244" y="0"/>
                    <a:pt x="1039559" y="17662"/>
                    <a:pt x="1039559" y="39446"/>
                  </a:cubicBezTo>
                  <a:cubicBezTo>
                    <a:pt x="1039559" y="39465"/>
                    <a:pt x="1039559" y="39491"/>
                    <a:pt x="1039559" y="39509"/>
                  </a:cubicBezTo>
                  <a:lnTo>
                    <a:pt x="1039559" y="411141"/>
                  </a:lnTo>
                  <a:cubicBezTo>
                    <a:pt x="1039559" y="432925"/>
                    <a:pt x="1057244" y="450587"/>
                    <a:pt x="1079056" y="450587"/>
                  </a:cubicBezTo>
                  <a:cubicBezTo>
                    <a:pt x="1100868" y="450587"/>
                    <a:pt x="1118553" y="432925"/>
                    <a:pt x="1118553" y="411141"/>
                  </a:cubicBezTo>
                  <a:lnTo>
                    <a:pt x="1118553" y="39509"/>
                  </a:lnTo>
                  <a:cubicBezTo>
                    <a:pt x="1118591" y="17821"/>
                    <a:pt x="1101090" y="171"/>
                    <a:pt x="1079373" y="0"/>
                  </a:cubicBezTo>
                  <a:close/>
                  <a:moveTo>
                    <a:pt x="963549" y="0"/>
                  </a:moveTo>
                  <a:lnTo>
                    <a:pt x="963549" y="0"/>
                  </a:lnTo>
                  <a:cubicBezTo>
                    <a:pt x="941737" y="0"/>
                    <a:pt x="924052" y="17662"/>
                    <a:pt x="924052" y="39446"/>
                  </a:cubicBezTo>
                  <a:cubicBezTo>
                    <a:pt x="924052" y="39465"/>
                    <a:pt x="924052" y="39491"/>
                    <a:pt x="924052" y="39509"/>
                  </a:cubicBezTo>
                  <a:lnTo>
                    <a:pt x="924052" y="524913"/>
                  </a:lnTo>
                  <a:cubicBezTo>
                    <a:pt x="924014" y="546697"/>
                    <a:pt x="941674" y="564391"/>
                    <a:pt x="963486" y="564423"/>
                  </a:cubicBezTo>
                  <a:cubicBezTo>
                    <a:pt x="963594" y="564423"/>
                    <a:pt x="963695" y="564423"/>
                    <a:pt x="963803" y="564423"/>
                  </a:cubicBezTo>
                  <a:lnTo>
                    <a:pt x="963803" y="564423"/>
                  </a:lnTo>
                  <a:cubicBezTo>
                    <a:pt x="985615" y="564423"/>
                    <a:pt x="1003300" y="546761"/>
                    <a:pt x="1003300" y="524977"/>
                  </a:cubicBezTo>
                  <a:cubicBezTo>
                    <a:pt x="1003300" y="524957"/>
                    <a:pt x="1003300" y="524932"/>
                    <a:pt x="1003300" y="524913"/>
                  </a:cubicBezTo>
                  <a:lnTo>
                    <a:pt x="1003300" y="39509"/>
                  </a:lnTo>
                  <a:cubicBezTo>
                    <a:pt x="1003332" y="17725"/>
                    <a:pt x="985679" y="38"/>
                    <a:pt x="963867" y="0"/>
                  </a:cubicBezTo>
                  <a:cubicBezTo>
                    <a:pt x="963848" y="0"/>
                    <a:pt x="963822" y="0"/>
                    <a:pt x="963803" y="0"/>
                  </a:cubicBezTo>
                  <a:close/>
                </a:path>
              </a:pathLst>
            </a:custGeom>
            <a:solidFill>
              <a:srgbClr val="7DFF29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4"/>
            <p:cNvSpPr/>
            <p:nvPr/>
          </p:nvSpPr>
          <p:spPr>
            <a:xfrm flipH="1">
              <a:off x="3650389" y="1606595"/>
              <a:ext cx="693848" cy="513616"/>
            </a:xfrm>
            <a:custGeom>
              <a:avLst/>
              <a:gdLst/>
              <a:ahLst/>
              <a:cxnLst/>
              <a:rect l="l" t="t" r="r" b="b"/>
              <a:pathLst>
                <a:path w="1850262" h="1369644" extrusionOk="0">
                  <a:moveTo>
                    <a:pt x="750570" y="896291"/>
                  </a:moveTo>
                  <a:cubicBezTo>
                    <a:pt x="720268" y="896291"/>
                    <a:pt x="695706" y="920821"/>
                    <a:pt x="695706" y="951084"/>
                  </a:cubicBezTo>
                  <a:cubicBezTo>
                    <a:pt x="695706" y="981347"/>
                    <a:pt x="720268" y="1005877"/>
                    <a:pt x="750570" y="1005877"/>
                  </a:cubicBezTo>
                  <a:cubicBezTo>
                    <a:pt x="780872" y="1005877"/>
                    <a:pt x="805434" y="981347"/>
                    <a:pt x="805434" y="951084"/>
                  </a:cubicBezTo>
                  <a:cubicBezTo>
                    <a:pt x="805434" y="920821"/>
                    <a:pt x="780872" y="896291"/>
                    <a:pt x="750570" y="896291"/>
                  </a:cubicBezTo>
                  <a:close/>
                  <a:moveTo>
                    <a:pt x="750570" y="1261643"/>
                  </a:moveTo>
                  <a:cubicBezTo>
                    <a:pt x="720268" y="1261643"/>
                    <a:pt x="695706" y="1286173"/>
                    <a:pt x="695706" y="1316437"/>
                  </a:cubicBezTo>
                  <a:cubicBezTo>
                    <a:pt x="695700" y="1325842"/>
                    <a:pt x="698151" y="1335088"/>
                    <a:pt x="702818" y="1343263"/>
                  </a:cubicBezTo>
                  <a:cubicBezTo>
                    <a:pt x="722274" y="1353473"/>
                    <a:pt x="742436" y="1362294"/>
                    <a:pt x="763143" y="1369645"/>
                  </a:cubicBezTo>
                  <a:cubicBezTo>
                    <a:pt x="792499" y="1362288"/>
                    <a:pt x="810324" y="1332558"/>
                    <a:pt x="802964" y="1303239"/>
                  </a:cubicBezTo>
                  <a:cubicBezTo>
                    <a:pt x="796906" y="1279128"/>
                    <a:pt x="775335" y="1262119"/>
                    <a:pt x="750443" y="1261833"/>
                  </a:cubicBezTo>
                  <a:close/>
                  <a:moveTo>
                    <a:pt x="527939" y="127"/>
                  </a:moveTo>
                  <a:cubicBezTo>
                    <a:pt x="507054" y="22050"/>
                    <a:pt x="507924" y="56734"/>
                    <a:pt x="529876" y="77592"/>
                  </a:cubicBezTo>
                  <a:cubicBezTo>
                    <a:pt x="551828" y="98450"/>
                    <a:pt x="586556" y="97582"/>
                    <a:pt x="607441" y="75658"/>
                  </a:cubicBezTo>
                  <a:cubicBezTo>
                    <a:pt x="627590" y="54502"/>
                    <a:pt x="627590" y="21283"/>
                    <a:pt x="607441" y="127"/>
                  </a:cubicBezTo>
                  <a:close/>
                  <a:moveTo>
                    <a:pt x="567690" y="348357"/>
                  </a:moveTo>
                  <a:cubicBezTo>
                    <a:pt x="537388" y="348357"/>
                    <a:pt x="512826" y="372887"/>
                    <a:pt x="512826" y="403150"/>
                  </a:cubicBezTo>
                  <a:cubicBezTo>
                    <a:pt x="512731" y="405008"/>
                    <a:pt x="512731" y="406873"/>
                    <a:pt x="512826" y="408731"/>
                  </a:cubicBezTo>
                  <a:cubicBezTo>
                    <a:pt x="515912" y="438835"/>
                    <a:pt x="542855" y="460740"/>
                    <a:pt x="572999" y="457652"/>
                  </a:cubicBezTo>
                  <a:cubicBezTo>
                    <a:pt x="598875" y="455007"/>
                    <a:pt x="619328" y="434574"/>
                    <a:pt x="621983" y="408731"/>
                  </a:cubicBezTo>
                  <a:cubicBezTo>
                    <a:pt x="622186" y="406879"/>
                    <a:pt x="622294" y="405014"/>
                    <a:pt x="622300" y="403150"/>
                  </a:cubicBezTo>
                  <a:cubicBezTo>
                    <a:pt x="622300" y="372988"/>
                    <a:pt x="597891" y="348496"/>
                    <a:pt x="567690" y="348357"/>
                  </a:cubicBezTo>
                  <a:close/>
                  <a:moveTo>
                    <a:pt x="750570" y="165712"/>
                  </a:moveTo>
                  <a:cubicBezTo>
                    <a:pt x="720268" y="165712"/>
                    <a:pt x="695706" y="190242"/>
                    <a:pt x="695706" y="220505"/>
                  </a:cubicBezTo>
                  <a:cubicBezTo>
                    <a:pt x="695706" y="250769"/>
                    <a:pt x="720268" y="275299"/>
                    <a:pt x="750570" y="275299"/>
                  </a:cubicBezTo>
                  <a:cubicBezTo>
                    <a:pt x="780872" y="275299"/>
                    <a:pt x="805434" y="250769"/>
                    <a:pt x="805434" y="220505"/>
                  </a:cubicBezTo>
                  <a:cubicBezTo>
                    <a:pt x="805434" y="220486"/>
                    <a:pt x="805434" y="220461"/>
                    <a:pt x="805434" y="220442"/>
                  </a:cubicBezTo>
                  <a:cubicBezTo>
                    <a:pt x="805472" y="190179"/>
                    <a:pt x="780936" y="165623"/>
                    <a:pt x="750634" y="165585"/>
                  </a:cubicBezTo>
                  <a:cubicBezTo>
                    <a:pt x="750615" y="165585"/>
                    <a:pt x="750589" y="165585"/>
                    <a:pt x="750570" y="165585"/>
                  </a:cubicBezTo>
                  <a:close/>
                  <a:moveTo>
                    <a:pt x="933450" y="1078935"/>
                  </a:moveTo>
                  <a:cubicBezTo>
                    <a:pt x="931583" y="1078942"/>
                    <a:pt x="929716" y="1079049"/>
                    <a:pt x="927862" y="1079252"/>
                  </a:cubicBezTo>
                  <a:cubicBezTo>
                    <a:pt x="899884" y="1082112"/>
                    <a:pt x="878605" y="1105641"/>
                    <a:pt x="878586" y="1133729"/>
                  </a:cubicBezTo>
                  <a:cubicBezTo>
                    <a:pt x="878491" y="1135587"/>
                    <a:pt x="878491" y="1137451"/>
                    <a:pt x="878586" y="1139309"/>
                  </a:cubicBezTo>
                  <a:cubicBezTo>
                    <a:pt x="881272" y="1165159"/>
                    <a:pt x="901725" y="1185586"/>
                    <a:pt x="927608" y="1188268"/>
                  </a:cubicBezTo>
                  <a:cubicBezTo>
                    <a:pt x="929462" y="1188471"/>
                    <a:pt x="931329" y="1188579"/>
                    <a:pt x="933196" y="1188585"/>
                  </a:cubicBezTo>
                  <a:cubicBezTo>
                    <a:pt x="961333" y="1188535"/>
                    <a:pt x="984879" y="1167264"/>
                    <a:pt x="987743" y="1139309"/>
                  </a:cubicBezTo>
                  <a:cubicBezTo>
                    <a:pt x="987838" y="1137451"/>
                    <a:pt x="987838" y="1135587"/>
                    <a:pt x="987743" y="1133729"/>
                  </a:cubicBezTo>
                  <a:cubicBezTo>
                    <a:pt x="987812" y="1103637"/>
                    <a:pt x="963574" y="1079119"/>
                    <a:pt x="933450" y="1078808"/>
                  </a:cubicBezTo>
                  <a:close/>
                  <a:moveTo>
                    <a:pt x="750570" y="531001"/>
                  </a:moveTo>
                  <a:cubicBezTo>
                    <a:pt x="720268" y="531001"/>
                    <a:pt x="695706" y="555531"/>
                    <a:pt x="695706" y="585795"/>
                  </a:cubicBezTo>
                  <a:cubicBezTo>
                    <a:pt x="695706" y="616058"/>
                    <a:pt x="720268" y="640588"/>
                    <a:pt x="750570" y="640588"/>
                  </a:cubicBezTo>
                  <a:cubicBezTo>
                    <a:pt x="780872" y="640588"/>
                    <a:pt x="805434" y="616058"/>
                    <a:pt x="805434" y="585795"/>
                  </a:cubicBezTo>
                  <a:cubicBezTo>
                    <a:pt x="805434" y="555531"/>
                    <a:pt x="780872" y="531001"/>
                    <a:pt x="750570" y="531001"/>
                  </a:cubicBezTo>
                  <a:close/>
                  <a:moveTo>
                    <a:pt x="567690" y="713646"/>
                  </a:moveTo>
                  <a:cubicBezTo>
                    <a:pt x="537388" y="713646"/>
                    <a:pt x="512826" y="738176"/>
                    <a:pt x="512826" y="768439"/>
                  </a:cubicBezTo>
                  <a:cubicBezTo>
                    <a:pt x="512826" y="798702"/>
                    <a:pt x="537388" y="823233"/>
                    <a:pt x="567690" y="823233"/>
                  </a:cubicBezTo>
                  <a:cubicBezTo>
                    <a:pt x="597992" y="823233"/>
                    <a:pt x="622554" y="798702"/>
                    <a:pt x="622554" y="768439"/>
                  </a:cubicBezTo>
                  <a:cubicBezTo>
                    <a:pt x="622554" y="738176"/>
                    <a:pt x="597992" y="713646"/>
                    <a:pt x="567690" y="713646"/>
                  </a:cubicBezTo>
                  <a:close/>
                  <a:moveTo>
                    <a:pt x="384810" y="896291"/>
                  </a:moveTo>
                  <a:cubicBezTo>
                    <a:pt x="367494" y="896291"/>
                    <a:pt x="351193" y="904478"/>
                    <a:pt x="340868" y="918360"/>
                  </a:cubicBezTo>
                  <a:cubicBezTo>
                    <a:pt x="356699" y="948376"/>
                    <a:pt x="372872" y="977466"/>
                    <a:pt x="389382" y="1005624"/>
                  </a:cubicBezTo>
                  <a:cubicBezTo>
                    <a:pt x="419583" y="1003639"/>
                    <a:pt x="442455" y="977580"/>
                    <a:pt x="440461" y="947418"/>
                  </a:cubicBezTo>
                  <a:cubicBezTo>
                    <a:pt x="438544" y="918271"/>
                    <a:pt x="414052" y="895770"/>
                    <a:pt x="384810" y="896291"/>
                  </a:cubicBezTo>
                  <a:close/>
                  <a:moveTo>
                    <a:pt x="201930" y="348357"/>
                  </a:moveTo>
                  <a:cubicBezTo>
                    <a:pt x="171628" y="348357"/>
                    <a:pt x="147066" y="372887"/>
                    <a:pt x="147066" y="403150"/>
                  </a:cubicBezTo>
                  <a:cubicBezTo>
                    <a:pt x="146971" y="405008"/>
                    <a:pt x="146971" y="406873"/>
                    <a:pt x="147066" y="408731"/>
                  </a:cubicBezTo>
                  <a:cubicBezTo>
                    <a:pt x="150152" y="438835"/>
                    <a:pt x="177095" y="460740"/>
                    <a:pt x="207239" y="457652"/>
                  </a:cubicBezTo>
                  <a:cubicBezTo>
                    <a:pt x="233115" y="455007"/>
                    <a:pt x="253568" y="434574"/>
                    <a:pt x="256222" y="408731"/>
                  </a:cubicBezTo>
                  <a:cubicBezTo>
                    <a:pt x="256426" y="406879"/>
                    <a:pt x="256534" y="405014"/>
                    <a:pt x="256540" y="403150"/>
                  </a:cubicBezTo>
                  <a:cubicBezTo>
                    <a:pt x="256540" y="372988"/>
                    <a:pt x="232131" y="348496"/>
                    <a:pt x="201930" y="348357"/>
                  </a:cubicBezTo>
                  <a:close/>
                  <a:moveTo>
                    <a:pt x="19050" y="165585"/>
                  </a:moveTo>
                  <a:cubicBezTo>
                    <a:pt x="12548" y="165591"/>
                    <a:pt x="6098" y="166752"/>
                    <a:pt x="0" y="169010"/>
                  </a:cubicBezTo>
                  <a:cubicBezTo>
                    <a:pt x="15791" y="201226"/>
                    <a:pt x="31350" y="234077"/>
                    <a:pt x="46672" y="267562"/>
                  </a:cubicBezTo>
                  <a:cubicBezTo>
                    <a:pt x="72803" y="252303"/>
                    <a:pt x="81597" y="218787"/>
                    <a:pt x="66319" y="192690"/>
                  </a:cubicBezTo>
                  <a:cubicBezTo>
                    <a:pt x="56496" y="175916"/>
                    <a:pt x="38506" y="165598"/>
                    <a:pt x="19050" y="165585"/>
                  </a:cubicBezTo>
                  <a:close/>
                  <a:moveTo>
                    <a:pt x="162179" y="0"/>
                  </a:moveTo>
                  <a:cubicBezTo>
                    <a:pt x="141294" y="21924"/>
                    <a:pt x="142164" y="56607"/>
                    <a:pt x="164116" y="77465"/>
                  </a:cubicBezTo>
                  <a:cubicBezTo>
                    <a:pt x="186068" y="98324"/>
                    <a:pt x="220796" y="97455"/>
                    <a:pt x="241681" y="75531"/>
                  </a:cubicBezTo>
                  <a:cubicBezTo>
                    <a:pt x="261830" y="54375"/>
                    <a:pt x="261830" y="21156"/>
                    <a:pt x="241681" y="0"/>
                  </a:cubicBezTo>
                  <a:close/>
                  <a:moveTo>
                    <a:pt x="567690" y="1078808"/>
                  </a:moveTo>
                  <a:cubicBezTo>
                    <a:pt x="537388" y="1078808"/>
                    <a:pt x="512826" y="1103339"/>
                    <a:pt x="512826" y="1133602"/>
                  </a:cubicBezTo>
                  <a:cubicBezTo>
                    <a:pt x="512731" y="1135460"/>
                    <a:pt x="512731" y="1137324"/>
                    <a:pt x="512826" y="1139182"/>
                  </a:cubicBezTo>
                  <a:cubicBezTo>
                    <a:pt x="515912" y="1169287"/>
                    <a:pt x="542855" y="1191192"/>
                    <a:pt x="572999" y="1188103"/>
                  </a:cubicBezTo>
                  <a:cubicBezTo>
                    <a:pt x="598875" y="1185459"/>
                    <a:pt x="619328" y="1165026"/>
                    <a:pt x="621983" y="1139182"/>
                  </a:cubicBezTo>
                  <a:cubicBezTo>
                    <a:pt x="622186" y="1137331"/>
                    <a:pt x="622294" y="1135466"/>
                    <a:pt x="622300" y="1133602"/>
                  </a:cubicBezTo>
                  <a:cubicBezTo>
                    <a:pt x="622300" y="1103440"/>
                    <a:pt x="597891" y="1078948"/>
                    <a:pt x="567690" y="1078808"/>
                  </a:cubicBezTo>
                  <a:close/>
                  <a:moveTo>
                    <a:pt x="384810" y="165585"/>
                  </a:moveTo>
                  <a:cubicBezTo>
                    <a:pt x="354508" y="165585"/>
                    <a:pt x="329946" y="190115"/>
                    <a:pt x="329946" y="220379"/>
                  </a:cubicBezTo>
                  <a:cubicBezTo>
                    <a:pt x="329946" y="250642"/>
                    <a:pt x="354508" y="275172"/>
                    <a:pt x="384810" y="275172"/>
                  </a:cubicBezTo>
                  <a:cubicBezTo>
                    <a:pt x="415112" y="275172"/>
                    <a:pt x="439674" y="250642"/>
                    <a:pt x="439674" y="220379"/>
                  </a:cubicBezTo>
                  <a:cubicBezTo>
                    <a:pt x="439674" y="220359"/>
                    <a:pt x="439674" y="220334"/>
                    <a:pt x="439674" y="220315"/>
                  </a:cubicBezTo>
                  <a:cubicBezTo>
                    <a:pt x="439674" y="190090"/>
                    <a:pt x="415138" y="165585"/>
                    <a:pt x="384874" y="165585"/>
                  </a:cubicBezTo>
                  <a:cubicBezTo>
                    <a:pt x="384854" y="165585"/>
                    <a:pt x="384829" y="165585"/>
                    <a:pt x="384810" y="165585"/>
                  </a:cubicBezTo>
                  <a:close/>
                  <a:moveTo>
                    <a:pt x="933450" y="713519"/>
                  </a:moveTo>
                  <a:cubicBezTo>
                    <a:pt x="931590" y="713424"/>
                    <a:pt x="929723" y="713424"/>
                    <a:pt x="927862" y="713519"/>
                  </a:cubicBezTo>
                  <a:cubicBezTo>
                    <a:pt x="897700" y="716772"/>
                    <a:pt x="875894" y="743827"/>
                    <a:pt x="879151" y="773950"/>
                  </a:cubicBezTo>
                  <a:cubicBezTo>
                    <a:pt x="881920" y="799584"/>
                    <a:pt x="902195" y="819827"/>
                    <a:pt x="927862" y="822599"/>
                  </a:cubicBezTo>
                  <a:cubicBezTo>
                    <a:pt x="929704" y="822599"/>
                    <a:pt x="931545" y="822599"/>
                    <a:pt x="933450" y="822599"/>
                  </a:cubicBezTo>
                  <a:cubicBezTo>
                    <a:pt x="963752" y="822599"/>
                    <a:pt x="988314" y="798068"/>
                    <a:pt x="988314" y="767805"/>
                  </a:cubicBezTo>
                  <a:cubicBezTo>
                    <a:pt x="988314" y="737542"/>
                    <a:pt x="963752" y="713012"/>
                    <a:pt x="933450" y="713012"/>
                  </a:cubicBezTo>
                  <a:close/>
                  <a:moveTo>
                    <a:pt x="384810" y="530874"/>
                  </a:moveTo>
                  <a:cubicBezTo>
                    <a:pt x="354508" y="530874"/>
                    <a:pt x="329946" y="555404"/>
                    <a:pt x="329946" y="585668"/>
                  </a:cubicBezTo>
                  <a:cubicBezTo>
                    <a:pt x="329946" y="615931"/>
                    <a:pt x="354508" y="640461"/>
                    <a:pt x="384810" y="640461"/>
                  </a:cubicBezTo>
                  <a:cubicBezTo>
                    <a:pt x="415112" y="640461"/>
                    <a:pt x="439674" y="615931"/>
                    <a:pt x="439674" y="585668"/>
                  </a:cubicBezTo>
                  <a:cubicBezTo>
                    <a:pt x="439604" y="555455"/>
                    <a:pt x="415061" y="531001"/>
                    <a:pt x="384810" y="531001"/>
                  </a:cubicBezTo>
                  <a:close/>
                  <a:moveTo>
                    <a:pt x="1847850" y="165585"/>
                  </a:moveTo>
                  <a:cubicBezTo>
                    <a:pt x="1817586" y="165420"/>
                    <a:pt x="1792916" y="189786"/>
                    <a:pt x="1792745" y="220011"/>
                  </a:cubicBezTo>
                  <a:cubicBezTo>
                    <a:pt x="1792662" y="235485"/>
                    <a:pt x="1799139" y="250274"/>
                    <a:pt x="1810576" y="260712"/>
                  </a:cubicBezTo>
                  <a:cubicBezTo>
                    <a:pt x="1823911" y="229048"/>
                    <a:pt x="1837138" y="197440"/>
                    <a:pt x="1850263" y="165902"/>
                  </a:cubicBezTo>
                  <a:close/>
                  <a:moveTo>
                    <a:pt x="1427226" y="951084"/>
                  </a:moveTo>
                  <a:cubicBezTo>
                    <a:pt x="1427232" y="966767"/>
                    <a:pt x="1433982" y="981690"/>
                    <a:pt x="1445768" y="992052"/>
                  </a:cubicBezTo>
                  <a:cubicBezTo>
                    <a:pt x="1464818" y="962563"/>
                    <a:pt x="1483868" y="931868"/>
                    <a:pt x="1502346" y="900222"/>
                  </a:cubicBezTo>
                  <a:cubicBezTo>
                    <a:pt x="1474292" y="888978"/>
                    <a:pt x="1442422" y="902582"/>
                    <a:pt x="1431163" y="930600"/>
                  </a:cubicBezTo>
                  <a:cubicBezTo>
                    <a:pt x="1428560" y="937075"/>
                    <a:pt x="1427226" y="943981"/>
                    <a:pt x="1427226" y="950957"/>
                  </a:cubicBezTo>
                  <a:close/>
                  <a:moveTo>
                    <a:pt x="1482090" y="531001"/>
                  </a:moveTo>
                  <a:cubicBezTo>
                    <a:pt x="1451788" y="531001"/>
                    <a:pt x="1427226" y="555531"/>
                    <a:pt x="1427226" y="585795"/>
                  </a:cubicBezTo>
                  <a:cubicBezTo>
                    <a:pt x="1427226" y="616058"/>
                    <a:pt x="1451788" y="640588"/>
                    <a:pt x="1482090" y="640588"/>
                  </a:cubicBezTo>
                  <a:cubicBezTo>
                    <a:pt x="1512392" y="640588"/>
                    <a:pt x="1536954" y="616058"/>
                    <a:pt x="1536954" y="585795"/>
                  </a:cubicBezTo>
                  <a:cubicBezTo>
                    <a:pt x="1536954" y="555531"/>
                    <a:pt x="1512392" y="531001"/>
                    <a:pt x="1482090" y="531001"/>
                  </a:cubicBezTo>
                  <a:close/>
                  <a:moveTo>
                    <a:pt x="1259459" y="127"/>
                  </a:moveTo>
                  <a:cubicBezTo>
                    <a:pt x="1238574" y="22050"/>
                    <a:pt x="1239444" y="56734"/>
                    <a:pt x="1261396" y="77592"/>
                  </a:cubicBezTo>
                  <a:cubicBezTo>
                    <a:pt x="1283348" y="98450"/>
                    <a:pt x="1318076" y="97582"/>
                    <a:pt x="1338961" y="75658"/>
                  </a:cubicBezTo>
                  <a:cubicBezTo>
                    <a:pt x="1359110" y="54502"/>
                    <a:pt x="1359110" y="21283"/>
                    <a:pt x="1338961" y="127"/>
                  </a:cubicBezTo>
                  <a:close/>
                  <a:moveTo>
                    <a:pt x="1482090" y="165585"/>
                  </a:moveTo>
                  <a:cubicBezTo>
                    <a:pt x="1451788" y="165585"/>
                    <a:pt x="1427226" y="190115"/>
                    <a:pt x="1427226" y="220379"/>
                  </a:cubicBezTo>
                  <a:cubicBezTo>
                    <a:pt x="1427226" y="250642"/>
                    <a:pt x="1451788" y="275172"/>
                    <a:pt x="1482090" y="275172"/>
                  </a:cubicBezTo>
                  <a:cubicBezTo>
                    <a:pt x="1512392" y="275172"/>
                    <a:pt x="1536954" y="250642"/>
                    <a:pt x="1536954" y="220379"/>
                  </a:cubicBezTo>
                  <a:cubicBezTo>
                    <a:pt x="1536954" y="220359"/>
                    <a:pt x="1536954" y="220334"/>
                    <a:pt x="1536954" y="220315"/>
                  </a:cubicBezTo>
                  <a:cubicBezTo>
                    <a:pt x="1536922" y="190077"/>
                    <a:pt x="1512367" y="165585"/>
                    <a:pt x="1482090" y="165585"/>
                  </a:cubicBezTo>
                  <a:close/>
                  <a:moveTo>
                    <a:pt x="1625219" y="0"/>
                  </a:moveTo>
                  <a:cubicBezTo>
                    <a:pt x="1604334" y="21924"/>
                    <a:pt x="1605204" y="56607"/>
                    <a:pt x="1627156" y="77465"/>
                  </a:cubicBezTo>
                  <a:cubicBezTo>
                    <a:pt x="1649108" y="98324"/>
                    <a:pt x="1683836" y="97455"/>
                    <a:pt x="1704721" y="75531"/>
                  </a:cubicBezTo>
                  <a:cubicBezTo>
                    <a:pt x="1724870" y="54375"/>
                    <a:pt x="1724870" y="21156"/>
                    <a:pt x="1704721" y="0"/>
                  </a:cubicBezTo>
                  <a:close/>
                  <a:moveTo>
                    <a:pt x="1299210" y="348230"/>
                  </a:moveTo>
                  <a:cubicBezTo>
                    <a:pt x="1268908" y="348230"/>
                    <a:pt x="1244346" y="372760"/>
                    <a:pt x="1244346" y="403023"/>
                  </a:cubicBezTo>
                  <a:cubicBezTo>
                    <a:pt x="1244251" y="404881"/>
                    <a:pt x="1244251" y="406746"/>
                    <a:pt x="1244346" y="408604"/>
                  </a:cubicBezTo>
                  <a:cubicBezTo>
                    <a:pt x="1247604" y="438728"/>
                    <a:pt x="1274693" y="460505"/>
                    <a:pt x="1304855" y="457252"/>
                  </a:cubicBezTo>
                  <a:cubicBezTo>
                    <a:pt x="1330522" y="454487"/>
                    <a:pt x="1350791" y="434238"/>
                    <a:pt x="1353566" y="408604"/>
                  </a:cubicBezTo>
                  <a:cubicBezTo>
                    <a:pt x="1353566" y="406765"/>
                    <a:pt x="1353566" y="404926"/>
                    <a:pt x="1353566" y="403023"/>
                  </a:cubicBezTo>
                  <a:cubicBezTo>
                    <a:pt x="1353496" y="373007"/>
                    <a:pt x="1329265" y="348636"/>
                    <a:pt x="1299210" y="348357"/>
                  </a:cubicBezTo>
                  <a:close/>
                  <a:moveTo>
                    <a:pt x="1664970" y="348230"/>
                  </a:moveTo>
                  <a:cubicBezTo>
                    <a:pt x="1634668" y="348230"/>
                    <a:pt x="1610106" y="372760"/>
                    <a:pt x="1610106" y="403023"/>
                  </a:cubicBezTo>
                  <a:cubicBezTo>
                    <a:pt x="1610106" y="404926"/>
                    <a:pt x="1610106" y="406765"/>
                    <a:pt x="1610106" y="408604"/>
                  </a:cubicBezTo>
                  <a:cubicBezTo>
                    <a:pt x="1613192" y="438708"/>
                    <a:pt x="1640135" y="460613"/>
                    <a:pt x="1670279" y="457525"/>
                  </a:cubicBezTo>
                  <a:cubicBezTo>
                    <a:pt x="1696155" y="454880"/>
                    <a:pt x="1716608" y="434447"/>
                    <a:pt x="1719263" y="408604"/>
                  </a:cubicBezTo>
                  <a:cubicBezTo>
                    <a:pt x="1719466" y="406752"/>
                    <a:pt x="1719574" y="404888"/>
                    <a:pt x="1719580" y="403023"/>
                  </a:cubicBezTo>
                  <a:cubicBezTo>
                    <a:pt x="1719510" y="372912"/>
                    <a:pt x="1695120" y="348496"/>
                    <a:pt x="1664970" y="348357"/>
                  </a:cubicBezTo>
                  <a:close/>
                  <a:moveTo>
                    <a:pt x="1299210" y="713519"/>
                  </a:moveTo>
                  <a:cubicBezTo>
                    <a:pt x="1268908" y="713519"/>
                    <a:pt x="1244346" y="738049"/>
                    <a:pt x="1244346" y="768312"/>
                  </a:cubicBezTo>
                  <a:cubicBezTo>
                    <a:pt x="1244346" y="798576"/>
                    <a:pt x="1268908" y="823106"/>
                    <a:pt x="1299210" y="823106"/>
                  </a:cubicBezTo>
                  <a:cubicBezTo>
                    <a:pt x="1329512" y="823106"/>
                    <a:pt x="1354074" y="798576"/>
                    <a:pt x="1354074" y="768312"/>
                  </a:cubicBezTo>
                  <a:cubicBezTo>
                    <a:pt x="1354004" y="738100"/>
                    <a:pt x="1329462" y="713646"/>
                    <a:pt x="1299210" y="713646"/>
                  </a:cubicBezTo>
                  <a:close/>
                  <a:moveTo>
                    <a:pt x="1116330" y="1261516"/>
                  </a:moveTo>
                  <a:cubicBezTo>
                    <a:pt x="1086066" y="1261478"/>
                    <a:pt x="1061498" y="1285951"/>
                    <a:pt x="1061466" y="1316183"/>
                  </a:cubicBezTo>
                  <a:cubicBezTo>
                    <a:pt x="1061447" y="1331936"/>
                    <a:pt x="1068229" y="1346934"/>
                    <a:pt x="1080071" y="1357342"/>
                  </a:cubicBezTo>
                  <a:cubicBezTo>
                    <a:pt x="1111701" y="1342628"/>
                    <a:pt x="1141838" y="1324897"/>
                    <a:pt x="1170051" y="1304387"/>
                  </a:cubicBezTo>
                  <a:cubicBezTo>
                    <a:pt x="1164438" y="1279293"/>
                    <a:pt x="1142073" y="1261504"/>
                    <a:pt x="1116330" y="1261643"/>
                  </a:cubicBezTo>
                  <a:close/>
                  <a:moveTo>
                    <a:pt x="933450" y="348293"/>
                  </a:moveTo>
                  <a:cubicBezTo>
                    <a:pt x="931590" y="348198"/>
                    <a:pt x="929723" y="348198"/>
                    <a:pt x="927862" y="348293"/>
                  </a:cubicBezTo>
                  <a:cubicBezTo>
                    <a:pt x="899859" y="351160"/>
                    <a:pt x="878567" y="374719"/>
                    <a:pt x="878586" y="402833"/>
                  </a:cubicBezTo>
                  <a:cubicBezTo>
                    <a:pt x="878491" y="404691"/>
                    <a:pt x="878491" y="406556"/>
                    <a:pt x="878586" y="408414"/>
                  </a:cubicBezTo>
                  <a:cubicBezTo>
                    <a:pt x="881297" y="434250"/>
                    <a:pt x="901738" y="454665"/>
                    <a:pt x="927608" y="457373"/>
                  </a:cubicBezTo>
                  <a:cubicBezTo>
                    <a:pt x="929469" y="457468"/>
                    <a:pt x="931335" y="457468"/>
                    <a:pt x="933196" y="457373"/>
                  </a:cubicBezTo>
                  <a:cubicBezTo>
                    <a:pt x="961320" y="457353"/>
                    <a:pt x="984879" y="436102"/>
                    <a:pt x="987743" y="408160"/>
                  </a:cubicBezTo>
                  <a:cubicBezTo>
                    <a:pt x="987838" y="406302"/>
                    <a:pt x="987838" y="404437"/>
                    <a:pt x="987743" y="402579"/>
                  </a:cubicBezTo>
                  <a:cubicBezTo>
                    <a:pt x="987431" y="372760"/>
                    <a:pt x="963308" y="348667"/>
                    <a:pt x="933450" y="348357"/>
                  </a:cubicBezTo>
                  <a:close/>
                  <a:moveTo>
                    <a:pt x="1116330" y="896227"/>
                  </a:moveTo>
                  <a:cubicBezTo>
                    <a:pt x="1086028" y="896227"/>
                    <a:pt x="1061466" y="920757"/>
                    <a:pt x="1061466" y="951021"/>
                  </a:cubicBezTo>
                  <a:cubicBezTo>
                    <a:pt x="1061466" y="981284"/>
                    <a:pt x="1086028" y="1005814"/>
                    <a:pt x="1116330" y="1005814"/>
                  </a:cubicBezTo>
                  <a:cubicBezTo>
                    <a:pt x="1146632" y="1005814"/>
                    <a:pt x="1171194" y="981284"/>
                    <a:pt x="1171194" y="951021"/>
                  </a:cubicBezTo>
                  <a:cubicBezTo>
                    <a:pt x="1171156" y="920783"/>
                    <a:pt x="1146607" y="896291"/>
                    <a:pt x="1116330" y="896291"/>
                  </a:cubicBezTo>
                  <a:close/>
                  <a:moveTo>
                    <a:pt x="893636" y="127"/>
                  </a:moveTo>
                  <a:cubicBezTo>
                    <a:pt x="872788" y="22088"/>
                    <a:pt x="873709" y="56766"/>
                    <a:pt x="895699" y="77586"/>
                  </a:cubicBezTo>
                  <a:cubicBezTo>
                    <a:pt x="904494" y="85919"/>
                    <a:pt x="915803" y="91107"/>
                    <a:pt x="927862" y="92337"/>
                  </a:cubicBezTo>
                  <a:cubicBezTo>
                    <a:pt x="929716" y="92540"/>
                    <a:pt x="931583" y="92648"/>
                    <a:pt x="933450" y="92654"/>
                  </a:cubicBezTo>
                  <a:cubicBezTo>
                    <a:pt x="963752" y="92635"/>
                    <a:pt x="988301" y="68092"/>
                    <a:pt x="988282" y="37829"/>
                  </a:cubicBezTo>
                  <a:cubicBezTo>
                    <a:pt x="988276" y="23794"/>
                    <a:pt x="982878" y="10299"/>
                    <a:pt x="973201" y="127"/>
                  </a:cubicBezTo>
                  <a:close/>
                  <a:moveTo>
                    <a:pt x="1299210" y="1078808"/>
                  </a:moveTo>
                  <a:cubicBezTo>
                    <a:pt x="1268908" y="1078808"/>
                    <a:pt x="1244346" y="1103339"/>
                    <a:pt x="1244346" y="1133602"/>
                  </a:cubicBezTo>
                  <a:cubicBezTo>
                    <a:pt x="1244251" y="1135460"/>
                    <a:pt x="1244251" y="1137324"/>
                    <a:pt x="1244346" y="1139182"/>
                  </a:cubicBezTo>
                  <a:cubicBezTo>
                    <a:pt x="1247140" y="1166345"/>
                    <a:pt x="1269536" y="1187304"/>
                    <a:pt x="1296861" y="1188332"/>
                  </a:cubicBezTo>
                  <a:cubicBezTo>
                    <a:pt x="1315739" y="1167575"/>
                    <a:pt x="1334326" y="1145569"/>
                    <a:pt x="1352614" y="1122313"/>
                  </a:cubicBezTo>
                  <a:cubicBezTo>
                    <a:pt x="1347311" y="1097048"/>
                    <a:pt x="1325055" y="1078916"/>
                    <a:pt x="1299210" y="1078808"/>
                  </a:cubicBezTo>
                  <a:close/>
                  <a:moveTo>
                    <a:pt x="1116330" y="530874"/>
                  </a:moveTo>
                  <a:cubicBezTo>
                    <a:pt x="1086028" y="530874"/>
                    <a:pt x="1061466" y="555404"/>
                    <a:pt x="1061466" y="585668"/>
                  </a:cubicBezTo>
                  <a:cubicBezTo>
                    <a:pt x="1061466" y="615931"/>
                    <a:pt x="1086028" y="640461"/>
                    <a:pt x="1116330" y="640461"/>
                  </a:cubicBezTo>
                  <a:cubicBezTo>
                    <a:pt x="1146632" y="640461"/>
                    <a:pt x="1171194" y="615931"/>
                    <a:pt x="1171194" y="585668"/>
                  </a:cubicBezTo>
                  <a:cubicBezTo>
                    <a:pt x="1171124" y="555455"/>
                    <a:pt x="1146581" y="531001"/>
                    <a:pt x="1116330" y="531001"/>
                  </a:cubicBezTo>
                  <a:close/>
                  <a:moveTo>
                    <a:pt x="1116330" y="165585"/>
                  </a:moveTo>
                  <a:cubicBezTo>
                    <a:pt x="1086028" y="165585"/>
                    <a:pt x="1061466" y="190115"/>
                    <a:pt x="1061466" y="220379"/>
                  </a:cubicBezTo>
                  <a:cubicBezTo>
                    <a:pt x="1061466" y="250642"/>
                    <a:pt x="1086028" y="275172"/>
                    <a:pt x="1116330" y="275172"/>
                  </a:cubicBezTo>
                  <a:cubicBezTo>
                    <a:pt x="1146632" y="275172"/>
                    <a:pt x="1171194" y="250642"/>
                    <a:pt x="1171194" y="220379"/>
                  </a:cubicBezTo>
                  <a:cubicBezTo>
                    <a:pt x="1171194" y="220359"/>
                    <a:pt x="1171194" y="220334"/>
                    <a:pt x="1171194" y="220315"/>
                  </a:cubicBezTo>
                  <a:cubicBezTo>
                    <a:pt x="1171156" y="190077"/>
                    <a:pt x="1146607" y="165585"/>
                    <a:pt x="1116330" y="165585"/>
                  </a:cubicBezTo>
                  <a:close/>
                </a:path>
              </a:pathLst>
            </a:custGeom>
            <a:solidFill>
              <a:srgbClr val="FFFFFF">
                <a:alpha val="2626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4"/>
            <p:cNvSpPr/>
            <p:nvPr/>
          </p:nvSpPr>
          <p:spPr>
            <a:xfrm>
              <a:off x="4799544" y="1606595"/>
              <a:ext cx="693848" cy="513616"/>
            </a:xfrm>
            <a:custGeom>
              <a:avLst/>
              <a:gdLst/>
              <a:ahLst/>
              <a:cxnLst/>
              <a:rect l="l" t="t" r="r" b="b"/>
              <a:pathLst>
                <a:path w="1850262" h="1369644" extrusionOk="0">
                  <a:moveTo>
                    <a:pt x="750570" y="896291"/>
                  </a:moveTo>
                  <a:cubicBezTo>
                    <a:pt x="720268" y="896291"/>
                    <a:pt x="695706" y="920821"/>
                    <a:pt x="695706" y="951084"/>
                  </a:cubicBezTo>
                  <a:cubicBezTo>
                    <a:pt x="695706" y="981347"/>
                    <a:pt x="720268" y="1005877"/>
                    <a:pt x="750570" y="1005877"/>
                  </a:cubicBezTo>
                  <a:cubicBezTo>
                    <a:pt x="780872" y="1005877"/>
                    <a:pt x="805434" y="981347"/>
                    <a:pt x="805434" y="951084"/>
                  </a:cubicBezTo>
                  <a:cubicBezTo>
                    <a:pt x="805434" y="920821"/>
                    <a:pt x="780872" y="896291"/>
                    <a:pt x="750570" y="896291"/>
                  </a:cubicBezTo>
                  <a:close/>
                  <a:moveTo>
                    <a:pt x="750570" y="1261643"/>
                  </a:moveTo>
                  <a:cubicBezTo>
                    <a:pt x="720268" y="1261643"/>
                    <a:pt x="695706" y="1286173"/>
                    <a:pt x="695706" y="1316437"/>
                  </a:cubicBezTo>
                  <a:cubicBezTo>
                    <a:pt x="695700" y="1325842"/>
                    <a:pt x="698151" y="1335088"/>
                    <a:pt x="702818" y="1343263"/>
                  </a:cubicBezTo>
                  <a:cubicBezTo>
                    <a:pt x="722274" y="1353473"/>
                    <a:pt x="742436" y="1362294"/>
                    <a:pt x="763143" y="1369645"/>
                  </a:cubicBezTo>
                  <a:cubicBezTo>
                    <a:pt x="792499" y="1362288"/>
                    <a:pt x="810324" y="1332558"/>
                    <a:pt x="802964" y="1303239"/>
                  </a:cubicBezTo>
                  <a:cubicBezTo>
                    <a:pt x="796906" y="1279128"/>
                    <a:pt x="775335" y="1262119"/>
                    <a:pt x="750443" y="1261833"/>
                  </a:cubicBezTo>
                  <a:close/>
                  <a:moveTo>
                    <a:pt x="527939" y="127"/>
                  </a:moveTo>
                  <a:cubicBezTo>
                    <a:pt x="507054" y="22050"/>
                    <a:pt x="507924" y="56734"/>
                    <a:pt x="529876" y="77592"/>
                  </a:cubicBezTo>
                  <a:cubicBezTo>
                    <a:pt x="551828" y="98450"/>
                    <a:pt x="586556" y="97582"/>
                    <a:pt x="607441" y="75658"/>
                  </a:cubicBezTo>
                  <a:cubicBezTo>
                    <a:pt x="627590" y="54502"/>
                    <a:pt x="627590" y="21283"/>
                    <a:pt x="607441" y="127"/>
                  </a:cubicBezTo>
                  <a:close/>
                  <a:moveTo>
                    <a:pt x="567690" y="348357"/>
                  </a:moveTo>
                  <a:cubicBezTo>
                    <a:pt x="537388" y="348357"/>
                    <a:pt x="512826" y="372887"/>
                    <a:pt x="512826" y="403150"/>
                  </a:cubicBezTo>
                  <a:cubicBezTo>
                    <a:pt x="512731" y="405008"/>
                    <a:pt x="512731" y="406873"/>
                    <a:pt x="512826" y="408731"/>
                  </a:cubicBezTo>
                  <a:cubicBezTo>
                    <a:pt x="515912" y="438835"/>
                    <a:pt x="542855" y="460740"/>
                    <a:pt x="572999" y="457652"/>
                  </a:cubicBezTo>
                  <a:cubicBezTo>
                    <a:pt x="598875" y="455007"/>
                    <a:pt x="619328" y="434574"/>
                    <a:pt x="621983" y="408731"/>
                  </a:cubicBezTo>
                  <a:cubicBezTo>
                    <a:pt x="622186" y="406879"/>
                    <a:pt x="622294" y="405014"/>
                    <a:pt x="622300" y="403150"/>
                  </a:cubicBezTo>
                  <a:cubicBezTo>
                    <a:pt x="622300" y="372988"/>
                    <a:pt x="597891" y="348496"/>
                    <a:pt x="567690" y="348357"/>
                  </a:cubicBezTo>
                  <a:close/>
                  <a:moveTo>
                    <a:pt x="750570" y="165712"/>
                  </a:moveTo>
                  <a:cubicBezTo>
                    <a:pt x="720268" y="165712"/>
                    <a:pt x="695706" y="190242"/>
                    <a:pt x="695706" y="220505"/>
                  </a:cubicBezTo>
                  <a:cubicBezTo>
                    <a:pt x="695706" y="250769"/>
                    <a:pt x="720268" y="275299"/>
                    <a:pt x="750570" y="275299"/>
                  </a:cubicBezTo>
                  <a:cubicBezTo>
                    <a:pt x="780872" y="275299"/>
                    <a:pt x="805434" y="250769"/>
                    <a:pt x="805434" y="220505"/>
                  </a:cubicBezTo>
                  <a:cubicBezTo>
                    <a:pt x="805434" y="220486"/>
                    <a:pt x="805434" y="220461"/>
                    <a:pt x="805434" y="220442"/>
                  </a:cubicBezTo>
                  <a:cubicBezTo>
                    <a:pt x="805472" y="190179"/>
                    <a:pt x="780936" y="165623"/>
                    <a:pt x="750634" y="165585"/>
                  </a:cubicBezTo>
                  <a:cubicBezTo>
                    <a:pt x="750615" y="165585"/>
                    <a:pt x="750589" y="165585"/>
                    <a:pt x="750570" y="165585"/>
                  </a:cubicBezTo>
                  <a:close/>
                  <a:moveTo>
                    <a:pt x="933450" y="1078935"/>
                  </a:moveTo>
                  <a:cubicBezTo>
                    <a:pt x="931583" y="1078942"/>
                    <a:pt x="929716" y="1079049"/>
                    <a:pt x="927862" y="1079252"/>
                  </a:cubicBezTo>
                  <a:cubicBezTo>
                    <a:pt x="899884" y="1082112"/>
                    <a:pt x="878605" y="1105641"/>
                    <a:pt x="878586" y="1133729"/>
                  </a:cubicBezTo>
                  <a:cubicBezTo>
                    <a:pt x="878491" y="1135587"/>
                    <a:pt x="878491" y="1137451"/>
                    <a:pt x="878586" y="1139309"/>
                  </a:cubicBezTo>
                  <a:cubicBezTo>
                    <a:pt x="881272" y="1165159"/>
                    <a:pt x="901725" y="1185586"/>
                    <a:pt x="927608" y="1188268"/>
                  </a:cubicBezTo>
                  <a:cubicBezTo>
                    <a:pt x="929462" y="1188471"/>
                    <a:pt x="931329" y="1188579"/>
                    <a:pt x="933196" y="1188585"/>
                  </a:cubicBezTo>
                  <a:cubicBezTo>
                    <a:pt x="961333" y="1188535"/>
                    <a:pt x="984879" y="1167264"/>
                    <a:pt x="987743" y="1139309"/>
                  </a:cubicBezTo>
                  <a:cubicBezTo>
                    <a:pt x="987838" y="1137451"/>
                    <a:pt x="987838" y="1135587"/>
                    <a:pt x="987743" y="1133729"/>
                  </a:cubicBezTo>
                  <a:cubicBezTo>
                    <a:pt x="987812" y="1103637"/>
                    <a:pt x="963574" y="1079119"/>
                    <a:pt x="933450" y="1078808"/>
                  </a:cubicBezTo>
                  <a:close/>
                  <a:moveTo>
                    <a:pt x="750570" y="531001"/>
                  </a:moveTo>
                  <a:cubicBezTo>
                    <a:pt x="720268" y="531001"/>
                    <a:pt x="695706" y="555531"/>
                    <a:pt x="695706" y="585795"/>
                  </a:cubicBezTo>
                  <a:cubicBezTo>
                    <a:pt x="695706" y="616058"/>
                    <a:pt x="720268" y="640588"/>
                    <a:pt x="750570" y="640588"/>
                  </a:cubicBezTo>
                  <a:cubicBezTo>
                    <a:pt x="780872" y="640588"/>
                    <a:pt x="805434" y="616058"/>
                    <a:pt x="805434" y="585795"/>
                  </a:cubicBezTo>
                  <a:cubicBezTo>
                    <a:pt x="805434" y="555531"/>
                    <a:pt x="780872" y="531001"/>
                    <a:pt x="750570" y="531001"/>
                  </a:cubicBezTo>
                  <a:close/>
                  <a:moveTo>
                    <a:pt x="567690" y="713646"/>
                  </a:moveTo>
                  <a:cubicBezTo>
                    <a:pt x="537388" y="713646"/>
                    <a:pt x="512826" y="738176"/>
                    <a:pt x="512826" y="768439"/>
                  </a:cubicBezTo>
                  <a:cubicBezTo>
                    <a:pt x="512826" y="798702"/>
                    <a:pt x="537388" y="823233"/>
                    <a:pt x="567690" y="823233"/>
                  </a:cubicBezTo>
                  <a:cubicBezTo>
                    <a:pt x="597992" y="823233"/>
                    <a:pt x="622554" y="798702"/>
                    <a:pt x="622554" y="768439"/>
                  </a:cubicBezTo>
                  <a:cubicBezTo>
                    <a:pt x="622554" y="738176"/>
                    <a:pt x="597992" y="713646"/>
                    <a:pt x="567690" y="713646"/>
                  </a:cubicBezTo>
                  <a:close/>
                  <a:moveTo>
                    <a:pt x="384810" y="896291"/>
                  </a:moveTo>
                  <a:cubicBezTo>
                    <a:pt x="367494" y="896291"/>
                    <a:pt x="351193" y="904478"/>
                    <a:pt x="340868" y="918360"/>
                  </a:cubicBezTo>
                  <a:cubicBezTo>
                    <a:pt x="356699" y="948376"/>
                    <a:pt x="372872" y="977466"/>
                    <a:pt x="389382" y="1005624"/>
                  </a:cubicBezTo>
                  <a:cubicBezTo>
                    <a:pt x="419583" y="1003639"/>
                    <a:pt x="442455" y="977580"/>
                    <a:pt x="440461" y="947418"/>
                  </a:cubicBezTo>
                  <a:cubicBezTo>
                    <a:pt x="438544" y="918271"/>
                    <a:pt x="414052" y="895770"/>
                    <a:pt x="384810" y="896291"/>
                  </a:cubicBezTo>
                  <a:close/>
                  <a:moveTo>
                    <a:pt x="201930" y="348357"/>
                  </a:moveTo>
                  <a:cubicBezTo>
                    <a:pt x="171628" y="348357"/>
                    <a:pt x="147066" y="372887"/>
                    <a:pt x="147066" y="403150"/>
                  </a:cubicBezTo>
                  <a:cubicBezTo>
                    <a:pt x="146971" y="405008"/>
                    <a:pt x="146971" y="406873"/>
                    <a:pt x="147066" y="408731"/>
                  </a:cubicBezTo>
                  <a:cubicBezTo>
                    <a:pt x="150152" y="438835"/>
                    <a:pt x="177095" y="460740"/>
                    <a:pt x="207239" y="457652"/>
                  </a:cubicBezTo>
                  <a:cubicBezTo>
                    <a:pt x="233115" y="455007"/>
                    <a:pt x="253568" y="434574"/>
                    <a:pt x="256222" y="408731"/>
                  </a:cubicBezTo>
                  <a:cubicBezTo>
                    <a:pt x="256426" y="406879"/>
                    <a:pt x="256534" y="405014"/>
                    <a:pt x="256540" y="403150"/>
                  </a:cubicBezTo>
                  <a:cubicBezTo>
                    <a:pt x="256540" y="372988"/>
                    <a:pt x="232131" y="348496"/>
                    <a:pt x="201930" y="348357"/>
                  </a:cubicBezTo>
                  <a:close/>
                  <a:moveTo>
                    <a:pt x="19050" y="165585"/>
                  </a:moveTo>
                  <a:cubicBezTo>
                    <a:pt x="12548" y="165591"/>
                    <a:pt x="6098" y="166752"/>
                    <a:pt x="0" y="169010"/>
                  </a:cubicBezTo>
                  <a:cubicBezTo>
                    <a:pt x="15791" y="201226"/>
                    <a:pt x="31350" y="234077"/>
                    <a:pt x="46672" y="267562"/>
                  </a:cubicBezTo>
                  <a:cubicBezTo>
                    <a:pt x="72803" y="252303"/>
                    <a:pt x="81597" y="218787"/>
                    <a:pt x="66319" y="192690"/>
                  </a:cubicBezTo>
                  <a:cubicBezTo>
                    <a:pt x="56496" y="175916"/>
                    <a:pt x="38506" y="165598"/>
                    <a:pt x="19050" y="165585"/>
                  </a:cubicBezTo>
                  <a:close/>
                  <a:moveTo>
                    <a:pt x="162179" y="0"/>
                  </a:moveTo>
                  <a:cubicBezTo>
                    <a:pt x="141294" y="21924"/>
                    <a:pt x="142164" y="56607"/>
                    <a:pt x="164116" y="77465"/>
                  </a:cubicBezTo>
                  <a:cubicBezTo>
                    <a:pt x="186068" y="98324"/>
                    <a:pt x="220796" y="97455"/>
                    <a:pt x="241681" y="75531"/>
                  </a:cubicBezTo>
                  <a:cubicBezTo>
                    <a:pt x="261830" y="54375"/>
                    <a:pt x="261830" y="21156"/>
                    <a:pt x="241681" y="0"/>
                  </a:cubicBezTo>
                  <a:close/>
                  <a:moveTo>
                    <a:pt x="567690" y="1078808"/>
                  </a:moveTo>
                  <a:cubicBezTo>
                    <a:pt x="537388" y="1078808"/>
                    <a:pt x="512826" y="1103339"/>
                    <a:pt x="512826" y="1133602"/>
                  </a:cubicBezTo>
                  <a:cubicBezTo>
                    <a:pt x="512731" y="1135460"/>
                    <a:pt x="512731" y="1137324"/>
                    <a:pt x="512826" y="1139182"/>
                  </a:cubicBezTo>
                  <a:cubicBezTo>
                    <a:pt x="515912" y="1169287"/>
                    <a:pt x="542855" y="1191192"/>
                    <a:pt x="572999" y="1188103"/>
                  </a:cubicBezTo>
                  <a:cubicBezTo>
                    <a:pt x="598875" y="1185459"/>
                    <a:pt x="619328" y="1165026"/>
                    <a:pt x="621983" y="1139182"/>
                  </a:cubicBezTo>
                  <a:cubicBezTo>
                    <a:pt x="622186" y="1137331"/>
                    <a:pt x="622294" y="1135466"/>
                    <a:pt x="622300" y="1133602"/>
                  </a:cubicBezTo>
                  <a:cubicBezTo>
                    <a:pt x="622300" y="1103440"/>
                    <a:pt x="597891" y="1078948"/>
                    <a:pt x="567690" y="1078808"/>
                  </a:cubicBezTo>
                  <a:close/>
                  <a:moveTo>
                    <a:pt x="384810" y="165585"/>
                  </a:moveTo>
                  <a:cubicBezTo>
                    <a:pt x="354508" y="165585"/>
                    <a:pt x="329946" y="190115"/>
                    <a:pt x="329946" y="220379"/>
                  </a:cubicBezTo>
                  <a:cubicBezTo>
                    <a:pt x="329946" y="250642"/>
                    <a:pt x="354508" y="275172"/>
                    <a:pt x="384810" y="275172"/>
                  </a:cubicBezTo>
                  <a:cubicBezTo>
                    <a:pt x="415112" y="275172"/>
                    <a:pt x="439674" y="250642"/>
                    <a:pt x="439674" y="220379"/>
                  </a:cubicBezTo>
                  <a:cubicBezTo>
                    <a:pt x="439674" y="220359"/>
                    <a:pt x="439674" y="220334"/>
                    <a:pt x="439674" y="220315"/>
                  </a:cubicBezTo>
                  <a:cubicBezTo>
                    <a:pt x="439674" y="190090"/>
                    <a:pt x="415138" y="165585"/>
                    <a:pt x="384874" y="165585"/>
                  </a:cubicBezTo>
                  <a:cubicBezTo>
                    <a:pt x="384854" y="165585"/>
                    <a:pt x="384829" y="165585"/>
                    <a:pt x="384810" y="165585"/>
                  </a:cubicBezTo>
                  <a:close/>
                  <a:moveTo>
                    <a:pt x="933450" y="713519"/>
                  </a:moveTo>
                  <a:cubicBezTo>
                    <a:pt x="931590" y="713424"/>
                    <a:pt x="929723" y="713424"/>
                    <a:pt x="927862" y="713519"/>
                  </a:cubicBezTo>
                  <a:cubicBezTo>
                    <a:pt x="897700" y="716772"/>
                    <a:pt x="875894" y="743827"/>
                    <a:pt x="879151" y="773950"/>
                  </a:cubicBezTo>
                  <a:cubicBezTo>
                    <a:pt x="881920" y="799584"/>
                    <a:pt x="902195" y="819827"/>
                    <a:pt x="927862" y="822599"/>
                  </a:cubicBezTo>
                  <a:cubicBezTo>
                    <a:pt x="929704" y="822599"/>
                    <a:pt x="931545" y="822599"/>
                    <a:pt x="933450" y="822599"/>
                  </a:cubicBezTo>
                  <a:cubicBezTo>
                    <a:pt x="963752" y="822599"/>
                    <a:pt x="988314" y="798068"/>
                    <a:pt x="988314" y="767805"/>
                  </a:cubicBezTo>
                  <a:cubicBezTo>
                    <a:pt x="988314" y="737542"/>
                    <a:pt x="963752" y="713012"/>
                    <a:pt x="933450" y="713012"/>
                  </a:cubicBezTo>
                  <a:close/>
                  <a:moveTo>
                    <a:pt x="384810" y="530874"/>
                  </a:moveTo>
                  <a:cubicBezTo>
                    <a:pt x="354508" y="530874"/>
                    <a:pt x="329946" y="555404"/>
                    <a:pt x="329946" y="585668"/>
                  </a:cubicBezTo>
                  <a:cubicBezTo>
                    <a:pt x="329946" y="615931"/>
                    <a:pt x="354508" y="640461"/>
                    <a:pt x="384810" y="640461"/>
                  </a:cubicBezTo>
                  <a:cubicBezTo>
                    <a:pt x="415112" y="640461"/>
                    <a:pt x="439674" y="615931"/>
                    <a:pt x="439674" y="585668"/>
                  </a:cubicBezTo>
                  <a:cubicBezTo>
                    <a:pt x="439604" y="555455"/>
                    <a:pt x="415061" y="531001"/>
                    <a:pt x="384810" y="531001"/>
                  </a:cubicBezTo>
                  <a:close/>
                  <a:moveTo>
                    <a:pt x="1847850" y="165585"/>
                  </a:moveTo>
                  <a:cubicBezTo>
                    <a:pt x="1817586" y="165420"/>
                    <a:pt x="1792916" y="189786"/>
                    <a:pt x="1792745" y="220011"/>
                  </a:cubicBezTo>
                  <a:cubicBezTo>
                    <a:pt x="1792662" y="235485"/>
                    <a:pt x="1799139" y="250274"/>
                    <a:pt x="1810576" y="260712"/>
                  </a:cubicBezTo>
                  <a:cubicBezTo>
                    <a:pt x="1823911" y="229048"/>
                    <a:pt x="1837138" y="197440"/>
                    <a:pt x="1850263" y="165902"/>
                  </a:cubicBezTo>
                  <a:close/>
                  <a:moveTo>
                    <a:pt x="1427226" y="951084"/>
                  </a:moveTo>
                  <a:cubicBezTo>
                    <a:pt x="1427232" y="966767"/>
                    <a:pt x="1433982" y="981690"/>
                    <a:pt x="1445768" y="992052"/>
                  </a:cubicBezTo>
                  <a:cubicBezTo>
                    <a:pt x="1464818" y="962563"/>
                    <a:pt x="1483868" y="931868"/>
                    <a:pt x="1502346" y="900222"/>
                  </a:cubicBezTo>
                  <a:cubicBezTo>
                    <a:pt x="1474292" y="888978"/>
                    <a:pt x="1442422" y="902582"/>
                    <a:pt x="1431163" y="930600"/>
                  </a:cubicBezTo>
                  <a:cubicBezTo>
                    <a:pt x="1428560" y="937075"/>
                    <a:pt x="1427226" y="943981"/>
                    <a:pt x="1427226" y="950957"/>
                  </a:cubicBezTo>
                  <a:close/>
                  <a:moveTo>
                    <a:pt x="1482090" y="531001"/>
                  </a:moveTo>
                  <a:cubicBezTo>
                    <a:pt x="1451788" y="531001"/>
                    <a:pt x="1427226" y="555531"/>
                    <a:pt x="1427226" y="585795"/>
                  </a:cubicBezTo>
                  <a:cubicBezTo>
                    <a:pt x="1427226" y="616058"/>
                    <a:pt x="1451788" y="640588"/>
                    <a:pt x="1482090" y="640588"/>
                  </a:cubicBezTo>
                  <a:cubicBezTo>
                    <a:pt x="1512392" y="640588"/>
                    <a:pt x="1536954" y="616058"/>
                    <a:pt x="1536954" y="585795"/>
                  </a:cubicBezTo>
                  <a:cubicBezTo>
                    <a:pt x="1536954" y="555531"/>
                    <a:pt x="1512392" y="531001"/>
                    <a:pt x="1482090" y="531001"/>
                  </a:cubicBezTo>
                  <a:close/>
                  <a:moveTo>
                    <a:pt x="1259459" y="127"/>
                  </a:moveTo>
                  <a:cubicBezTo>
                    <a:pt x="1238574" y="22050"/>
                    <a:pt x="1239444" y="56734"/>
                    <a:pt x="1261396" y="77592"/>
                  </a:cubicBezTo>
                  <a:cubicBezTo>
                    <a:pt x="1283348" y="98450"/>
                    <a:pt x="1318076" y="97582"/>
                    <a:pt x="1338961" y="75658"/>
                  </a:cubicBezTo>
                  <a:cubicBezTo>
                    <a:pt x="1359110" y="54502"/>
                    <a:pt x="1359110" y="21283"/>
                    <a:pt x="1338961" y="127"/>
                  </a:cubicBezTo>
                  <a:close/>
                  <a:moveTo>
                    <a:pt x="1482090" y="165585"/>
                  </a:moveTo>
                  <a:cubicBezTo>
                    <a:pt x="1451788" y="165585"/>
                    <a:pt x="1427226" y="190115"/>
                    <a:pt x="1427226" y="220379"/>
                  </a:cubicBezTo>
                  <a:cubicBezTo>
                    <a:pt x="1427226" y="250642"/>
                    <a:pt x="1451788" y="275172"/>
                    <a:pt x="1482090" y="275172"/>
                  </a:cubicBezTo>
                  <a:cubicBezTo>
                    <a:pt x="1512392" y="275172"/>
                    <a:pt x="1536954" y="250642"/>
                    <a:pt x="1536954" y="220379"/>
                  </a:cubicBezTo>
                  <a:cubicBezTo>
                    <a:pt x="1536954" y="220359"/>
                    <a:pt x="1536954" y="220334"/>
                    <a:pt x="1536954" y="220315"/>
                  </a:cubicBezTo>
                  <a:cubicBezTo>
                    <a:pt x="1536922" y="190077"/>
                    <a:pt x="1512367" y="165585"/>
                    <a:pt x="1482090" y="165585"/>
                  </a:cubicBezTo>
                  <a:close/>
                  <a:moveTo>
                    <a:pt x="1625219" y="0"/>
                  </a:moveTo>
                  <a:cubicBezTo>
                    <a:pt x="1604334" y="21924"/>
                    <a:pt x="1605204" y="56607"/>
                    <a:pt x="1627156" y="77465"/>
                  </a:cubicBezTo>
                  <a:cubicBezTo>
                    <a:pt x="1649108" y="98324"/>
                    <a:pt x="1683836" y="97455"/>
                    <a:pt x="1704721" y="75531"/>
                  </a:cubicBezTo>
                  <a:cubicBezTo>
                    <a:pt x="1724870" y="54375"/>
                    <a:pt x="1724870" y="21156"/>
                    <a:pt x="1704721" y="0"/>
                  </a:cubicBezTo>
                  <a:close/>
                  <a:moveTo>
                    <a:pt x="1299210" y="348230"/>
                  </a:moveTo>
                  <a:cubicBezTo>
                    <a:pt x="1268908" y="348230"/>
                    <a:pt x="1244346" y="372760"/>
                    <a:pt x="1244346" y="403023"/>
                  </a:cubicBezTo>
                  <a:cubicBezTo>
                    <a:pt x="1244251" y="404881"/>
                    <a:pt x="1244251" y="406746"/>
                    <a:pt x="1244346" y="408604"/>
                  </a:cubicBezTo>
                  <a:cubicBezTo>
                    <a:pt x="1247604" y="438728"/>
                    <a:pt x="1274693" y="460505"/>
                    <a:pt x="1304855" y="457252"/>
                  </a:cubicBezTo>
                  <a:cubicBezTo>
                    <a:pt x="1330522" y="454487"/>
                    <a:pt x="1350791" y="434238"/>
                    <a:pt x="1353566" y="408604"/>
                  </a:cubicBezTo>
                  <a:cubicBezTo>
                    <a:pt x="1353566" y="406765"/>
                    <a:pt x="1353566" y="404926"/>
                    <a:pt x="1353566" y="403023"/>
                  </a:cubicBezTo>
                  <a:cubicBezTo>
                    <a:pt x="1353496" y="373007"/>
                    <a:pt x="1329265" y="348636"/>
                    <a:pt x="1299210" y="348357"/>
                  </a:cubicBezTo>
                  <a:close/>
                  <a:moveTo>
                    <a:pt x="1664970" y="348230"/>
                  </a:moveTo>
                  <a:cubicBezTo>
                    <a:pt x="1634668" y="348230"/>
                    <a:pt x="1610106" y="372760"/>
                    <a:pt x="1610106" y="403023"/>
                  </a:cubicBezTo>
                  <a:cubicBezTo>
                    <a:pt x="1610106" y="404926"/>
                    <a:pt x="1610106" y="406765"/>
                    <a:pt x="1610106" y="408604"/>
                  </a:cubicBezTo>
                  <a:cubicBezTo>
                    <a:pt x="1613192" y="438708"/>
                    <a:pt x="1640135" y="460613"/>
                    <a:pt x="1670279" y="457525"/>
                  </a:cubicBezTo>
                  <a:cubicBezTo>
                    <a:pt x="1696155" y="454880"/>
                    <a:pt x="1716608" y="434447"/>
                    <a:pt x="1719263" y="408604"/>
                  </a:cubicBezTo>
                  <a:cubicBezTo>
                    <a:pt x="1719466" y="406752"/>
                    <a:pt x="1719574" y="404888"/>
                    <a:pt x="1719580" y="403023"/>
                  </a:cubicBezTo>
                  <a:cubicBezTo>
                    <a:pt x="1719510" y="372912"/>
                    <a:pt x="1695120" y="348496"/>
                    <a:pt x="1664970" y="348357"/>
                  </a:cubicBezTo>
                  <a:close/>
                  <a:moveTo>
                    <a:pt x="1299210" y="713519"/>
                  </a:moveTo>
                  <a:cubicBezTo>
                    <a:pt x="1268908" y="713519"/>
                    <a:pt x="1244346" y="738049"/>
                    <a:pt x="1244346" y="768312"/>
                  </a:cubicBezTo>
                  <a:cubicBezTo>
                    <a:pt x="1244346" y="798576"/>
                    <a:pt x="1268908" y="823106"/>
                    <a:pt x="1299210" y="823106"/>
                  </a:cubicBezTo>
                  <a:cubicBezTo>
                    <a:pt x="1329512" y="823106"/>
                    <a:pt x="1354074" y="798576"/>
                    <a:pt x="1354074" y="768312"/>
                  </a:cubicBezTo>
                  <a:cubicBezTo>
                    <a:pt x="1354004" y="738100"/>
                    <a:pt x="1329462" y="713646"/>
                    <a:pt x="1299210" y="713646"/>
                  </a:cubicBezTo>
                  <a:close/>
                  <a:moveTo>
                    <a:pt x="1116330" y="1261516"/>
                  </a:moveTo>
                  <a:cubicBezTo>
                    <a:pt x="1086066" y="1261478"/>
                    <a:pt x="1061498" y="1285951"/>
                    <a:pt x="1061466" y="1316183"/>
                  </a:cubicBezTo>
                  <a:cubicBezTo>
                    <a:pt x="1061447" y="1331936"/>
                    <a:pt x="1068229" y="1346934"/>
                    <a:pt x="1080071" y="1357342"/>
                  </a:cubicBezTo>
                  <a:cubicBezTo>
                    <a:pt x="1111701" y="1342628"/>
                    <a:pt x="1141838" y="1324897"/>
                    <a:pt x="1170051" y="1304387"/>
                  </a:cubicBezTo>
                  <a:cubicBezTo>
                    <a:pt x="1164438" y="1279293"/>
                    <a:pt x="1142073" y="1261504"/>
                    <a:pt x="1116330" y="1261643"/>
                  </a:cubicBezTo>
                  <a:close/>
                  <a:moveTo>
                    <a:pt x="933450" y="348293"/>
                  </a:moveTo>
                  <a:cubicBezTo>
                    <a:pt x="931590" y="348198"/>
                    <a:pt x="929723" y="348198"/>
                    <a:pt x="927862" y="348293"/>
                  </a:cubicBezTo>
                  <a:cubicBezTo>
                    <a:pt x="899859" y="351160"/>
                    <a:pt x="878567" y="374719"/>
                    <a:pt x="878586" y="402833"/>
                  </a:cubicBezTo>
                  <a:cubicBezTo>
                    <a:pt x="878491" y="404691"/>
                    <a:pt x="878491" y="406556"/>
                    <a:pt x="878586" y="408414"/>
                  </a:cubicBezTo>
                  <a:cubicBezTo>
                    <a:pt x="881297" y="434250"/>
                    <a:pt x="901738" y="454665"/>
                    <a:pt x="927608" y="457373"/>
                  </a:cubicBezTo>
                  <a:cubicBezTo>
                    <a:pt x="929469" y="457468"/>
                    <a:pt x="931335" y="457468"/>
                    <a:pt x="933196" y="457373"/>
                  </a:cubicBezTo>
                  <a:cubicBezTo>
                    <a:pt x="961320" y="457353"/>
                    <a:pt x="984879" y="436102"/>
                    <a:pt x="987743" y="408160"/>
                  </a:cubicBezTo>
                  <a:cubicBezTo>
                    <a:pt x="987838" y="406302"/>
                    <a:pt x="987838" y="404437"/>
                    <a:pt x="987743" y="402579"/>
                  </a:cubicBezTo>
                  <a:cubicBezTo>
                    <a:pt x="987431" y="372760"/>
                    <a:pt x="963308" y="348667"/>
                    <a:pt x="933450" y="348357"/>
                  </a:cubicBezTo>
                  <a:close/>
                  <a:moveTo>
                    <a:pt x="1116330" y="896227"/>
                  </a:moveTo>
                  <a:cubicBezTo>
                    <a:pt x="1086028" y="896227"/>
                    <a:pt x="1061466" y="920757"/>
                    <a:pt x="1061466" y="951021"/>
                  </a:cubicBezTo>
                  <a:cubicBezTo>
                    <a:pt x="1061466" y="981284"/>
                    <a:pt x="1086028" y="1005814"/>
                    <a:pt x="1116330" y="1005814"/>
                  </a:cubicBezTo>
                  <a:cubicBezTo>
                    <a:pt x="1146632" y="1005814"/>
                    <a:pt x="1171194" y="981284"/>
                    <a:pt x="1171194" y="951021"/>
                  </a:cubicBezTo>
                  <a:cubicBezTo>
                    <a:pt x="1171156" y="920783"/>
                    <a:pt x="1146607" y="896291"/>
                    <a:pt x="1116330" y="896291"/>
                  </a:cubicBezTo>
                  <a:close/>
                  <a:moveTo>
                    <a:pt x="893636" y="127"/>
                  </a:moveTo>
                  <a:cubicBezTo>
                    <a:pt x="872788" y="22088"/>
                    <a:pt x="873709" y="56766"/>
                    <a:pt x="895699" y="77586"/>
                  </a:cubicBezTo>
                  <a:cubicBezTo>
                    <a:pt x="904494" y="85919"/>
                    <a:pt x="915803" y="91107"/>
                    <a:pt x="927862" y="92337"/>
                  </a:cubicBezTo>
                  <a:cubicBezTo>
                    <a:pt x="929716" y="92540"/>
                    <a:pt x="931583" y="92648"/>
                    <a:pt x="933450" y="92654"/>
                  </a:cubicBezTo>
                  <a:cubicBezTo>
                    <a:pt x="963752" y="92635"/>
                    <a:pt x="988301" y="68092"/>
                    <a:pt x="988282" y="37829"/>
                  </a:cubicBezTo>
                  <a:cubicBezTo>
                    <a:pt x="988276" y="23794"/>
                    <a:pt x="982878" y="10299"/>
                    <a:pt x="973201" y="127"/>
                  </a:cubicBezTo>
                  <a:close/>
                  <a:moveTo>
                    <a:pt x="1299210" y="1078808"/>
                  </a:moveTo>
                  <a:cubicBezTo>
                    <a:pt x="1268908" y="1078808"/>
                    <a:pt x="1244346" y="1103339"/>
                    <a:pt x="1244346" y="1133602"/>
                  </a:cubicBezTo>
                  <a:cubicBezTo>
                    <a:pt x="1244251" y="1135460"/>
                    <a:pt x="1244251" y="1137324"/>
                    <a:pt x="1244346" y="1139182"/>
                  </a:cubicBezTo>
                  <a:cubicBezTo>
                    <a:pt x="1247140" y="1166345"/>
                    <a:pt x="1269536" y="1187304"/>
                    <a:pt x="1296861" y="1188332"/>
                  </a:cubicBezTo>
                  <a:cubicBezTo>
                    <a:pt x="1315739" y="1167575"/>
                    <a:pt x="1334326" y="1145569"/>
                    <a:pt x="1352614" y="1122313"/>
                  </a:cubicBezTo>
                  <a:cubicBezTo>
                    <a:pt x="1347311" y="1097048"/>
                    <a:pt x="1325055" y="1078916"/>
                    <a:pt x="1299210" y="1078808"/>
                  </a:cubicBezTo>
                  <a:close/>
                  <a:moveTo>
                    <a:pt x="1116330" y="530874"/>
                  </a:moveTo>
                  <a:cubicBezTo>
                    <a:pt x="1086028" y="530874"/>
                    <a:pt x="1061466" y="555404"/>
                    <a:pt x="1061466" y="585668"/>
                  </a:cubicBezTo>
                  <a:cubicBezTo>
                    <a:pt x="1061466" y="615931"/>
                    <a:pt x="1086028" y="640461"/>
                    <a:pt x="1116330" y="640461"/>
                  </a:cubicBezTo>
                  <a:cubicBezTo>
                    <a:pt x="1146632" y="640461"/>
                    <a:pt x="1171194" y="615931"/>
                    <a:pt x="1171194" y="585668"/>
                  </a:cubicBezTo>
                  <a:cubicBezTo>
                    <a:pt x="1171124" y="555455"/>
                    <a:pt x="1146581" y="531001"/>
                    <a:pt x="1116330" y="531001"/>
                  </a:cubicBezTo>
                  <a:close/>
                  <a:moveTo>
                    <a:pt x="1116330" y="165585"/>
                  </a:moveTo>
                  <a:cubicBezTo>
                    <a:pt x="1086028" y="165585"/>
                    <a:pt x="1061466" y="190115"/>
                    <a:pt x="1061466" y="220379"/>
                  </a:cubicBezTo>
                  <a:cubicBezTo>
                    <a:pt x="1061466" y="250642"/>
                    <a:pt x="1086028" y="275172"/>
                    <a:pt x="1116330" y="275172"/>
                  </a:cubicBezTo>
                  <a:cubicBezTo>
                    <a:pt x="1146632" y="275172"/>
                    <a:pt x="1171194" y="250642"/>
                    <a:pt x="1171194" y="220379"/>
                  </a:cubicBezTo>
                  <a:cubicBezTo>
                    <a:pt x="1171194" y="220359"/>
                    <a:pt x="1171194" y="220334"/>
                    <a:pt x="1171194" y="220315"/>
                  </a:cubicBezTo>
                  <a:cubicBezTo>
                    <a:pt x="1171156" y="190077"/>
                    <a:pt x="1146607" y="165585"/>
                    <a:pt x="1116330" y="165585"/>
                  </a:cubicBezTo>
                  <a:close/>
                </a:path>
              </a:pathLst>
            </a:custGeom>
            <a:solidFill>
              <a:srgbClr val="04152C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4"/>
            <p:cNvSpPr/>
            <p:nvPr/>
          </p:nvSpPr>
          <p:spPr>
            <a:xfrm rot="10800000" flipH="1">
              <a:off x="4377375" y="1454281"/>
              <a:ext cx="389112" cy="153155"/>
            </a:xfrm>
            <a:custGeom>
              <a:avLst/>
              <a:gdLst/>
              <a:ahLst/>
              <a:cxnLst/>
              <a:rect l="l" t="t" r="r" b="b"/>
              <a:pathLst>
                <a:path w="1225550" h="380509" extrusionOk="0">
                  <a:moveTo>
                    <a:pt x="607632" y="380510"/>
                  </a:moveTo>
                  <a:cubicBezTo>
                    <a:pt x="862712" y="380510"/>
                    <a:pt x="1059435" y="217271"/>
                    <a:pt x="1225550" y="0"/>
                  </a:cubicBezTo>
                  <a:lnTo>
                    <a:pt x="0" y="0"/>
                  </a:lnTo>
                  <a:cubicBezTo>
                    <a:pt x="173101" y="220442"/>
                    <a:pt x="370078" y="380510"/>
                    <a:pt x="607632" y="380510"/>
                  </a:cubicBezTo>
                  <a:close/>
                </a:path>
              </a:pathLst>
            </a:custGeom>
            <a:solidFill>
              <a:srgbClr val="17A89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4"/>
            <p:cNvSpPr/>
            <p:nvPr/>
          </p:nvSpPr>
          <p:spPr>
            <a:xfrm flipH="1">
              <a:off x="774577" y="1131008"/>
              <a:ext cx="683038" cy="475637"/>
            </a:xfrm>
            <a:custGeom>
              <a:avLst/>
              <a:gdLst/>
              <a:ahLst/>
              <a:cxnLst/>
              <a:rect l="l" t="t" r="r" b="b"/>
              <a:pathLst>
                <a:path w="1821434" h="1268365" extrusionOk="0">
                  <a:moveTo>
                    <a:pt x="840804" y="0"/>
                  </a:moveTo>
                  <a:cubicBezTo>
                    <a:pt x="537718" y="0"/>
                    <a:pt x="314134" y="728422"/>
                    <a:pt x="0" y="1268366"/>
                  </a:cubicBezTo>
                  <a:lnTo>
                    <a:pt x="1821435" y="1268366"/>
                  </a:lnTo>
                  <a:cubicBezTo>
                    <a:pt x="1438784" y="781440"/>
                    <a:pt x="1172337" y="0"/>
                    <a:pt x="840804" y="0"/>
                  </a:cubicBezTo>
                  <a:close/>
                </a:path>
              </a:pathLst>
            </a:custGeom>
            <a:gradFill>
              <a:gsLst>
                <a:gs pos="0">
                  <a:srgbClr val="C182FF">
                    <a:alpha val="53333"/>
                  </a:srgbClr>
                </a:gs>
                <a:gs pos="100000">
                  <a:srgbClr val="002FFF">
                    <a:alpha val="5843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4"/>
            <p:cNvSpPr/>
            <p:nvPr/>
          </p:nvSpPr>
          <p:spPr>
            <a:xfrm>
              <a:off x="4571564" y="989079"/>
              <a:ext cx="4572000" cy="1110066"/>
            </a:xfrm>
            <a:custGeom>
              <a:avLst/>
              <a:gdLst/>
              <a:ahLst/>
              <a:cxnLst/>
              <a:rect l="l" t="t" r="r" b="b"/>
              <a:pathLst>
                <a:path w="12192000" h="2960175" extrusionOk="0">
                  <a:moveTo>
                    <a:pt x="0" y="333390"/>
                  </a:moveTo>
                  <a:cubicBezTo>
                    <a:pt x="514350" y="333390"/>
                    <a:pt x="699072" y="1437375"/>
                    <a:pt x="1490980" y="1437375"/>
                  </a:cubicBezTo>
                  <a:cubicBezTo>
                    <a:pt x="2642870" y="1437375"/>
                    <a:pt x="2642870" y="0"/>
                    <a:pt x="3794697" y="0"/>
                  </a:cubicBezTo>
                  <a:cubicBezTo>
                    <a:pt x="4946523" y="0"/>
                    <a:pt x="4946650" y="2960175"/>
                    <a:pt x="6098413" y="2960175"/>
                  </a:cubicBezTo>
                  <a:cubicBezTo>
                    <a:pt x="7250176" y="2960175"/>
                    <a:pt x="7250303" y="571082"/>
                    <a:pt x="8402130" y="571082"/>
                  </a:cubicBezTo>
                  <a:cubicBezTo>
                    <a:pt x="9553956" y="571082"/>
                    <a:pt x="9490519" y="2769920"/>
                    <a:pt x="10642600" y="2769920"/>
                  </a:cubicBezTo>
                  <a:cubicBezTo>
                    <a:pt x="11588052" y="2769920"/>
                    <a:pt x="11586337" y="903964"/>
                    <a:pt x="12192000" y="235155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4"/>
            <p:cNvSpPr/>
            <p:nvPr/>
          </p:nvSpPr>
          <p:spPr>
            <a:xfrm flipH="1">
              <a:off x="218" y="989079"/>
              <a:ext cx="4572000" cy="1110066"/>
            </a:xfrm>
            <a:custGeom>
              <a:avLst/>
              <a:gdLst/>
              <a:ahLst/>
              <a:cxnLst/>
              <a:rect l="l" t="t" r="r" b="b"/>
              <a:pathLst>
                <a:path w="12192000" h="2960175" extrusionOk="0">
                  <a:moveTo>
                    <a:pt x="0" y="333390"/>
                  </a:moveTo>
                  <a:cubicBezTo>
                    <a:pt x="514350" y="333390"/>
                    <a:pt x="699072" y="1437375"/>
                    <a:pt x="1490980" y="1437375"/>
                  </a:cubicBezTo>
                  <a:cubicBezTo>
                    <a:pt x="2642870" y="1437375"/>
                    <a:pt x="2642870" y="0"/>
                    <a:pt x="3794697" y="0"/>
                  </a:cubicBezTo>
                  <a:cubicBezTo>
                    <a:pt x="4946523" y="0"/>
                    <a:pt x="4946650" y="2960175"/>
                    <a:pt x="6098413" y="2960175"/>
                  </a:cubicBezTo>
                  <a:cubicBezTo>
                    <a:pt x="7250176" y="2960175"/>
                    <a:pt x="7250303" y="571082"/>
                    <a:pt x="8402130" y="571082"/>
                  </a:cubicBezTo>
                  <a:cubicBezTo>
                    <a:pt x="9553956" y="571082"/>
                    <a:pt x="9490519" y="2769920"/>
                    <a:pt x="10642600" y="2769920"/>
                  </a:cubicBezTo>
                  <a:cubicBezTo>
                    <a:pt x="11588052" y="2769920"/>
                    <a:pt x="11586337" y="903964"/>
                    <a:pt x="12192000" y="235155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" name="Google Shape;168;p4"/>
          <p:cNvGrpSpPr/>
          <p:nvPr/>
        </p:nvGrpSpPr>
        <p:grpSpPr>
          <a:xfrm>
            <a:off x="138350" y="260325"/>
            <a:ext cx="8847940" cy="1250750"/>
            <a:chOff x="138350" y="260325"/>
            <a:chExt cx="8847940" cy="1250750"/>
          </a:xfrm>
        </p:grpSpPr>
        <p:sp>
          <p:nvSpPr>
            <p:cNvPr id="169" name="Google Shape;169;p4"/>
            <p:cNvSpPr/>
            <p:nvPr/>
          </p:nvSpPr>
          <p:spPr>
            <a:xfrm>
              <a:off x="1499675" y="1250550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4"/>
            <p:cNvSpPr/>
            <p:nvPr/>
          </p:nvSpPr>
          <p:spPr>
            <a:xfrm>
              <a:off x="2661090" y="1269602"/>
              <a:ext cx="58200" cy="5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4"/>
            <p:cNvSpPr/>
            <p:nvPr/>
          </p:nvSpPr>
          <p:spPr>
            <a:xfrm>
              <a:off x="964725" y="136487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2853765" y="1433827"/>
              <a:ext cx="58200" cy="5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6511800" y="26032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922865" y="385427"/>
              <a:ext cx="58200" cy="5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4"/>
            <p:cNvSpPr/>
            <p:nvPr/>
          </p:nvSpPr>
          <p:spPr>
            <a:xfrm>
              <a:off x="1669300" y="352130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4"/>
            <p:cNvSpPr/>
            <p:nvPr/>
          </p:nvSpPr>
          <p:spPr>
            <a:xfrm>
              <a:off x="138350" y="36637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4"/>
            <p:cNvSpPr/>
            <p:nvPr/>
          </p:nvSpPr>
          <p:spPr>
            <a:xfrm>
              <a:off x="5813290" y="1086177"/>
              <a:ext cx="58200" cy="5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4"/>
            <p:cNvSpPr/>
            <p:nvPr/>
          </p:nvSpPr>
          <p:spPr>
            <a:xfrm>
              <a:off x="8192200" y="352130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4"/>
            <p:cNvSpPr/>
            <p:nvPr/>
          </p:nvSpPr>
          <p:spPr>
            <a:xfrm>
              <a:off x="3083050" y="588050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4"/>
            <p:cNvSpPr/>
            <p:nvPr/>
          </p:nvSpPr>
          <p:spPr>
            <a:xfrm>
              <a:off x="5905390" y="1269602"/>
              <a:ext cx="58200" cy="5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3321725" y="1144805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4"/>
            <p:cNvSpPr/>
            <p:nvPr/>
          </p:nvSpPr>
          <p:spPr>
            <a:xfrm>
              <a:off x="5550600" y="1250550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4"/>
            <p:cNvSpPr/>
            <p:nvPr/>
          </p:nvSpPr>
          <p:spPr>
            <a:xfrm>
              <a:off x="7715565" y="1178102"/>
              <a:ext cx="58200" cy="58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4"/>
            <p:cNvSpPr/>
            <p:nvPr/>
          </p:nvSpPr>
          <p:spPr>
            <a:xfrm>
              <a:off x="7255125" y="462680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4"/>
            <p:cNvSpPr/>
            <p:nvPr/>
          </p:nvSpPr>
          <p:spPr>
            <a:xfrm>
              <a:off x="8774600" y="141477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4"/>
            <p:cNvSpPr/>
            <p:nvPr/>
          </p:nvSpPr>
          <p:spPr>
            <a:xfrm>
              <a:off x="8928090" y="1269602"/>
              <a:ext cx="58200" cy="5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4"/>
            <p:cNvSpPr/>
            <p:nvPr/>
          </p:nvSpPr>
          <p:spPr>
            <a:xfrm>
              <a:off x="7494550" y="1350630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4"/>
            <p:cNvSpPr/>
            <p:nvPr/>
          </p:nvSpPr>
          <p:spPr>
            <a:xfrm>
              <a:off x="4147815" y="607102"/>
              <a:ext cx="58200" cy="5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4"/>
            <p:cNvSpPr/>
            <p:nvPr/>
          </p:nvSpPr>
          <p:spPr>
            <a:xfrm>
              <a:off x="4901365" y="385427"/>
              <a:ext cx="58200" cy="5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4"/>
            <p:cNvSpPr/>
            <p:nvPr/>
          </p:nvSpPr>
          <p:spPr>
            <a:xfrm>
              <a:off x="5055300" y="47692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4"/>
            <p:cNvSpPr/>
            <p:nvPr/>
          </p:nvSpPr>
          <p:spPr>
            <a:xfrm>
              <a:off x="8316990" y="260327"/>
              <a:ext cx="58200" cy="5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4"/>
            <p:cNvSpPr/>
            <p:nvPr/>
          </p:nvSpPr>
          <p:spPr>
            <a:xfrm>
              <a:off x="364940" y="1433827"/>
              <a:ext cx="58200" cy="5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4"/>
            <p:cNvSpPr/>
            <p:nvPr/>
          </p:nvSpPr>
          <p:spPr>
            <a:xfrm>
              <a:off x="194015" y="1269602"/>
              <a:ext cx="58200" cy="58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"/>
          <p:cNvSpPr txBox="1">
            <a:spLocks noGrp="1"/>
          </p:cNvSpPr>
          <p:nvPr>
            <p:ph type="title"/>
          </p:nvPr>
        </p:nvSpPr>
        <p:spPr>
          <a:xfrm>
            <a:off x="1241875" y="455000"/>
            <a:ext cx="66603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5"/>
          <p:cNvSpPr txBox="1">
            <a:spLocks noGrp="1"/>
          </p:cNvSpPr>
          <p:nvPr>
            <p:ph type="body" idx="1"/>
          </p:nvPr>
        </p:nvSpPr>
        <p:spPr>
          <a:xfrm>
            <a:off x="1241875" y="1125350"/>
            <a:ext cx="6660300" cy="297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▹"/>
              <a:defRPr/>
            </a:lvl1pPr>
            <a:lvl2pPr marL="914400" lvl="1" indent="-381000" rtl="0">
              <a:spcBef>
                <a:spcPts val="800"/>
              </a:spcBef>
              <a:spcAft>
                <a:spcPts val="0"/>
              </a:spcAft>
              <a:buSzPts val="2400"/>
              <a:buChar char="▸"/>
              <a:defRPr/>
            </a:lvl2pPr>
            <a:lvl3pPr marL="1371600" lvl="2" indent="-381000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197" name="Google Shape;197;p5"/>
          <p:cNvSpPr txBox="1">
            <a:spLocks noGrp="1"/>
          </p:cNvSpPr>
          <p:nvPr>
            <p:ph type="sldNum" idx="12"/>
          </p:nvPr>
        </p:nvSpPr>
        <p:spPr>
          <a:xfrm>
            <a:off x="4297650" y="4413799"/>
            <a:ext cx="548700" cy="72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98" name="Google Shape;198;p5"/>
          <p:cNvGrpSpPr/>
          <p:nvPr/>
        </p:nvGrpSpPr>
        <p:grpSpPr>
          <a:xfrm>
            <a:off x="218" y="3708336"/>
            <a:ext cx="9143345" cy="1231682"/>
            <a:chOff x="218" y="898161"/>
            <a:chExt cx="9143345" cy="1231682"/>
          </a:xfrm>
        </p:grpSpPr>
        <p:sp>
          <p:nvSpPr>
            <p:cNvPr id="199" name="Google Shape;199;p5"/>
            <p:cNvSpPr/>
            <p:nvPr/>
          </p:nvSpPr>
          <p:spPr>
            <a:xfrm>
              <a:off x="4571575" y="1374616"/>
              <a:ext cx="236742" cy="232824"/>
            </a:xfrm>
            <a:custGeom>
              <a:avLst/>
              <a:gdLst/>
              <a:ahLst/>
              <a:cxnLst/>
              <a:rect l="l" t="t" r="r" b="b"/>
              <a:pathLst>
                <a:path w="618934" h="620864" extrusionOk="0">
                  <a:moveTo>
                    <a:pt x="0" y="0"/>
                  </a:moveTo>
                  <a:lnTo>
                    <a:pt x="0" y="620865"/>
                  </a:lnTo>
                  <a:lnTo>
                    <a:pt x="618935" y="620865"/>
                  </a:lnTo>
                  <a:cubicBezTo>
                    <a:pt x="480632" y="309101"/>
                    <a:pt x="339535" y="1459"/>
                    <a:pt x="0" y="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5"/>
            <p:cNvSpPr/>
            <p:nvPr/>
          </p:nvSpPr>
          <p:spPr>
            <a:xfrm flipH="1">
              <a:off x="4340118" y="1374612"/>
              <a:ext cx="232100" cy="232824"/>
            </a:xfrm>
            <a:custGeom>
              <a:avLst/>
              <a:gdLst/>
              <a:ahLst/>
              <a:cxnLst/>
              <a:rect l="l" t="t" r="r" b="b"/>
              <a:pathLst>
                <a:path w="618934" h="620864" extrusionOk="0">
                  <a:moveTo>
                    <a:pt x="0" y="0"/>
                  </a:moveTo>
                  <a:lnTo>
                    <a:pt x="0" y="620865"/>
                  </a:lnTo>
                  <a:lnTo>
                    <a:pt x="618935" y="620865"/>
                  </a:lnTo>
                  <a:cubicBezTo>
                    <a:pt x="480632" y="309101"/>
                    <a:pt x="339535" y="1459"/>
                    <a:pt x="0" y="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5"/>
            <p:cNvSpPr/>
            <p:nvPr/>
          </p:nvSpPr>
          <p:spPr>
            <a:xfrm>
              <a:off x="4765540" y="1606642"/>
              <a:ext cx="753451" cy="523201"/>
            </a:xfrm>
            <a:custGeom>
              <a:avLst/>
              <a:gdLst/>
              <a:ahLst/>
              <a:cxnLst/>
              <a:rect l="l" t="t" r="r" b="b"/>
              <a:pathLst>
                <a:path w="2009203" h="1395202" extrusionOk="0">
                  <a:moveTo>
                    <a:pt x="1005142" y="1395202"/>
                  </a:moveTo>
                  <a:cubicBezTo>
                    <a:pt x="1434656" y="1395202"/>
                    <a:pt x="1742377" y="650418"/>
                    <a:pt x="2009204" y="0"/>
                  </a:cubicBezTo>
                  <a:lnTo>
                    <a:pt x="0" y="0"/>
                  </a:lnTo>
                  <a:cubicBezTo>
                    <a:pt x="310706" y="521742"/>
                    <a:pt x="470408" y="1395202"/>
                    <a:pt x="1005142" y="1395202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4803711" y="1606642"/>
              <a:ext cx="426243" cy="242789"/>
            </a:xfrm>
            <a:custGeom>
              <a:avLst/>
              <a:gdLst/>
              <a:ahLst/>
              <a:cxnLst/>
              <a:rect l="l" t="t" r="r" b="b"/>
              <a:pathLst>
                <a:path w="1136649" h="647437" extrusionOk="0">
                  <a:moveTo>
                    <a:pt x="632968" y="647437"/>
                  </a:moveTo>
                  <a:cubicBezTo>
                    <a:pt x="884492" y="647437"/>
                    <a:pt x="1023684" y="362626"/>
                    <a:pt x="1136650" y="0"/>
                  </a:cubicBezTo>
                  <a:lnTo>
                    <a:pt x="0" y="0"/>
                  </a:lnTo>
                  <a:cubicBezTo>
                    <a:pt x="142494" y="321467"/>
                    <a:pt x="282067" y="647437"/>
                    <a:pt x="632968" y="647437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5"/>
            <p:cNvSpPr/>
            <p:nvPr/>
          </p:nvSpPr>
          <p:spPr>
            <a:xfrm>
              <a:off x="5519015" y="1249917"/>
              <a:ext cx="481965" cy="356728"/>
            </a:xfrm>
            <a:custGeom>
              <a:avLst/>
              <a:gdLst/>
              <a:ahLst/>
              <a:cxnLst/>
              <a:rect l="l" t="t" r="r" b="b"/>
              <a:pathLst>
                <a:path w="1285240" h="951274" extrusionOk="0">
                  <a:moveTo>
                    <a:pt x="584200" y="0"/>
                  </a:moveTo>
                  <a:cubicBezTo>
                    <a:pt x="388938" y="0"/>
                    <a:pt x="206692" y="447289"/>
                    <a:pt x="0" y="951274"/>
                  </a:cubicBezTo>
                  <a:lnTo>
                    <a:pt x="1285240" y="951274"/>
                  </a:lnTo>
                  <a:cubicBezTo>
                    <a:pt x="1028509" y="509883"/>
                    <a:pt x="837755" y="0"/>
                    <a:pt x="584200" y="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5229955" y="1040852"/>
              <a:ext cx="686062" cy="565794"/>
            </a:xfrm>
            <a:custGeom>
              <a:avLst/>
              <a:gdLst/>
              <a:ahLst/>
              <a:cxnLst/>
              <a:rect l="l" t="t" r="r" b="b"/>
              <a:pathLst>
                <a:path w="1829498" h="1508784" extrusionOk="0">
                  <a:moveTo>
                    <a:pt x="815658" y="0"/>
                  </a:moveTo>
                  <a:cubicBezTo>
                    <a:pt x="315468" y="0"/>
                    <a:pt x="197866" y="873714"/>
                    <a:pt x="0" y="1508784"/>
                  </a:cubicBezTo>
                  <a:lnTo>
                    <a:pt x="1829498" y="1508784"/>
                  </a:lnTo>
                  <a:cubicBezTo>
                    <a:pt x="1541526" y="928000"/>
                    <a:pt x="1355789" y="0"/>
                    <a:pt x="815658" y="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5"/>
            <p:cNvSpPr/>
            <p:nvPr/>
          </p:nvSpPr>
          <p:spPr>
            <a:xfrm>
              <a:off x="5916017" y="1606642"/>
              <a:ext cx="392906" cy="171443"/>
            </a:xfrm>
            <a:custGeom>
              <a:avLst/>
              <a:gdLst/>
              <a:ahLst/>
              <a:cxnLst/>
              <a:rect l="l" t="t" r="r" b="b"/>
              <a:pathLst>
                <a:path w="1047750" h="457182" extrusionOk="0">
                  <a:moveTo>
                    <a:pt x="500190" y="457182"/>
                  </a:moveTo>
                  <a:cubicBezTo>
                    <a:pt x="745744" y="457182"/>
                    <a:pt x="914019" y="257605"/>
                    <a:pt x="1047750" y="0"/>
                  </a:cubicBezTo>
                  <a:lnTo>
                    <a:pt x="0" y="0"/>
                  </a:lnTo>
                  <a:cubicBezTo>
                    <a:pt x="131191" y="264645"/>
                    <a:pt x="283528" y="457182"/>
                    <a:pt x="500190" y="457182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5"/>
            <p:cNvSpPr/>
            <p:nvPr/>
          </p:nvSpPr>
          <p:spPr>
            <a:xfrm>
              <a:off x="7745341" y="1606642"/>
              <a:ext cx="493657" cy="242765"/>
            </a:xfrm>
            <a:custGeom>
              <a:avLst/>
              <a:gdLst/>
              <a:ahLst/>
              <a:cxnLst/>
              <a:rect l="l" t="t" r="r" b="b"/>
              <a:pathLst>
                <a:path w="1316418" h="647373" extrusionOk="0">
                  <a:moveTo>
                    <a:pt x="475298" y="345376"/>
                  </a:moveTo>
                  <a:cubicBezTo>
                    <a:pt x="465201" y="345376"/>
                    <a:pt x="457010" y="353551"/>
                    <a:pt x="457010" y="363640"/>
                  </a:cubicBezTo>
                  <a:cubicBezTo>
                    <a:pt x="457010" y="373730"/>
                    <a:pt x="465201" y="381905"/>
                    <a:pt x="475298" y="381905"/>
                  </a:cubicBezTo>
                  <a:cubicBezTo>
                    <a:pt x="485394" y="381905"/>
                    <a:pt x="493586" y="373730"/>
                    <a:pt x="493586" y="363640"/>
                  </a:cubicBezTo>
                  <a:cubicBezTo>
                    <a:pt x="493586" y="353551"/>
                    <a:pt x="485394" y="345376"/>
                    <a:pt x="475298" y="345376"/>
                  </a:cubicBezTo>
                  <a:close/>
                  <a:moveTo>
                    <a:pt x="475298" y="436698"/>
                  </a:moveTo>
                  <a:cubicBezTo>
                    <a:pt x="465201" y="436698"/>
                    <a:pt x="457010" y="444873"/>
                    <a:pt x="457010" y="454963"/>
                  </a:cubicBezTo>
                  <a:cubicBezTo>
                    <a:pt x="457010" y="465053"/>
                    <a:pt x="465201" y="473227"/>
                    <a:pt x="475298" y="473227"/>
                  </a:cubicBezTo>
                  <a:cubicBezTo>
                    <a:pt x="485394" y="473227"/>
                    <a:pt x="493586" y="465053"/>
                    <a:pt x="493586" y="454963"/>
                  </a:cubicBezTo>
                  <a:cubicBezTo>
                    <a:pt x="493586" y="444873"/>
                    <a:pt x="485394" y="436698"/>
                    <a:pt x="475298" y="436698"/>
                  </a:cubicBezTo>
                  <a:close/>
                  <a:moveTo>
                    <a:pt x="475298" y="528021"/>
                  </a:moveTo>
                  <a:cubicBezTo>
                    <a:pt x="465138" y="527983"/>
                    <a:pt x="456947" y="536164"/>
                    <a:pt x="456883" y="546285"/>
                  </a:cubicBezTo>
                  <a:cubicBezTo>
                    <a:pt x="456819" y="556407"/>
                    <a:pt x="465011" y="564638"/>
                    <a:pt x="475171" y="564676"/>
                  </a:cubicBezTo>
                  <a:cubicBezTo>
                    <a:pt x="485331" y="564714"/>
                    <a:pt x="493523" y="556533"/>
                    <a:pt x="493586" y="546412"/>
                  </a:cubicBezTo>
                  <a:cubicBezTo>
                    <a:pt x="493586" y="546367"/>
                    <a:pt x="493586" y="546330"/>
                    <a:pt x="493586" y="546285"/>
                  </a:cubicBezTo>
                  <a:cubicBezTo>
                    <a:pt x="493586" y="536195"/>
                    <a:pt x="485394" y="528021"/>
                    <a:pt x="475298" y="528021"/>
                  </a:cubicBezTo>
                  <a:close/>
                  <a:moveTo>
                    <a:pt x="429578" y="25748"/>
                  </a:moveTo>
                  <a:cubicBezTo>
                    <a:pt x="419481" y="25748"/>
                    <a:pt x="411290" y="33922"/>
                    <a:pt x="411290" y="44012"/>
                  </a:cubicBezTo>
                  <a:cubicBezTo>
                    <a:pt x="411290" y="54102"/>
                    <a:pt x="419481" y="62277"/>
                    <a:pt x="429578" y="62277"/>
                  </a:cubicBezTo>
                  <a:cubicBezTo>
                    <a:pt x="439675" y="62277"/>
                    <a:pt x="447866" y="54102"/>
                    <a:pt x="447866" y="44012"/>
                  </a:cubicBezTo>
                  <a:cubicBezTo>
                    <a:pt x="447739" y="33998"/>
                    <a:pt x="439611" y="25938"/>
                    <a:pt x="429578" y="25938"/>
                  </a:cubicBezTo>
                  <a:close/>
                  <a:moveTo>
                    <a:pt x="475298" y="162731"/>
                  </a:moveTo>
                  <a:cubicBezTo>
                    <a:pt x="465201" y="162731"/>
                    <a:pt x="457010" y="170906"/>
                    <a:pt x="457010" y="180996"/>
                  </a:cubicBezTo>
                  <a:cubicBezTo>
                    <a:pt x="457010" y="191086"/>
                    <a:pt x="465201" y="199260"/>
                    <a:pt x="475298" y="199260"/>
                  </a:cubicBezTo>
                  <a:cubicBezTo>
                    <a:pt x="485394" y="199260"/>
                    <a:pt x="493586" y="191086"/>
                    <a:pt x="493586" y="180996"/>
                  </a:cubicBezTo>
                  <a:cubicBezTo>
                    <a:pt x="493586" y="170906"/>
                    <a:pt x="485394" y="162731"/>
                    <a:pt x="475298" y="162731"/>
                  </a:cubicBezTo>
                  <a:close/>
                  <a:moveTo>
                    <a:pt x="521018" y="573682"/>
                  </a:moveTo>
                  <a:cubicBezTo>
                    <a:pt x="510922" y="573682"/>
                    <a:pt x="502730" y="581856"/>
                    <a:pt x="502730" y="591946"/>
                  </a:cubicBezTo>
                  <a:cubicBezTo>
                    <a:pt x="502730" y="591946"/>
                    <a:pt x="502730" y="591946"/>
                    <a:pt x="502730" y="592263"/>
                  </a:cubicBezTo>
                  <a:cubicBezTo>
                    <a:pt x="512826" y="596747"/>
                    <a:pt x="523113" y="600971"/>
                    <a:pt x="533591" y="604947"/>
                  </a:cubicBezTo>
                  <a:cubicBezTo>
                    <a:pt x="541020" y="598123"/>
                    <a:pt x="541528" y="586568"/>
                    <a:pt x="534670" y="579142"/>
                  </a:cubicBezTo>
                  <a:cubicBezTo>
                    <a:pt x="531114" y="575293"/>
                    <a:pt x="526098" y="573143"/>
                    <a:pt x="520891" y="573238"/>
                  </a:cubicBezTo>
                  <a:close/>
                  <a:moveTo>
                    <a:pt x="475298" y="254054"/>
                  </a:moveTo>
                  <a:cubicBezTo>
                    <a:pt x="465201" y="254054"/>
                    <a:pt x="457010" y="262228"/>
                    <a:pt x="457010" y="272318"/>
                  </a:cubicBezTo>
                  <a:cubicBezTo>
                    <a:pt x="457010" y="282408"/>
                    <a:pt x="465201" y="290583"/>
                    <a:pt x="475298" y="290583"/>
                  </a:cubicBezTo>
                  <a:cubicBezTo>
                    <a:pt x="485394" y="290583"/>
                    <a:pt x="493586" y="282408"/>
                    <a:pt x="493586" y="272318"/>
                  </a:cubicBezTo>
                  <a:cubicBezTo>
                    <a:pt x="493459" y="262304"/>
                    <a:pt x="485331" y="254244"/>
                    <a:pt x="475298" y="254244"/>
                  </a:cubicBezTo>
                  <a:close/>
                  <a:moveTo>
                    <a:pt x="475298" y="71409"/>
                  </a:moveTo>
                  <a:cubicBezTo>
                    <a:pt x="465201" y="71409"/>
                    <a:pt x="457010" y="79584"/>
                    <a:pt x="457010" y="89673"/>
                  </a:cubicBezTo>
                  <a:cubicBezTo>
                    <a:pt x="457010" y="99763"/>
                    <a:pt x="465201" y="107938"/>
                    <a:pt x="475298" y="107938"/>
                  </a:cubicBezTo>
                  <a:cubicBezTo>
                    <a:pt x="485394" y="107938"/>
                    <a:pt x="493586" y="99763"/>
                    <a:pt x="493586" y="89673"/>
                  </a:cubicBezTo>
                  <a:cubicBezTo>
                    <a:pt x="493586" y="79584"/>
                    <a:pt x="485394" y="71409"/>
                    <a:pt x="475298" y="71409"/>
                  </a:cubicBezTo>
                  <a:close/>
                  <a:moveTo>
                    <a:pt x="521018" y="482359"/>
                  </a:moveTo>
                  <a:cubicBezTo>
                    <a:pt x="510922" y="482359"/>
                    <a:pt x="502730" y="490534"/>
                    <a:pt x="502730" y="500624"/>
                  </a:cubicBezTo>
                  <a:cubicBezTo>
                    <a:pt x="502730" y="510714"/>
                    <a:pt x="510922" y="518888"/>
                    <a:pt x="521018" y="518888"/>
                  </a:cubicBezTo>
                  <a:cubicBezTo>
                    <a:pt x="531114" y="518888"/>
                    <a:pt x="539306" y="510714"/>
                    <a:pt x="539306" y="500624"/>
                  </a:cubicBezTo>
                  <a:cubicBezTo>
                    <a:pt x="539179" y="490610"/>
                    <a:pt x="531051" y="482550"/>
                    <a:pt x="521018" y="482550"/>
                  </a:cubicBezTo>
                  <a:close/>
                  <a:moveTo>
                    <a:pt x="383858" y="162731"/>
                  </a:moveTo>
                  <a:cubicBezTo>
                    <a:pt x="373762" y="162731"/>
                    <a:pt x="365570" y="170906"/>
                    <a:pt x="365570" y="180996"/>
                  </a:cubicBezTo>
                  <a:cubicBezTo>
                    <a:pt x="365570" y="191086"/>
                    <a:pt x="373762" y="199260"/>
                    <a:pt x="383858" y="199260"/>
                  </a:cubicBezTo>
                  <a:cubicBezTo>
                    <a:pt x="393954" y="199260"/>
                    <a:pt x="402146" y="191086"/>
                    <a:pt x="402146" y="180996"/>
                  </a:cubicBezTo>
                  <a:cubicBezTo>
                    <a:pt x="402146" y="170906"/>
                    <a:pt x="393954" y="162731"/>
                    <a:pt x="383858" y="162731"/>
                  </a:cubicBezTo>
                  <a:close/>
                  <a:moveTo>
                    <a:pt x="383858" y="254054"/>
                  </a:moveTo>
                  <a:cubicBezTo>
                    <a:pt x="373762" y="254054"/>
                    <a:pt x="365570" y="262228"/>
                    <a:pt x="365570" y="272318"/>
                  </a:cubicBezTo>
                  <a:cubicBezTo>
                    <a:pt x="365570" y="282408"/>
                    <a:pt x="373762" y="290583"/>
                    <a:pt x="383858" y="290583"/>
                  </a:cubicBezTo>
                  <a:cubicBezTo>
                    <a:pt x="393954" y="290583"/>
                    <a:pt x="402146" y="282408"/>
                    <a:pt x="402146" y="272318"/>
                  </a:cubicBezTo>
                  <a:cubicBezTo>
                    <a:pt x="402019" y="262304"/>
                    <a:pt x="393891" y="254244"/>
                    <a:pt x="383858" y="254244"/>
                  </a:cubicBezTo>
                  <a:close/>
                  <a:moveTo>
                    <a:pt x="383858" y="71409"/>
                  </a:moveTo>
                  <a:cubicBezTo>
                    <a:pt x="373762" y="71409"/>
                    <a:pt x="365570" y="79584"/>
                    <a:pt x="365570" y="89673"/>
                  </a:cubicBezTo>
                  <a:cubicBezTo>
                    <a:pt x="365570" y="99763"/>
                    <a:pt x="373762" y="107938"/>
                    <a:pt x="383858" y="107938"/>
                  </a:cubicBezTo>
                  <a:cubicBezTo>
                    <a:pt x="393954" y="107938"/>
                    <a:pt x="402146" y="99763"/>
                    <a:pt x="402146" y="89673"/>
                  </a:cubicBezTo>
                  <a:cubicBezTo>
                    <a:pt x="402146" y="79584"/>
                    <a:pt x="393954" y="71409"/>
                    <a:pt x="383858" y="71409"/>
                  </a:cubicBezTo>
                  <a:close/>
                  <a:moveTo>
                    <a:pt x="383858" y="345376"/>
                  </a:moveTo>
                  <a:cubicBezTo>
                    <a:pt x="373762" y="345376"/>
                    <a:pt x="365570" y="353551"/>
                    <a:pt x="365570" y="363640"/>
                  </a:cubicBezTo>
                  <a:cubicBezTo>
                    <a:pt x="365570" y="373730"/>
                    <a:pt x="373762" y="381905"/>
                    <a:pt x="383858" y="381905"/>
                  </a:cubicBezTo>
                  <a:cubicBezTo>
                    <a:pt x="393954" y="381905"/>
                    <a:pt x="402146" y="373730"/>
                    <a:pt x="402146" y="363640"/>
                  </a:cubicBezTo>
                  <a:cubicBezTo>
                    <a:pt x="402146" y="353551"/>
                    <a:pt x="393954" y="345376"/>
                    <a:pt x="383858" y="345376"/>
                  </a:cubicBezTo>
                  <a:close/>
                  <a:moveTo>
                    <a:pt x="429578" y="208392"/>
                  </a:moveTo>
                  <a:cubicBezTo>
                    <a:pt x="419481" y="208392"/>
                    <a:pt x="411290" y="216567"/>
                    <a:pt x="411290" y="226657"/>
                  </a:cubicBezTo>
                  <a:cubicBezTo>
                    <a:pt x="411290" y="236747"/>
                    <a:pt x="419481" y="244921"/>
                    <a:pt x="429578" y="244921"/>
                  </a:cubicBezTo>
                  <a:cubicBezTo>
                    <a:pt x="439675" y="244921"/>
                    <a:pt x="447866" y="236747"/>
                    <a:pt x="447866" y="226657"/>
                  </a:cubicBezTo>
                  <a:cubicBezTo>
                    <a:pt x="447866" y="216567"/>
                    <a:pt x="439675" y="208392"/>
                    <a:pt x="429578" y="208392"/>
                  </a:cubicBezTo>
                  <a:close/>
                  <a:moveTo>
                    <a:pt x="429578" y="117070"/>
                  </a:moveTo>
                  <a:cubicBezTo>
                    <a:pt x="419481" y="117070"/>
                    <a:pt x="411290" y="125245"/>
                    <a:pt x="411290" y="135335"/>
                  </a:cubicBezTo>
                  <a:cubicBezTo>
                    <a:pt x="411290" y="145424"/>
                    <a:pt x="419481" y="153599"/>
                    <a:pt x="429578" y="153599"/>
                  </a:cubicBezTo>
                  <a:cubicBezTo>
                    <a:pt x="439675" y="153599"/>
                    <a:pt x="447866" y="145424"/>
                    <a:pt x="447866" y="135335"/>
                  </a:cubicBezTo>
                  <a:cubicBezTo>
                    <a:pt x="447866" y="125245"/>
                    <a:pt x="439675" y="117070"/>
                    <a:pt x="429578" y="117070"/>
                  </a:cubicBezTo>
                  <a:close/>
                  <a:moveTo>
                    <a:pt x="429578" y="299715"/>
                  </a:moveTo>
                  <a:cubicBezTo>
                    <a:pt x="419481" y="299715"/>
                    <a:pt x="411290" y="307890"/>
                    <a:pt x="411290" y="317979"/>
                  </a:cubicBezTo>
                  <a:cubicBezTo>
                    <a:pt x="411290" y="328069"/>
                    <a:pt x="419481" y="336244"/>
                    <a:pt x="429578" y="336244"/>
                  </a:cubicBezTo>
                  <a:cubicBezTo>
                    <a:pt x="439675" y="336244"/>
                    <a:pt x="447866" y="328069"/>
                    <a:pt x="447866" y="317979"/>
                  </a:cubicBezTo>
                  <a:cubicBezTo>
                    <a:pt x="447866" y="307890"/>
                    <a:pt x="439675" y="299715"/>
                    <a:pt x="429578" y="299715"/>
                  </a:cubicBezTo>
                  <a:close/>
                  <a:moveTo>
                    <a:pt x="429578" y="482359"/>
                  </a:moveTo>
                  <a:cubicBezTo>
                    <a:pt x="419481" y="482359"/>
                    <a:pt x="411290" y="490534"/>
                    <a:pt x="411290" y="500624"/>
                  </a:cubicBezTo>
                  <a:cubicBezTo>
                    <a:pt x="411290" y="510714"/>
                    <a:pt x="419481" y="518888"/>
                    <a:pt x="429578" y="518888"/>
                  </a:cubicBezTo>
                  <a:cubicBezTo>
                    <a:pt x="439675" y="518888"/>
                    <a:pt x="447866" y="510714"/>
                    <a:pt x="447866" y="500624"/>
                  </a:cubicBezTo>
                  <a:cubicBezTo>
                    <a:pt x="447739" y="490610"/>
                    <a:pt x="439611" y="482550"/>
                    <a:pt x="429578" y="482550"/>
                  </a:cubicBezTo>
                  <a:close/>
                  <a:moveTo>
                    <a:pt x="429578" y="391037"/>
                  </a:moveTo>
                  <a:cubicBezTo>
                    <a:pt x="419481" y="391037"/>
                    <a:pt x="411290" y="399212"/>
                    <a:pt x="411290" y="409302"/>
                  </a:cubicBezTo>
                  <a:cubicBezTo>
                    <a:pt x="411290" y="419391"/>
                    <a:pt x="419481" y="427566"/>
                    <a:pt x="429578" y="427566"/>
                  </a:cubicBezTo>
                  <a:cubicBezTo>
                    <a:pt x="439675" y="427566"/>
                    <a:pt x="447866" y="419391"/>
                    <a:pt x="447866" y="409302"/>
                  </a:cubicBezTo>
                  <a:cubicBezTo>
                    <a:pt x="447866" y="399212"/>
                    <a:pt x="439675" y="391037"/>
                    <a:pt x="429578" y="391037"/>
                  </a:cubicBezTo>
                  <a:close/>
                  <a:moveTo>
                    <a:pt x="566738" y="71409"/>
                  </a:moveTo>
                  <a:cubicBezTo>
                    <a:pt x="556641" y="71409"/>
                    <a:pt x="548450" y="79584"/>
                    <a:pt x="548450" y="89673"/>
                  </a:cubicBezTo>
                  <a:cubicBezTo>
                    <a:pt x="548450" y="99763"/>
                    <a:pt x="556641" y="107938"/>
                    <a:pt x="566738" y="107938"/>
                  </a:cubicBezTo>
                  <a:cubicBezTo>
                    <a:pt x="576835" y="107938"/>
                    <a:pt x="585026" y="99763"/>
                    <a:pt x="585026" y="89673"/>
                  </a:cubicBezTo>
                  <a:cubicBezTo>
                    <a:pt x="585026" y="79584"/>
                    <a:pt x="576835" y="71409"/>
                    <a:pt x="566738" y="71409"/>
                  </a:cubicBezTo>
                  <a:close/>
                  <a:moveTo>
                    <a:pt x="612458" y="391037"/>
                  </a:moveTo>
                  <a:cubicBezTo>
                    <a:pt x="602362" y="391037"/>
                    <a:pt x="594170" y="399212"/>
                    <a:pt x="594170" y="409302"/>
                  </a:cubicBezTo>
                  <a:cubicBezTo>
                    <a:pt x="594170" y="419391"/>
                    <a:pt x="602362" y="427566"/>
                    <a:pt x="612458" y="427566"/>
                  </a:cubicBezTo>
                  <a:cubicBezTo>
                    <a:pt x="622554" y="427566"/>
                    <a:pt x="630746" y="419391"/>
                    <a:pt x="630746" y="409302"/>
                  </a:cubicBezTo>
                  <a:cubicBezTo>
                    <a:pt x="630746" y="399212"/>
                    <a:pt x="622554" y="391037"/>
                    <a:pt x="612458" y="391037"/>
                  </a:cubicBezTo>
                  <a:close/>
                  <a:moveTo>
                    <a:pt x="612458" y="299715"/>
                  </a:moveTo>
                  <a:cubicBezTo>
                    <a:pt x="602362" y="299715"/>
                    <a:pt x="594170" y="307890"/>
                    <a:pt x="594170" y="317979"/>
                  </a:cubicBezTo>
                  <a:cubicBezTo>
                    <a:pt x="594170" y="328069"/>
                    <a:pt x="602362" y="336244"/>
                    <a:pt x="612458" y="336244"/>
                  </a:cubicBezTo>
                  <a:cubicBezTo>
                    <a:pt x="622554" y="336244"/>
                    <a:pt x="630746" y="328069"/>
                    <a:pt x="630746" y="317979"/>
                  </a:cubicBezTo>
                  <a:cubicBezTo>
                    <a:pt x="630746" y="307890"/>
                    <a:pt x="622554" y="299715"/>
                    <a:pt x="612458" y="299715"/>
                  </a:cubicBezTo>
                  <a:close/>
                  <a:moveTo>
                    <a:pt x="612458" y="482359"/>
                  </a:moveTo>
                  <a:cubicBezTo>
                    <a:pt x="602362" y="482359"/>
                    <a:pt x="594170" y="490534"/>
                    <a:pt x="594170" y="500624"/>
                  </a:cubicBezTo>
                  <a:cubicBezTo>
                    <a:pt x="594170" y="510714"/>
                    <a:pt x="602362" y="518888"/>
                    <a:pt x="612458" y="518888"/>
                  </a:cubicBezTo>
                  <a:cubicBezTo>
                    <a:pt x="622554" y="518888"/>
                    <a:pt x="630746" y="510714"/>
                    <a:pt x="630746" y="500624"/>
                  </a:cubicBezTo>
                  <a:cubicBezTo>
                    <a:pt x="630619" y="490610"/>
                    <a:pt x="622491" y="482550"/>
                    <a:pt x="612458" y="482550"/>
                  </a:cubicBezTo>
                  <a:close/>
                  <a:moveTo>
                    <a:pt x="521018" y="391037"/>
                  </a:moveTo>
                  <a:cubicBezTo>
                    <a:pt x="510922" y="391037"/>
                    <a:pt x="502730" y="399212"/>
                    <a:pt x="502730" y="409302"/>
                  </a:cubicBezTo>
                  <a:cubicBezTo>
                    <a:pt x="502730" y="419391"/>
                    <a:pt x="510922" y="427566"/>
                    <a:pt x="521018" y="427566"/>
                  </a:cubicBezTo>
                  <a:cubicBezTo>
                    <a:pt x="531114" y="427566"/>
                    <a:pt x="539306" y="419391"/>
                    <a:pt x="539306" y="409302"/>
                  </a:cubicBezTo>
                  <a:cubicBezTo>
                    <a:pt x="539306" y="399212"/>
                    <a:pt x="531114" y="391037"/>
                    <a:pt x="521018" y="391037"/>
                  </a:cubicBezTo>
                  <a:close/>
                  <a:moveTo>
                    <a:pt x="612458" y="25748"/>
                  </a:moveTo>
                  <a:cubicBezTo>
                    <a:pt x="602362" y="25748"/>
                    <a:pt x="594170" y="33922"/>
                    <a:pt x="594170" y="44012"/>
                  </a:cubicBezTo>
                  <a:cubicBezTo>
                    <a:pt x="594170" y="54102"/>
                    <a:pt x="602362" y="62277"/>
                    <a:pt x="612458" y="62277"/>
                  </a:cubicBezTo>
                  <a:cubicBezTo>
                    <a:pt x="622554" y="62277"/>
                    <a:pt x="630746" y="54102"/>
                    <a:pt x="630746" y="44012"/>
                  </a:cubicBezTo>
                  <a:cubicBezTo>
                    <a:pt x="630619" y="33998"/>
                    <a:pt x="622491" y="25938"/>
                    <a:pt x="612458" y="25938"/>
                  </a:cubicBezTo>
                  <a:close/>
                  <a:moveTo>
                    <a:pt x="658178" y="619343"/>
                  </a:moveTo>
                  <a:cubicBezTo>
                    <a:pt x="648970" y="619381"/>
                    <a:pt x="641224" y="626293"/>
                    <a:pt x="640144" y="635451"/>
                  </a:cubicBezTo>
                  <a:cubicBezTo>
                    <a:pt x="651891" y="637734"/>
                    <a:pt x="663829" y="639700"/>
                    <a:pt x="676085" y="641349"/>
                  </a:cubicBezTo>
                  <a:cubicBezTo>
                    <a:pt x="678180" y="631475"/>
                    <a:pt x="671830" y="621797"/>
                    <a:pt x="661925" y="619730"/>
                  </a:cubicBezTo>
                  <a:cubicBezTo>
                    <a:pt x="660718" y="619470"/>
                    <a:pt x="659448" y="619343"/>
                    <a:pt x="658178" y="619343"/>
                  </a:cubicBezTo>
                  <a:close/>
                  <a:moveTo>
                    <a:pt x="383858" y="436698"/>
                  </a:moveTo>
                  <a:cubicBezTo>
                    <a:pt x="373762" y="436698"/>
                    <a:pt x="365570" y="444873"/>
                    <a:pt x="365570" y="454963"/>
                  </a:cubicBezTo>
                  <a:cubicBezTo>
                    <a:pt x="365570" y="465053"/>
                    <a:pt x="373762" y="473227"/>
                    <a:pt x="383858" y="473227"/>
                  </a:cubicBezTo>
                  <a:cubicBezTo>
                    <a:pt x="393954" y="473227"/>
                    <a:pt x="402146" y="465053"/>
                    <a:pt x="402146" y="454963"/>
                  </a:cubicBezTo>
                  <a:cubicBezTo>
                    <a:pt x="402146" y="444873"/>
                    <a:pt x="393954" y="436698"/>
                    <a:pt x="383858" y="436698"/>
                  </a:cubicBezTo>
                  <a:close/>
                  <a:moveTo>
                    <a:pt x="612458" y="208392"/>
                  </a:moveTo>
                  <a:cubicBezTo>
                    <a:pt x="602362" y="208392"/>
                    <a:pt x="594170" y="216567"/>
                    <a:pt x="594170" y="226657"/>
                  </a:cubicBezTo>
                  <a:cubicBezTo>
                    <a:pt x="594170" y="236747"/>
                    <a:pt x="602362" y="244921"/>
                    <a:pt x="612458" y="244921"/>
                  </a:cubicBezTo>
                  <a:cubicBezTo>
                    <a:pt x="622554" y="244921"/>
                    <a:pt x="630746" y="236747"/>
                    <a:pt x="630746" y="226657"/>
                  </a:cubicBezTo>
                  <a:cubicBezTo>
                    <a:pt x="630746" y="216567"/>
                    <a:pt x="622554" y="208392"/>
                    <a:pt x="612458" y="208392"/>
                  </a:cubicBezTo>
                  <a:close/>
                  <a:moveTo>
                    <a:pt x="612458" y="117070"/>
                  </a:moveTo>
                  <a:cubicBezTo>
                    <a:pt x="602362" y="117070"/>
                    <a:pt x="594170" y="125245"/>
                    <a:pt x="594170" y="135335"/>
                  </a:cubicBezTo>
                  <a:cubicBezTo>
                    <a:pt x="594170" y="145424"/>
                    <a:pt x="602362" y="153599"/>
                    <a:pt x="612458" y="153599"/>
                  </a:cubicBezTo>
                  <a:cubicBezTo>
                    <a:pt x="622554" y="153599"/>
                    <a:pt x="630746" y="145424"/>
                    <a:pt x="630746" y="135335"/>
                  </a:cubicBezTo>
                  <a:cubicBezTo>
                    <a:pt x="630746" y="125245"/>
                    <a:pt x="622554" y="117070"/>
                    <a:pt x="612458" y="117070"/>
                  </a:cubicBezTo>
                  <a:close/>
                  <a:moveTo>
                    <a:pt x="612458" y="573682"/>
                  </a:moveTo>
                  <a:cubicBezTo>
                    <a:pt x="602362" y="573682"/>
                    <a:pt x="594170" y="581856"/>
                    <a:pt x="594170" y="591946"/>
                  </a:cubicBezTo>
                  <a:cubicBezTo>
                    <a:pt x="594170" y="602036"/>
                    <a:pt x="602362" y="610211"/>
                    <a:pt x="612458" y="610211"/>
                  </a:cubicBezTo>
                  <a:cubicBezTo>
                    <a:pt x="622554" y="610211"/>
                    <a:pt x="630746" y="602036"/>
                    <a:pt x="630746" y="591946"/>
                  </a:cubicBezTo>
                  <a:cubicBezTo>
                    <a:pt x="630746" y="581856"/>
                    <a:pt x="622554" y="573682"/>
                    <a:pt x="612458" y="573682"/>
                  </a:cubicBezTo>
                  <a:close/>
                  <a:moveTo>
                    <a:pt x="521018" y="25748"/>
                  </a:moveTo>
                  <a:cubicBezTo>
                    <a:pt x="510922" y="25748"/>
                    <a:pt x="502730" y="33922"/>
                    <a:pt x="502730" y="44012"/>
                  </a:cubicBezTo>
                  <a:cubicBezTo>
                    <a:pt x="502730" y="54102"/>
                    <a:pt x="510922" y="62277"/>
                    <a:pt x="521018" y="62277"/>
                  </a:cubicBezTo>
                  <a:cubicBezTo>
                    <a:pt x="531114" y="62277"/>
                    <a:pt x="539306" y="54102"/>
                    <a:pt x="539306" y="44012"/>
                  </a:cubicBezTo>
                  <a:cubicBezTo>
                    <a:pt x="539179" y="33998"/>
                    <a:pt x="531051" y="25938"/>
                    <a:pt x="521018" y="25938"/>
                  </a:cubicBezTo>
                  <a:close/>
                  <a:moveTo>
                    <a:pt x="521018" y="117070"/>
                  </a:moveTo>
                  <a:cubicBezTo>
                    <a:pt x="510922" y="117070"/>
                    <a:pt x="502730" y="125245"/>
                    <a:pt x="502730" y="135335"/>
                  </a:cubicBezTo>
                  <a:cubicBezTo>
                    <a:pt x="502730" y="145424"/>
                    <a:pt x="510922" y="153599"/>
                    <a:pt x="521018" y="153599"/>
                  </a:cubicBezTo>
                  <a:cubicBezTo>
                    <a:pt x="531114" y="153599"/>
                    <a:pt x="539306" y="145424"/>
                    <a:pt x="539306" y="135335"/>
                  </a:cubicBezTo>
                  <a:cubicBezTo>
                    <a:pt x="539306" y="125245"/>
                    <a:pt x="531114" y="117070"/>
                    <a:pt x="521018" y="117070"/>
                  </a:cubicBezTo>
                  <a:close/>
                  <a:moveTo>
                    <a:pt x="521018" y="208392"/>
                  </a:moveTo>
                  <a:cubicBezTo>
                    <a:pt x="510922" y="208392"/>
                    <a:pt x="502730" y="216567"/>
                    <a:pt x="502730" y="226657"/>
                  </a:cubicBezTo>
                  <a:cubicBezTo>
                    <a:pt x="502730" y="236747"/>
                    <a:pt x="510922" y="244921"/>
                    <a:pt x="521018" y="244921"/>
                  </a:cubicBezTo>
                  <a:cubicBezTo>
                    <a:pt x="531114" y="244921"/>
                    <a:pt x="539306" y="236747"/>
                    <a:pt x="539306" y="226657"/>
                  </a:cubicBezTo>
                  <a:cubicBezTo>
                    <a:pt x="539306" y="216567"/>
                    <a:pt x="531114" y="208392"/>
                    <a:pt x="521018" y="208392"/>
                  </a:cubicBezTo>
                  <a:close/>
                  <a:moveTo>
                    <a:pt x="521018" y="299715"/>
                  </a:moveTo>
                  <a:cubicBezTo>
                    <a:pt x="510922" y="299715"/>
                    <a:pt x="502730" y="307890"/>
                    <a:pt x="502730" y="317979"/>
                  </a:cubicBezTo>
                  <a:cubicBezTo>
                    <a:pt x="502730" y="328069"/>
                    <a:pt x="510922" y="336244"/>
                    <a:pt x="521018" y="336244"/>
                  </a:cubicBezTo>
                  <a:cubicBezTo>
                    <a:pt x="531114" y="336244"/>
                    <a:pt x="539306" y="328069"/>
                    <a:pt x="539306" y="317979"/>
                  </a:cubicBezTo>
                  <a:cubicBezTo>
                    <a:pt x="539306" y="307890"/>
                    <a:pt x="531114" y="299715"/>
                    <a:pt x="521018" y="299715"/>
                  </a:cubicBezTo>
                  <a:close/>
                  <a:moveTo>
                    <a:pt x="566738" y="162731"/>
                  </a:moveTo>
                  <a:cubicBezTo>
                    <a:pt x="556641" y="162731"/>
                    <a:pt x="548450" y="170906"/>
                    <a:pt x="548450" y="180996"/>
                  </a:cubicBezTo>
                  <a:cubicBezTo>
                    <a:pt x="548450" y="191086"/>
                    <a:pt x="556641" y="199260"/>
                    <a:pt x="566738" y="199260"/>
                  </a:cubicBezTo>
                  <a:cubicBezTo>
                    <a:pt x="576835" y="199260"/>
                    <a:pt x="585026" y="191086"/>
                    <a:pt x="585026" y="180996"/>
                  </a:cubicBezTo>
                  <a:cubicBezTo>
                    <a:pt x="585026" y="170906"/>
                    <a:pt x="576835" y="162731"/>
                    <a:pt x="566738" y="162731"/>
                  </a:cubicBezTo>
                  <a:close/>
                  <a:moveTo>
                    <a:pt x="566738" y="528021"/>
                  </a:moveTo>
                  <a:cubicBezTo>
                    <a:pt x="556578" y="527983"/>
                    <a:pt x="548387" y="536164"/>
                    <a:pt x="548323" y="546285"/>
                  </a:cubicBezTo>
                  <a:cubicBezTo>
                    <a:pt x="548260" y="556407"/>
                    <a:pt x="556451" y="564638"/>
                    <a:pt x="566611" y="564676"/>
                  </a:cubicBezTo>
                  <a:cubicBezTo>
                    <a:pt x="576771" y="564714"/>
                    <a:pt x="584962" y="556533"/>
                    <a:pt x="585026" y="546412"/>
                  </a:cubicBezTo>
                  <a:cubicBezTo>
                    <a:pt x="585026" y="546367"/>
                    <a:pt x="585026" y="546330"/>
                    <a:pt x="585026" y="546285"/>
                  </a:cubicBezTo>
                  <a:cubicBezTo>
                    <a:pt x="585026" y="536195"/>
                    <a:pt x="576835" y="528021"/>
                    <a:pt x="566738" y="528021"/>
                  </a:cubicBezTo>
                  <a:close/>
                  <a:moveTo>
                    <a:pt x="566738" y="254054"/>
                  </a:moveTo>
                  <a:cubicBezTo>
                    <a:pt x="556641" y="254054"/>
                    <a:pt x="548450" y="262228"/>
                    <a:pt x="548450" y="272318"/>
                  </a:cubicBezTo>
                  <a:cubicBezTo>
                    <a:pt x="548450" y="282408"/>
                    <a:pt x="556641" y="290583"/>
                    <a:pt x="566738" y="290583"/>
                  </a:cubicBezTo>
                  <a:cubicBezTo>
                    <a:pt x="576835" y="290583"/>
                    <a:pt x="585026" y="282408"/>
                    <a:pt x="585026" y="272318"/>
                  </a:cubicBezTo>
                  <a:cubicBezTo>
                    <a:pt x="584899" y="262304"/>
                    <a:pt x="576771" y="254244"/>
                    <a:pt x="566738" y="254244"/>
                  </a:cubicBezTo>
                  <a:close/>
                  <a:moveTo>
                    <a:pt x="566738" y="345376"/>
                  </a:moveTo>
                  <a:cubicBezTo>
                    <a:pt x="556641" y="345376"/>
                    <a:pt x="548450" y="353551"/>
                    <a:pt x="548450" y="363640"/>
                  </a:cubicBezTo>
                  <a:cubicBezTo>
                    <a:pt x="548450" y="373730"/>
                    <a:pt x="556641" y="381905"/>
                    <a:pt x="566738" y="381905"/>
                  </a:cubicBezTo>
                  <a:cubicBezTo>
                    <a:pt x="576835" y="381905"/>
                    <a:pt x="585026" y="373730"/>
                    <a:pt x="585026" y="363640"/>
                  </a:cubicBezTo>
                  <a:cubicBezTo>
                    <a:pt x="585026" y="353551"/>
                    <a:pt x="576835" y="345376"/>
                    <a:pt x="566738" y="345376"/>
                  </a:cubicBezTo>
                  <a:close/>
                  <a:moveTo>
                    <a:pt x="566738" y="436698"/>
                  </a:moveTo>
                  <a:cubicBezTo>
                    <a:pt x="556641" y="436698"/>
                    <a:pt x="548450" y="444873"/>
                    <a:pt x="548450" y="454963"/>
                  </a:cubicBezTo>
                  <a:cubicBezTo>
                    <a:pt x="548450" y="465053"/>
                    <a:pt x="556641" y="473227"/>
                    <a:pt x="566738" y="473227"/>
                  </a:cubicBezTo>
                  <a:cubicBezTo>
                    <a:pt x="576835" y="473227"/>
                    <a:pt x="585026" y="465053"/>
                    <a:pt x="585026" y="454963"/>
                  </a:cubicBezTo>
                  <a:cubicBezTo>
                    <a:pt x="585026" y="444873"/>
                    <a:pt x="576835" y="436698"/>
                    <a:pt x="566738" y="436698"/>
                  </a:cubicBezTo>
                  <a:close/>
                  <a:moveTo>
                    <a:pt x="338138" y="299715"/>
                  </a:moveTo>
                  <a:cubicBezTo>
                    <a:pt x="328041" y="299715"/>
                    <a:pt x="319849" y="307890"/>
                    <a:pt x="319849" y="317979"/>
                  </a:cubicBezTo>
                  <a:cubicBezTo>
                    <a:pt x="319849" y="328069"/>
                    <a:pt x="328041" y="336244"/>
                    <a:pt x="338138" y="336244"/>
                  </a:cubicBezTo>
                  <a:cubicBezTo>
                    <a:pt x="348235" y="336244"/>
                    <a:pt x="356426" y="328069"/>
                    <a:pt x="356426" y="317979"/>
                  </a:cubicBezTo>
                  <a:cubicBezTo>
                    <a:pt x="356426" y="307890"/>
                    <a:pt x="348235" y="299715"/>
                    <a:pt x="338138" y="299715"/>
                  </a:cubicBezTo>
                  <a:close/>
                  <a:moveTo>
                    <a:pt x="292418" y="16616"/>
                  </a:moveTo>
                  <a:cubicBezTo>
                    <a:pt x="301879" y="16590"/>
                    <a:pt x="309753" y="9392"/>
                    <a:pt x="310579" y="0"/>
                  </a:cubicBezTo>
                  <a:lnTo>
                    <a:pt x="274193" y="0"/>
                  </a:lnTo>
                  <a:cubicBezTo>
                    <a:pt x="275019" y="9443"/>
                    <a:pt x="282956" y="16679"/>
                    <a:pt x="292418" y="16616"/>
                  </a:cubicBezTo>
                  <a:close/>
                  <a:moveTo>
                    <a:pt x="200978" y="16616"/>
                  </a:moveTo>
                  <a:cubicBezTo>
                    <a:pt x="210439" y="16590"/>
                    <a:pt x="218313" y="9392"/>
                    <a:pt x="219139" y="0"/>
                  </a:cubicBezTo>
                  <a:lnTo>
                    <a:pt x="182880" y="0"/>
                  </a:lnTo>
                  <a:cubicBezTo>
                    <a:pt x="183642" y="9392"/>
                    <a:pt x="191516" y="16616"/>
                    <a:pt x="200978" y="16616"/>
                  </a:cubicBezTo>
                  <a:close/>
                  <a:moveTo>
                    <a:pt x="109538" y="16616"/>
                  </a:moveTo>
                  <a:cubicBezTo>
                    <a:pt x="119000" y="16590"/>
                    <a:pt x="126874" y="9392"/>
                    <a:pt x="127699" y="0"/>
                  </a:cubicBezTo>
                  <a:lnTo>
                    <a:pt x="91440" y="0"/>
                  </a:lnTo>
                  <a:cubicBezTo>
                    <a:pt x="92266" y="9380"/>
                    <a:pt x="100140" y="16584"/>
                    <a:pt x="109538" y="16616"/>
                  </a:cubicBezTo>
                  <a:close/>
                  <a:moveTo>
                    <a:pt x="383858" y="16616"/>
                  </a:moveTo>
                  <a:cubicBezTo>
                    <a:pt x="393319" y="16590"/>
                    <a:pt x="401193" y="9392"/>
                    <a:pt x="402019" y="0"/>
                  </a:cubicBezTo>
                  <a:lnTo>
                    <a:pt x="365761" y="0"/>
                  </a:lnTo>
                  <a:cubicBezTo>
                    <a:pt x="366523" y="9392"/>
                    <a:pt x="374397" y="16616"/>
                    <a:pt x="383858" y="16616"/>
                  </a:cubicBezTo>
                  <a:close/>
                  <a:moveTo>
                    <a:pt x="63818" y="25748"/>
                  </a:moveTo>
                  <a:cubicBezTo>
                    <a:pt x="53722" y="25748"/>
                    <a:pt x="45530" y="33922"/>
                    <a:pt x="45530" y="44012"/>
                  </a:cubicBezTo>
                  <a:cubicBezTo>
                    <a:pt x="45530" y="54102"/>
                    <a:pt x="53722" y="62277"/>
                    <a:pt x="63818" y="62277"/>
                  </a:cubicBezTo>
                  <a:cubicBezTo>
                    <a:pt x="73914" y="62277"/>
                    <a:pt x="82106" y="54102"/>
                    <a:pt x="82106" y="44012"/>
                  </a:cubicBezTo>
                  <a:cubicBezTo>
                    <a:pt x="81979" y="33998"/>
                    <a:pt x="73851" y="25938"/>
                    <a:pt x="63818" y="25938"/>
                  </a:cubicBezTo>
                  <a:close/>
                  <a:moveTo>
                    <a:pt x="63818" y="117070"/>
                  </a:moveTo>
                  <a:cubicBezTo>
                    <a:pt x="57341" y="117121"/>
                    <a:pt x="51436" y="120539"/>
                    <a:pt x="48133" y="126076"/>
                  </a:cubicBezTo>
                  <a:lnTo>
                    <a:pt x="65913" y="153409"/>
                  </a:lnTo>
                  <a:cubicBezTo>
                    <a:pt x="75947" y="152699"/>
                    <a:pt x="83503" y="143991"/>
                    <a:pt x="82804" y="133965"/>
                  </a:cubicBezTo>
                  <a:cubicBezTo>
                    <a:pt x="82106" y="124129"/>
                    <a:pt x="73661" y="116633"/>
                    <a:pt x="63818" y="117070"/>
                  </a:cubicBezTo>
                  <a:close/>
                  <a:moveTo>
                    <a:pt x="475298" y="16616"/>
                  </a:moveTo>
                  <a:cubicBezTo>
                    <a:pt x="484760" y="16590"/>
                    <a:pt x="492634" y="9392"/>
                    <a:pt x="493459" y="0"/>
                  </a:cubicBezTo>
                  <a:lnTo>
                    <a:pt x="457200" y="0"/>
                  </a:lnTo>
                  <a:cubicBezTo>
                    <a:pt x="457962" y="9392"/>
                    <a:pt x="465837" y="16616"/>
                    <a:pt x="475298" y="16616"/>
                  </a:cubicBezTo>
                  <a:close/>
                  <a:moveTo>
                    <a:pt x="18098" y="71409"/>
                  </a:moveTo>
                  <a:cubicBezTo>
                    <a:pt x="16511" y="71447"/>
                    <a:pt x="14923" y="71682"/>
                    <a:pt x="13399" y="72107"/>
                  </a:cubicBezTo>
                  <a:cubicBezTo>
                    <a:pt x="19749" y="81746"/>
                    <a:pt x="26099" y="91513"/>
                    <a:pt x="32449" y="101279"/>
                  </a:cubicBezTo>
                  <a:cubicBezTo>
                    <a:pt x="35179" y="98038"/>
                    <a:pt x="36703" y="93922"/>
                    <a:pt x="36703" y="89673"/>
                  </a:cubicBezTo>
                  <a:cubicBezTo>
                    <a:pt x="36703" y="79584"/>
                    <a:pt x="28512" y="71409"/>
                    <a:pt x="18415" y="71409"/>
                  </a:cubicBezTo>
                  <a:cubicBezTo>
                    <a:pt x="18288" y="71409"/>
                    <a:pt x="18224" y="71409"/>
                    <a:pt x="18098" y="71409"/>
                  </a:cubicBezTo>
                  <a:close/>
                  <a:moveTo>
                    <a:pt x="36259" y="0"/>
                  </a:moveTo>
                  <a:lnTo>
                    <a:pt x="0" y="0"/>
                  </a:lnTo>
                  <a:cubicBezTo>
                    <a:pt x="1016" y="10001"/>
                    <a:pt x="9970" y="17275"/>
                    <a:pt x="20003" y="16248"/>
                  </a:cubicBezTo>
                  <a:cubicBezTo>
                    <a:pt x="28575" y="15366"/>
                    <a:pt x="35370" y="8580"/>
                    <a:pt x="36259" y="0"/>
                  </a:cubicBezTo>
                  <a:close/>
                  <a:moveTo>
                    <a:pt x="1115378" y="16616"/>
                  </a:moveTo>
                  <a:cubicBezTo>
                    <a:pt x="1124839" y="16616"/>
                    <a:pt x="1132713" y="9392"/>
                    <a:pt x="1133475" y="0"/>
                  </a:cubicBezTo>
                  <a:lnTo>
                    <a:pt x="1097280" y="0"/>
                  </a:lnTo>
                  <a:cubicBezTo>
                    <a:pt x="1098042" y="9392"/>
                    <a:pt x="1105916" y="16616"/>
                    <a:pt x="1115378" y="16616"/>
                  </a:cubicBezTo>
                  <a:close/>
                  <a:moveTo>
                    <a:pt x="1023938" y="16616"/>
                  </a:moveTo>
                  <a:cubicBezTo>
                    <a:pt x="1033400" y="16616"/>
                    <a:pt x="1041274" y="9392"/>
                    <a:pt x="1042036" y="0"/>
                  </a:cubicBezTo>
                  <a:lnTo>
                    <a:pt x="1005840" y="0"/>
                  </a:lnTo>
                  <a:cubicBezTo>
                    <a:pt x="1006602" y="9392"/>
                    <a:pt x="1014476" y="16616"/>
                    <a:pt x="1023938" y="16616"/>
                  </a:cubicBezTo>
                  <a:close/>
                  <a:moveTo>
                    <a:pt x="932498" y="16616"/>
                  </a:moveTo>
                  <a:cubicBezTo>
                    <a:pt x="941960" y="16616"/>
                    <a:pt x="949834" y="9392"/>
                    <a:pt x="950595" y="0"/>
                  </a:cubicBezTo>
                  <a:lnTo>
                    <a:pt x="914400" y="0"/>
                  </a:lnTo>
                  <a:cubicBezTo>
                    <a:pt x="915162" y="9392"/>
                    <a:pt x="923037" y="16616"/>
                    <a:pt x="932498" y="16616"/>
                  </a:cubicBezTo>
                  <a:close/>
                  <a:moveTo>
                    <a:pt x="109538" y="162478"/>
                  </a:moveTo>
                  <a:cubicBezTo>
                    <a:pt x="99441" y="162478"/>
                    <a:pt x="91249" y="170652"/>
                    <a:pt x="91249" y="180742"/>
                  </a:cubicBezTo>
                  <a:cubicBezTo>
                    <a:pt x="91249" y="190832"/>
                    <a:pt x="99441" y="199007"/>
                    <a:pt x="109538" y="199007"/>
                  </a:cubicBezTo>
                  <a:cubicBezTo>
                    <a:pt x="119635" y="199007"/>
                    <a:pt x="127826" y="190832"/>
                    <a:pt x="127826" y="180742"/>
                  </a:cubicBezTo>
                  <a:cubicBezTo>
                    <a:pt x="127699" y="170754"/>
                    <a:pt x="119571" y="162731"/>
                    <a:pt x="109538" y="162731"/>
                  </a:cubicBezTo>
                  <a:close/>
                  <a:moveTo>
                    <a:pt x="566738" y="16616"/>
                  </a:moveTo>
                  <a:cubicBezTo>
                    <a:pt x="576200" y="16590"/>
                    <a:pt x="584074" y="9392"/>
                    <a:pt x="584899" y="0"/>
                  </a:cubicBezTo>
                  <a:lnTo>
                    <a:pt x="548640" y="0"/>
                  </a:lnTo>
                  <a:cubicBezTo>
                    <a:pt x="549402" y="9392"/>
                    <a:pt x="557276" y="16616"/>
                    <a:pt x="566738" y="16616"/>
                  </a:cubicBezTo>
                  <a:close/>
                  <a:moveTo>
                    <a:pt x="1206818" y="16616"/>
                  </a:moveTo>
                  <a:cubicBezTo>
                    <a:pt x="1216279" y="16616"/>
                    <a:pt x="1224153" y="9392"/>
                    <a:pt x="1224915" y="0"/>
                  </a:cubicBezTo>
                  <a:lnTo>
                    <a:pt x="1188593" y="0"/>
                  </a:lnTo>
                  <a:cubicBezTo>
                    <a:pt x="1189419" y="9443"/>
                    <a:pt x="1197356" y="16679"/>
                    <a:pt x="1206818" y="16616"/>
                  </a:cubicBezTo>
                  <a:close/>
                  <a:moveTo>
                    <a:pt x="841058" y="16616"/>
                  </a:moveTo>
                  <a:cubicBezTo>
                    <a:pt x="850519" y="16616"/>
                    <a:pt x="858393" y="9392"/>
                    <a:pt x="859155" y="0"/>
                  </a:cubicBezTo>
                  <a:lnTo>
                    <a:pt x="822961" y="0"/>
                  </a:lnTo>
                  <a:cubicBezTo>
                    <a:pt x="823723" y="9392"/>
                    <a:pt x="831597" y="16616"/>
                    <a:pt x="841058" y="16616"/>
                  </a:cubicBezTo>
                  <a:close/>
                  <a:moveTo>
                    <a:pt x="658178" y="16616"/>
                  </a:moveTo>
                  <a:cubicBezTo>
                    <a:pt x="667639" y="16590"/>
                    <a:pt x="675513" y="9392"/>
                    <a:pt x="676339" y="0"/>
                  </a:cubicBezTo>
                  <a:lnTo>
                    <a:pt x="640080" y="0"/>
                  </a:lnTo>
                  <a:cubicBezTo>
                    <a:pt x="640842" y="9392"/>
                    <a:pt x="648716" y="16616"/>
                    <a:pt x="658178" y="16616"/>
                  </a:cubicBezTo>
                  <a:close/>
                  <a:moveTo>
                    <a:pt x="749618" y="16616"/>
                  </a:moveTo>
                  <a:cubicBezTo>
                    <a:pt x="759079" y="16616"/>
                    <a:pt x="766953" y="9392"/>
                    <a:pt x="767715" y="0"/>
                  </a:cubicBezTo>
                  <a:lnTo>
                    <a:pt x="731393" y="0"/>
                  </a:lnTo>
                  <a:cubicBezTo>
                    <a:pt x="732219" y="9443"/>
                    <a:pt x="740156" y="16679"/>
                    <a:pt x="749618" y="16616"/>
                  </a:cubicBezTo>
                  <a:close/>
                  <a:moveTo>
                    <a:pt x="200978" y="71409"/>
                  </a:moveTo>
                  <a:cubicBezTo>
                    <a:pt x="190881" y="71409"/>
                    <a:pt x="182690" y="79584"/>
                    <a:pt x="182690" y="89673"/>
                  </a:cubicBezTo>
                  <a:cubicBezTo>
                    <a:pt x="182690" y="99763"/>
                    <a:pt x="190881" y="107938"/>
                    <a:pt x="200978" y="107938"/>
                  </a:cubicBezTo>
                  <a:cubicBezTo>
                    <a:pt x="211075" y="107938"/>
                    <a:pt x="219266" y="99763"/>
                    <a:pt x="219266" y="89673"/>
                  </a:cubicBezTo>
                  <a:cubicBezTo>
                    <a:pt x="219266" y="79584"/>
                    <a:pt x="211075" y="71409"/>
                    <a:pt x="200978" y="71409"/>
                  </a:cubicBezTo>
                  <a:close/>
                  <a:moveTo>
                    <a:pt x="292418" y="162731"/>
                  </a:moveTo>
                  <a:cubicBezTo>
                    <a:pt x="282322" y="162731"/>
                    <a:pt x="274130" y="170906"/>
                    <a:pt x="274130" y="180996"/>
                  </a:cubicBezTo>
                  <a:cubicBezTo>
                    <a:pt x="274130" y="191086"/>
                    <a:pt x="282322" y="199260"/>
                    <a:pt x="292418" y="199260"/>
                  </a:cubicBezTo>
                  <a:cubicBezTo>
                    <a:pt x="302514" y="199260"/>
                    <a:pt x="310706" y="191086"/>
                    <a:pt x="310706" y="180996"/>
                  </a:cubicBezTo>
                  <a:cubicBezTo>
                    <a:pt x="310706" y="170906"/>
                    <a:pt x="302514" y="162731"/>
                    <a:pt x="292418" y="162731"/>
                  </a:cubicBezTo>
                  <a:close/>
                  <a:moveTo>
                    <a:pt x="292418" y="71409"/>
                  </a:moveTo>
                  <a:cubicBezTo>
                    <a:pt x="282322" y="71409"/>
                    <a:pt x="274130" y="79584"/>
                    <a:pt x="274130" y="89673"/>
                  </a:cubicBezTo>
                  <a:cubicBezTo>
                    <a:pt x="274130" y="99763"/>
                    <a:pt x="282322" y="107938"/>
                    <a:pt x="292418" y="107938"/>
                  </a:cubicBezTo>
                  <a:cubicBezTo>
                    <a:pt x="302514" y="107938"/>
                    <a:pt x="310706" y="99763"/>
                    <a:pt x="310706" y="89673"/>
                  </a:cubicBezTo>
                  <a:cubicBezTo>
                    <a:pt x="310706" y="79584"/>
                    <a:pt x="302514" y="71409"/>
                    <a:pt x="292418" y="71409"/>
                  </a:cubicBezTo>
                  <a:close/>
                  <a:moveTo>
                    <a:pt x="292418" y="254054"/>
                  </a:moveTo>
                  <a:cubicBezTo>
                    <a:pt x="282322" y="254054"/>
                    <a:pt x="274130" y="262228"/>
                    <a:pt x="274130" y="272318"/>
                  </a:cubicBezTo>
                  <a:cubicBezTo>
                    <a:pt x="274130" y="282408"/>
                    <a:pt x="282322" y="290583"/>
                    <a:pt x="292418" y="290583"/>
                  </a:cubicBezTo>
                  <a:cubicBezTo>
                    <a:pt x="302514" y="290583"/>
                    <a:pt x="310706" y="282408"/>
                    <a:pt x="310706" y="272318"/>
                  </a:cubicBezTo>
                  <a:cubicBezTo>
                    <a:pt x="310579" y="262304"/>
                    <a:pt x="302451" y="254244"/>
                    <a:pt x="292418" y="254244"/>
                  </a:cubicBezTo>
                  <a:close/>
                  <a:moveTo>
                    <a:pt x="292418" y="345376"/>
                  </a:moveTo>
                  <a:cubicBezTo>
                    <a:pt x="282322" y="345376"/>
                    <a:pt x="274130" y="353551"/>
                    <a:pt x="274130" y="363640"/>
                  </a:cubicBezTo>
                  <a:cubicBezTo>
                    <a:pt x="274130" y="373730"/>
                    <a:pt x="282322" y="381905"/>
                    <a:pt x="292418" y="381905"/>
                  </a:cubicBezTo>
                  <a:cubicBezTo>
                    <a:pt x="302514" y="381905"/>
                    <a:pt x="310706" y="373730"/>
                    <a:pt x="310706" y="363640"/>
                  </a:cubicBezTo>
                  <a:cubicBezTo>
                    <a:pt x="310706" y="353551"/>
                    <a:pt x="302514" y="345376"/>
                    <a:pt x="292418" y="345376"/>
                  </a:cubicBezTo>
                  <a:close/>
                  <a:moveTo>
                    <a:pt x="338138" y="208392"/>
                  </a:moveTo>
                  <a:cubicBezTo>
                    <a:pt x="328041" y="208392"/>
                    <a:pt x="319849" y="216567"/>
                    <a:pt x="319849" y="226657"/>
                  </a:cubicBezTo>
                  <a:cubicBezTo>
                    <a:pt x="319849" y="236747"/>
                    <a:pt x="328041" y="244921"/>
                    <a:pt x="338138" y="244921"/>
                  </a:cubicBezTo>
                  <a:cubicBezTo>
                    <a:pt x="348235" y="244921"/>
                    <a:pt x="356426" y="236747"/>
                    <a:pt x="356426" y="226657"/>
                  </a:cubicBezTo>
                  <a:cubicBezTo>
                    <a:pt x="356426" y="216567"/>
                    <a:pt x="348235" y="208392"/>
                    <a:pt x="338138" y="208392"/>
                  </a:cubicBezTo>
                  <a:close/>
                  <a:moveTo>
                    <a:pt x="109538" y="71409"/>
                  </a:moveTo>
                  <a:cubicBezTo>
                    <a:pt x="99441" y="71409"/>
                    <a:pt x="91249" y="79584"/>
                    <a:pt x="91249" y="89673"/>
                  </a:cubicBezTo>
                  <a:cubicBezTo>
                    <a:pt x="91249" y="99763"/>
                    <a:pt x="99441" y="107938"/>
                    <a:pt x="109538" y="107938"/>
                  </a:cubicBezTo>
                  <a:cubicBezTo>
                    <a:pt x="119635" y="107938"/>
                    <a:pt x="127826" y="99763"/>
                    <a:pt x="127826" y="89673"/>
                  </a:cubicBezTo>
                  <a:cubicBezTo>
                    <a:pt x="127826" y="79584"/>
                    <a:pt x="119635" y="71409"/>
                    <a:pt x="109538" y="71409"/>
                  </a:cubicBezTo>
                  <a:close/>
                  <a:moveTo>
                    <a:pt x="246698" y="25748"/>
                  </a:moveTo>
                  <a:cubicBezTo>
                    <a:pt x="236601" y="25748"/>
                    <a:pt x="228410" y="33922"/>
                    <a:pt x="228410" y="44012"/>
                  </a:cubicBezTo>
                  <a:cubicBezTo>
                    <a:pt x="228410" y="54102"/>
                    <a:pt x="236601" y="62277"/>
                    <a:pt x="246698" y="62277"/>
                  </a:cubicBezTo>
                  <a:cubicBezTo>
                    <a:pt x="256794" y="62277"/>
                    <a:pt x="264986" y="54102"/>
                    <a:pt x="264986" y="44012"/>
                  </a:cubicBezTo>
                  <a:cubicBezTo>
                    <a:pt x="264859" y="33998"/>
                    <a:pt x="256731" y="25938"/>
                    <a:pt x="246698" y="25938"/>
                  </a:cubicBezTo>
                  <a:close/>
                  <a:moveTo>
                    <a:pt x="338138" y="117070"/>
                  </a:moveTo>
                  <a:cubicBezTo>
                    <a:pt x="328041" y="117070"/>
                    <a:pt x="319849" y="125245"/>
                    <a:pt x="319849" y="135335"/>
                  </a:cubicBezTo>
                  <a:cubicBezTo>
                    <a:pt x="319849" y="145424"/>
                    <a:pt x="328041" y="153599"/>
                    <a:pt x="338138" y="153599"/>
                  </a:cubicBezTo>
                  <a:cubicBezTo>
                    <a:pt x="348235" y="153599"/>
                    <a:pt x="356426" y="145424"/>
                    <a:pt x="356426" y="135335"/>
                  </a:cubicBezTo>
                  <a:cubicBezTo>
                    <a:pt x="356426" y="125245"/>
                    <a:pt x="348235" y="117070"/>
                    <a:pt x="338138" y="117070"/>
                  </a:cubicBezTo>
                  <a:close/>
                  <a:moveTo>
                    <a:pt x="658178" y="528021"/>
                  </a:moveTo>
                  <a:cubicBezTo>
                    <a:pt x="648018" y="527983"/>
                    <a:pt x="639826" y="536164"/>
                    <a:pt x="639763" y="546285"/>
                  </a:cubicBezTo>
                  <a:cubicBezTo>
                    <a:pt x="639700" y="556407"/>
                    <a:pt x="647891" y="564638"/>
                    <a:pt x="658051" y="564676"/>
                  </a:cubicBezTo>
                  <a:cubicBezTo>
                    <a:pt x="668211" y="564714"/>
                    <a:pt x="676402" y="556533"/>
                    <a:pt x="676466" y="546412"/>
                  </a:cubicBezTo>
                  <a:cubicBezTo>
                    <a:pt x="676466" y="546367"/>
                    <a:pt x="676466" y="546330"/>
                    <a:pt x="676466" y="546285"/>
                  </a:cubicBezTo>
                  <a:cubicBezTo>
                    <a:pt x="676466" y="536195"/>
                    <a:pt x="668275" y="528021"/>
                    <a:pt x="658178" y="528021"/>
                  </a:cubicBezTo>
                  <a:close/>
                  <a:moveTo>
                    <a:pt x="338138" y="391037"/>
                  </a:moveTo>
                  <a:cubicBezTo>
                    <a:pt x="328041" y="391037"/>
                    <a:pt x="319849" y="399212"/>
                    <a:pt x="319849" y="409302"/>
                  </a:cubicBezTo>
                  <a:cubicBezTo>
                    <a:pt x="319849" y="419391"/>
                    <a:pt x="328041" y="427566"/>
                    <a:pt x="338138" y="427566"/>
                  </a:cubicBezTo>
                  <a:cubicBezTo>
                    <a:pt x="348235" y="427566"/>
                    <a:pt x="356426" y="419391"/>
                    <a:pt x="356426" y="409302"/>
                  </a:cubicBezTo>
                  <a:cubicBezTo>
                    <a:pt x="356426" y="399212"/>
                    <a:pt x="348235" y="391037"/>
                    <a:pt x="338138" y="391037"/>
                  </a:cubicBezTo>
                  <a:close/>
                  <a:moveTo>
                    <a:pt x="155258" y="25748"/>
                  </a:moveTo>
                  <a:cubicBezTo>
                    <a:pt x="145162" y="25748"/>
                    <a:pt x="136970" y="33922"/>
                    <a:pt x="136970" y="44012"/>
                  </a:cubicBezTo>
                  <a:cubicBezTo>
                    <a:pt x="136970" y="54102"/>
                    <a:pt x="145162" y="62277"/>
                    <a:pt x="155258" y="62277"/>
                  </a:cubicBezTo>
                  <a:cubicBezTo>
                    <a:pt x="165354" y="62277"/>
                    <a:pt x="173546" y="54102"/>
                    <a:pt x="173546" y="44012"/>
                  </a:cubicBezTo>
                  <a:cubicBezTo>
                    <a:pt x="173419" y="33998"/>
                    <a:pt x="165291" y="25938"/>
                    <a:pt x="155258" y="25938"/>
                  </a:cubicBezTo>
                  <a:close/>
                  <a:moveTo>
                    <a:pt x="155258" y="117070"/>
                  </a:moveTo>
                  <a:cubicBezTo>
                    <a:pt x="145162" y="117070"/>
                    <a:pt x="136970" y="125245"/>
                    <a:pt x="136970" y="135335"/>
                  </a:cubicBezTo>
                  <a:cubicBezTo>
                    <a:pt x="136970" y="145424"/>
                    <a:pt x="145162" y="153599"/>
                    <a:pt x="155258" y="153599"/>
                  </a:cubicBezTo>
                  <a:cubicBezTo>
                    <a:pt x="165354" y="153599"/>
                    <a:pt x="173546" y="145424"/>
                    <a:pt x="173546" y="135335"/>
                  </a:cubicBezTo>
                  <a:cubicBezTo>
                    <a:pt x="173546" y="125245"/>
                    <a:pt x="165354" y="117070"/>
                    <a:pt x="155258" y="117070"/>
                  </a:cubicBezTo>
                  <a:close/>
                  <a:moveTo>
                    <a:pt x="200978" y="254054"/>
                  </a:moveTo>
                  <a:cubicBezTo>
                    <a:pt x="190881" y="254054"/>
                    <a:pt x="182690" y="262228"/>
                    <a:pt x="182690" y="272318"/>
                  </a:cubicBezTo>
                  <a:cubicBezTo>
                    <a:pt x="182690" y="282408"/>
                    <a:pt x="190881" y="290583"/>
                    <a:pt x="200978" y="290583"/>
                  </a:cubicBezTo>
                  <a:cubicBezTo>
                    <a:pt x="211075" y="290583"/>
                    <a:pt x="219266" y="282408"/>
                    <a:pt x="219266" y="272318"/>
                  </a:cubicBezTo>
                  <a:cubicBezTo>
                    <a:pt x="219139" y="262304"/>
                    <a:pt x="211011" y="254244"/>
                    <a:pt x="200978" y="254244"/>
                  </a:cubicBezTo>
                  <a:close/>
                  <a:moveTo>
                    <a:pt x="155258" y="208392"/>
                  </a:moveTo>
                  <a:cubicBezTo>
                    <a:pt x="145162" y="208392"/>
                    <a:pt x="136970" y="216567"/>
                    <a:pt x="136970" y="226657"/>
                  </a:cubicBezTo>
                  <a:cubicBezTo>
                    <a:pt x="136970" y="236747"/>
                    <a:pt x="145162" y="244921"/>
                    <a:pt x="155258" y="244921"/>
                  </a:cubicBezTo>
                  <a:cubicBezTo>
                    <a:pt x="165354" y="244921"/>
                    <a:pt x="173546" y="236747"/>
                    <a:pt x="173546" y="226657"/>
                  </a:cubicBezTo>
                  <a:cubicBezTo>
                    <a:pt x="173546" y="216567"/>
                    <a:pt x="165354" y="208392"/>
                    <a:pt x="155258" y="208392"/>
                  </a:cubicBezTo>
                  <a:close/>
                  <a:moveTo>
                    <a:pt x="200978" y="162731"/>
                  </a:moveTo>
                  <a:cubicBezTo>
                    <a:pt x="190881" y="162731"/>
                    <a:pt x="182690" y="170906"/>
                    <a:pt x="182690" y="180996"/>
                  </a:cubicBezTo>
                  <a:cubicBezTo>
                    <a:pt x="182690" y="191086"/>
                    <a:pt x="190881" y="199260"/>
                    <a:pt x="200978" y="199260"/>
                  </a:cubicBezTo>
                  <a:cubicBezTo>
                    <a:pt x="211075" y="199260"/>
                    <a:pt x="219266" y="191086"/>
                    <a:pt x="219266" y="180996"/>
                  </a:cubicBezTo>
                  <a:cubicBezTo>
                    <a:pt x="219266" y="170906"/>
                    <a:pt x="211075" y="162731"/>
                    <a:pt x="200978" y="162731"/>
                  </a:cubicBezTo>
                  <a:close/>
                  <a:moveTo>
                    <a:pt x="246698" y="208392"/>
                  </a:moveTo>
                  <a:cubicBezTo>
                    <a:pt x="236601" y="208392"/>
                    <a:pt x="228410" y="216567"/>
                    <a:pt x="228410" y="226657"/>
                  </a:cubicBezTo>
                  <a:cubicBezTo>
                    <a:pt x="228410" y="236747"/>
                    <a:pt x="236601" y="244921"/>
                    <a:pt x="246698" y="244921"/>
                  </a:cubicBezTo>
                  <a:cubicBezTo>
                    <a:pt x="256794" y="244921"/>
                    <a:pt x="264986" y="236747"/>
                    <a:pt x="264986" y="226657"/>
                  </a:cubicBezTo>
                  <a:cubicBezTo>
                    <a:pt x="264986" y="216567"/>
                    <a:pt x="256794" y="208392"/>
                    <a:pt x="246698" y="208392"/>
                  </a:cubicBezTo>
                  <a:close/>
                  <a:moveTo>
                    <a:pt x="246698" y="299715"/>
                  </a:moveTo>
                  <a:cubicBezTo>
                    <a:pt x="236601" y="299715"/>
                    <a:pt x="228410" y="307890"/>
                    <a:pt x="228410" y="317979"/>
                  </a:cubicBezTo>
                  <a:cubicBezTo>
                    <a:pt x="228410" y="328069"/>
                    <a:pt x="236601" y="336244"/>
                    <a:pt x="246698" y="336244"/>
                  </a:cubicBezTo>
                  <a:cubicBezTo>
                    <a:pt x="256794" y="336244"/>
                    <a:pt x="264986" y="328069"/>
                    <a:pt x="264986" y="317979"/>
                  </a:cubicBezTo>
                  <a:cubicBezTo>
                    <a:pt x="264986" y="307890"/>
                    <a:pt x="256794" y="299715"/>
                    <a:pt x="246698" y="299715"/>
                  </a:cubicBezTo>
                  <a:close/>
                  <a:moveTo>
                    <a:pt x="338138" y="25748"/>
                  </a:moveTo>
                  <a:cubicBezTo>
                    <a:pt x="328041" y="25748"/>
                    <a:pt x="319849" y="33922"/>
                    <a:pt x="319849" y="44012"/>
                  </a:cubicBezTo>
                  <a:cubicBezTo>
                    <a:pt x="319849" y="54102"/>
                    <a:pt x="328041" y="62277"/>
                    <a:pt x="338138" y="62277"/>
                  </a:cubicBezTo>
                  <a:cubicBezTo>
                    <a:pt x="348235" y="62277"/>
                    <a:pt x="356426" y="54102"/>
                    <a:pt x="356426" y="44012"/>
                  </a:cubicBezTo>
                  <a:cubicBezTo>
                    <a:pt x="356299" y="33998"/>
                    <a:pt x="348171" y="25938"/>
                    <a:pt x="338138" y="25938"/>
                  </a:cubicBezTo>
                  <a:close/>
                  <a:moveTo>
                    <a:pt x="246698" y="117070"/>
                  </a:moveTo>
                  <a:cubicBezTo>
                    <a:pt x="236601" y="117070"/>
                    <a:pt x="228410" y="125245"/>
                    <a:pt x="228410" y="135335"/>
                  </a:cubicBezTo>
                  <a:cubicBezTo>
                    <a:pt x="228410" y="145424"/>
                    <a:pt x="236601" y="153599"/>
                    <a:pt x="246698" y="153599"/>
                  </a:cubicBezTo>
                  <a:cubicBezTo>
                    <a:pt x="256794" y="153599"/>
                    <a:pt x="264986" y="145424"/>
                    <a:pt x="264986" y="135335"/>
                  </a:cubicBezTo>
                  <a:cubicBezTo>
                    <a:pt x="264986" y="125245"/>
                    <a:pt x="256794" y="117070"/>
                    <a:pt x="246698" y="117070"/>
                  </a:cubicBezTo>
                  <a:close/>
                  <a:moveTo>
                    <a:pt x="1023938" y="345376"/>
                  </a:moveTo>
                  <a:cubicBezTo>
                    <a:pt x="1013841" y="345376"/>
                    <a:pt x="1005650" y="353551"/>
                    <a:pt x="1005650" y="363640"/>
                  </a:cubicBezTo>
                  <a:cubicBezTo>
                    <a:pt x="1005650" y="373730"/>
                    <a:pt x="1013841" y="381905"/>
                    <a:pt x="1023938" y="381905"/>
                  </a:cubicBezTo>
                  <a:cubicBezTo>
                    <a:pt x="1034035" y="381905"/>
                    <a:pt x="1042226" y="373730"/>
                    <a:pt x="1042226" y="363640"/>
                  </a:cubicBezTo>
                  <a:cubicBezTo>
                    <a:pt x="1042226" y="353551"/>
                    <a:pt x="1034035" y="345376"/>
                    <a:pt x="1023938" y="345376"/>
                  </a:cubicBezTo>
                  <a:close/>
                  <a:moveTo>
                    <a:pt x="978218" y="25748"/>
                  </a:moveTo>
                  <a:cubicBezTo>
                    <a:pt x="968122" y="25748"/>
                    <a:pt x="959930" y="33922"/>
                    <a:pt x="959930" y="44012"/>
                  </a:cubicBezTo>
                  <a:cubicBezTo>
                    <a:pt x="959930" y="54102"/>
                    <a:pt x="968122" y="62277"/>
                    <a:pt x="978218" y="62277"/>
                  </a:cubicBezTo>
                  <a:cubicBezTo>
                    <a:pt x="988314" y="62277"/>
                    <a:pt x="996506" y="54102"/>
                    <a:pt x="996506" y="44012"/>
                  </a:cubicBezTo>
                  <a:cubicBezTo>
                    <a:pt x="996379" y="33998"/>
                    <a:pt x="988251" y="25938"/>
                    <a:pt x="978218" y="25938"/>
                  </a:cubicBezTo>
                  <a:close/>
                  <a:moveTo>
                    <a:pt x="1023938" y="436698"/>
                  </a:moveTo>
                  <a:cubicBezTo>
                    <a:pt x="1013841" y="436698"/>
                    <a:pt x="1005650" y="444873"/>
                    <a:pt x="1005650" y="454963"/>
                  </a:cubicBezTo>
                  <a:cubicBezTo>
                    <a:pt x="1005650" y="465053"/>
                    <a:pt x="1013841" y="473227"/>
                    <a:pt x="1023938" y="473227"/>
                  </a:cubicBezTo>
                  <a:cubicBezTo>
                    <a:pt x="1034035" y="473227"/>
                    <a:pt x="1042226" y="465053"/>
                    <a:pt x="1042226" y="454963"/>
                  </a:cubicBezTo>
                  <a:cubicBezTo>
                    <a:pt x="1042226" y="444873"/>
                    <a:pt x="1034035" y="436698"/>
                    <a:pt x="1023938" y="436698"/>
                  </a:cubicBezTo>
                  <a:close/>
                  <a:moveTo>
                    <a:pt x="978218" y="117070"/>
                  </a:moveTo>
                  <a:cubicBezTo>
                    <a:pt x="968122" y="117070"/>
                    <a:pt x="959930" y="125245"/>
                    <a:pt x="959930" y="135335"/>
                  </a:cubicBezTo>
                  <a:cubicBezTo>
                    <a:pt x="959930" y="145424"/>
                    <a:pt x="968122" y="153599"/>
                    <a:pt x="978218" y="153599"/>
                  </a:cubicBezTo>
                  <a:cubicBezTo>
                    <a:pt x="988314" y="153599"/>
                    <a:pt x="996506" y="145424"/>
                    <a:pt x="996506" y="135335"/>
                  </a:cubicBezTo>
                  <a:cubicBezTo>
                    <a:pt x="996506" y="125245"/>
                    <a:pt x="988314" y="117070"/>
                    <a:pt x="978218" y="117070"/>
                  </a:cubicBezTo>
                  <a:close/>
                  <a:moveTo>
                    <a:pt x="1069658" y="391037"/>
                  </a:moveTo>
                  <a:cubicBezTo>
                    <a:pt x="1059562" y="391037"/>
                    <a:pt x="1051370" y="399212"/>
                    <a:pt x="1051370" y="409302"/>
                  </a:cubicBezTo>
                  <a:cubicBezTo>
                    <a:pt x="1051370" y="419391"/>
                    <a:pt x="1059562" y="427566"/>
                    <a:pt x="1069658" y="427566"/>
                  </a:cubicBezTo>
                  <a:cubicBezTo>
                    <a:pt x="1079754" y="427566"/>
                    <a:pt x="1087946" y="419391"/>
                    <a:pt x="1087946" y="409302"/>
                  </a:cubicBezTo>
                  <a:cubicBezTo>
                    <a:pt x="1087946" y="399212"/>
                    <a:pt x="1079754" y="391037"/>
                    <a:pt x="1069658" y="391037"/>
                  </a:cubicBezTo>
                  <a:close/>
                  <a:moveTo>
                    <a:pt x="1023938" y="254054"/>
                  </a:moveTo>
                  <a:cubicBezTo>
                    <a:pt x="1013841" y="254054"/>
                    <a:pt x="1005650" y="262228"/>
                    <a:pt x="1005650" y="272318"/>
                  </a:cubicBezTo>
                  <a:cubicBezTo>
                    <a:pt x="1005650" y="282408"/>
                    <a:pt x="1013841" y="290583"/>
                    <a:pt x="1023938" y="290583"/>
                  </a:cubicBezTo>
                  <a:cubicBezTo>
                    <a:pt x="1034035" y="290583"/>
                    <a:pt x="1042226" y="282408"/>
                    <a:pt x="1042226" y="272318"/>
                  </a:cubicBezTo>
                  <a:cubicBezTo>
                    <a:pt x="1042099" y="262304"/>
                    <a:pt x="1033971" y="254244"/>
                    <a:pt x="1023938" y="254244"/>
                  </a:cubicBezTo>
                  <a:close/>
                  <a:moveTo>
                    <a:pt x="1023938" y="71409"/>
                  </a:moveTo>
                  <a:cubicBezTo>
                    <a:pt x="1013841" y="71409"/>
                    <a:pt x="1005650" y="79584"/>
                    <a:pt x="1005650" y="89673"/>
                  </a:cubicBezTo>
                  <a:cubicBezTo>
                    <a:pt x="1005650" y="99763"/>
                    <a:pt x="1013841" y="107938"/>
                    <a:pt x="1023938" y="107938"/>
                  </a:cubicBezTo>
                  <a:cubicBezTo>
                    <a:pt x="1034035" y="107938"/>
                    <a:pt x="1042226" y="99763"/>
                    <a:pt x="1042226" y="89673"/>
                  </a:cubicBezTo>
                  <a:cubicBezTo>
                    <a:pt x="1042226" y="79584"/>
                    <a:pt x="1034035" y="71409"/>
                    <a:pt x="1023938" y="71409"/>
                  </a:cubicBezTo>
                  <a:close/>
                  <a:moveTo>
                    <a:pt x="978218" y="208392"/>
                  </a:moveTo>
                  <a:cubicBezTo>
                    <a:pt x="968122" y="208392"/>
                    <a:pt x="959930" y="216567"/>
                    <a:pt x="959930" y="226657"/>
                  </a:cubicBezTo>
                  <a:cubicBezTo>
                    <a:pt x="959930" y="236747"/>
                    <a:pt x="968122" y="244921"/>
                    <a:pt x="978218" y="244921"/>
                  </a:cubicBezTo>
                  <a:cubicBezTo>
                    <a:pt x="988314" y="244921"/>
                    <a:pt x="996506" y="236747"/>
                    <a:pt x="996506" y="226657"/>
                  </a:cubicBezTo>
                  <a:cubicBezTo>
                    <a:pt x="996506" y="216567"/>
                    <a:pt x="988314" y="208392"/>
                    <a:pt x="978218" y="208392"/>
                  </a:cubicBezTo>
                  <a:close/>
                  <a:moveTo>
                    <a:pt x="1023938" y="162731"/>
                  </a:moveTo>
                  <a:cubicBezTo>
                    <a:pt x="1013841" y="162731"/>
                    <a:pt x="1005650" y="170906"/>
                    <a:pt x="1005650" y="180996"/>
                  </a:cubicBezTo>
                  <a:cubicBezTo>
                    <a:pt x="1005650" y="191086"/>
                    <a:pt x="1013841" y="199260"/>
                    <a:pt x="1023938" y="199260"/>
                  </a:cubicBezTo>
                  <a:cubicBezTo>
                    <a:pt x="1034035" y="199260"/>
                    <a:pt x="1042226" y="191086"/>
                    <a:pt x="1042226" y="180996"/>
                  </a:cubicBezTo>
                  <a:cubicBezTo>
                    <a:pt x="1042226" y="170906"/>
                    <a:pt x="1034035" y="162731"/>
                    <a:pt x="1023938" y="162731"/>
                  </a:cubicBezTo>
                  <a:close/>
                  <a:moveTo>
                    <a:pt x="932498" y="528021"/>
                  </a:moveTo>
                  <a:cubicBezTo>
                    <a:pt x="922338" y="527983"/>
                    <a:pt x="914147" y="536164"/>
                    <a:pt x="914083" y="546285"/>
                  </a:cubicBezTo>
                  <a:cubicBezTo>
                    <a:pt x="914019" y="556407"/>
                    <a:pt x="922211" y="564638"/>
                    <a:pt x="932371" y="564676"/>
                  </a:cubicBezTo>
                  <a:cubicBezTo>
                    <a:pt x="942531" y="564714"/>
                    <a:pt x="950723" y="556533"/>
                    <a:pt x="950786" y="546412"/>
                  </a:cubicBezTo>
                  <a:cubicBezTo>
                    <a:pt x="950786" y="546367"/>
                    <a:pt x="950786" y="546330"/>
                    <a:pt x="950786" y="546285"/>
                  </a:cubicBezTo>
                  <a:cubicBezTo>
                    <a:pt x="950786" y="536195"/>
                    <a:pt x="942594" y="528021"/>
                    <a:pt x="932498" y="528021"/>
                  </a:cubicBezTo>
                  <a:close/>
                  <a:moveTo>
                    <a:pt x="932498" y="436698"/>
                  </a:moveTo>
                  <a:cubicBezTo>
                    <a:pt x="922401" y="436698"/>
                    <a:pt x="914210" y="444873"/>
                    <a:pt x="914210" y="454963"/>
                  </a:cubicBezTo>
                  <a:cubicBezTo>
                    <a:pt x="914210" y="465053"/>
                    <a:pt x="922401" y="473227"/>
                    <a:pt x="932498" y="473227"/>
                  </a:cubicBezTo>
                  <a:cubicBezTo>
                    <a:pt x="942594" y="473227"/>
                    <a:pt x="950786" y="465053"/>
                    <a:pt x="950786" y="454963"/>
                  </a:cubicBezTo>
                  <a:cubicBezTo>
                    <a:pt x="950786" y="444873"/>
                    <a:pt x="942594" y="436698"/>
                    <a:pt x="932498" y="436698"/>
                  </a:cubicBezTo>
                  <a:close/>
                  <a:moveTo>
                    <a:pt x="932498" y="345376"/>
                  </a:moveTo>
                  <a:cubicBezTo>
                    <a:pt x="922401" y="345376"/>
                    <a:pt x="914210" y="353551"/>
                    <a:pt x="914210" y="363640"/>
                  </a:cubicBezTo>
                  <a:cubicBezTo>
                    <a:pt x="914210" y="373730"/>
                    <a:pt x="922401" y="381905"/>
                    <a:pt x="932498" y="381905"/>
                  </a:cubicBezTo>
                  <a:cubicBezTo>
                    <a:pt x="942594" y="381905"/>
                    <a:pt x="950786" y="373730"/>
                    <a:pt x="950786" y="363640"/>
                  </a:cubicBezTo>
                  <a:cubicBezTo>
                    <a:pt x="950786" y="353551"/>
                    <a:pt x="942594" y="345376"/>
                    <a:pt x="932498" y="345376"/>
                  </a:cubicBezTo>
                  <a:close/>
                  <a:moveTo>
                    <a:pt x="1069658" y="299715"/>
                  </a:moveTo>
                  <a:cubicBezTo>
                    <a:pt x="1059562" y="299715"/>
                    <a:pt x="1051370" y="307890"/>
                    <a:pt x="1051370" y="317979"/>
                  </a:cubicBezTo>
                  <a:cubicBezTo>
                    <a:pt x="1051370" y="328069"/>
                    <a:pt x="1059562" y="336244"/>
                    <a:pt x="1069658" y="336244"/>
                  </a:cubicBezTo>
                  <a:cubicBezTo>
                    <a:pt x="1079754" y="336244"/>
                    <a:pt x="1087946" y="328069"/>
                    <a:pt x="1087946" y="317979"/>
                  </a:cubicBezTo>
                  <a:cubicBezTo>
                    <a:pt x="1087946" y="307890"/>
                    <a:pt x="1079754" y="299715"/>
                    <a:pt x="1069658" y="299715"/>
                  </a:cubicBezTo>
                  <a:close/>
                  <a:moveTo>
                    <a:pt x="886778" y="25748"/>
                  </a:moveTo>
                  <a:cubicBezTo>
                    <a:pt x="876681" y="25748"/>
                    <a:pt x="868490" y="33922"/>
                    <a:pt x="868490" y="44012"/>
                  </a:cubicBezTo>
                  <a:cubicBezTo>
                    <a:pt x="868490" y="54102"/>
                    <a:pt x="876681" y="62277"/>
                    <a:pt x="886778" y="62277"/>
                  </a:cubicBezTo>
                  <a:cubicBezTo>
                    <a:pt x="896875" y="62277"/>
                    <a:pt x="905066" y="54102"/>
                    <a:pt x="905066" y="44012"/>
                  </a:cubicBezTo>
                  <a:cubicBezTo>
                    <a:pt x="904939" y="33998"/>
                    <a:pt x="896811" y="25938"/>
                    <a:pt x="886778" y="25938"/>
                  </a:cubicBezTo>
                  <a:close/>
                  <a:moveTo>
                    <a:pt x="932498" y="162731"/>
                  </a:moveTo>
                  <a:cubicBezTo>
                    <a:pt x="922401" y="162731"/>
                    <a:pt x="914210" y="170906"/>
                    <a:pt x="914210" y="180996"/>
                  </a:cubicBezTo>
                  <a:cubicBezTo>
                    <a:pt x="914210" y="191086"/>
                    <a:pt x="922401" y="199260"/>
                    <a:pt x="932498" y="199260"/>
                  </a:cubicBezTo>
                  <a:cubicBezTo>
                    <a:pt x="942594" y="199260"/>
                    <a:pt x="950786" y="191086"/>
                    <a:pt x="950786" y="180996"/>
                  </a:cubicBezTo>
                  <a:cubicBezTo>
                    <a:pt x="950786" y="170906"/>
                    <a:pt x="942594" y="162731"/>
                    <a:pt x="932498" y="162731"/>
                  </a:cubicBezTo>
                  <a:close/>
                  <a:moveTo>
                    <a:pt x="978218" y="482359"/>
                  </a:moveTo>
                  <a:cubicBezTo>
                    <a:pt x="968122" y="482359"/>
                    <a:pt x="959930" y="490534"/>
                    <a:pt x="959930" y="500624"/>
                  </a:cubicBezTo>
                  <a:cubicBezTo>
                    <a:pt x="959930" y="510714"/>
                    <a:pt x="968122" y="518888"/>
                    <a:pt x="978218" y="518888"/>
                  </a:cubicBezTo>
                  <a:cubicBezTo>
                    <a:pt x="988314" y="518888"/>
                    <a:pt x="996506" y="510714"/>
                    <a:pt x="996506" y="500624"/>
                  </a:cubicBezTo>
                  <a:cubicBezTo>
                    <a:pt x="996379" y="490610"/>
                    <a:pt x="988251" y="482550"/>
                    <a:pt x="978218" y="482550"/>
                  </a:cubicBezTo>
                  <a:close/>
                  <a:moveTo>
                    <a:pt x="978218" y="299715"/>
                  </a:moveTo>
                  <a:cubicBezTo>
                    <a:pt x="968122" y="299715"/>
                    <a:pt x="959930" y="307890"/>
                    <a:pt x="959930" y="317979"/>
                  </a:cubicBezTo>
                  <a:cubicBezTo>
                    <a:pt x="959930" y="328069"/>
                    <a:pt x="968122" y="336244"/>
                    <a:pt x="978218" y="336244"/>
                  </a:cubicBezTo>
                  <a:cubicBezTo>
                    <a:pt x="988314" y="336244"/>
                    <a:pt x="996506" y="328069"/>
                    <a:pt x="996506" y="317979"/>
                  </a:cubicBezTo>
                  <a:cubicBezTo>
                    <a:pt x="996506" y="307890"/>
                    <a:pt x="988314" y="299715"/>
                    <a:pt x="978218" y="299715"/>
                  </a:cubicBezTo>
                  <a:close/>
                  <a:moveTo>
                    <a:pt x="978218" y="391037"/>
                  </a:moveTo>
                  <a:cubicBezTo>
                    <a:pt x="968122" y="391037"/>
                    <a:pt x="959930" y="399212"/>
                    <a:pt x="959930" y="409302"/>
                  </a:cubicBezTo>
                  <a:cubicBezTo>
                    <a:pt x="959930" y="419391"/>
                    <a:pt x="968122" y="427566"/>
                    <a:pt x="978218" y="427566"/>
                  </a:cubicBezTo>
                  <a:cubicBezTo>
                    <a:pt x="988314" y="427566"/>
                    <a:pt x="996506" y="419391"/>
                    <a:pt x="996506" y="409302"/>
                  </a:cubicBezTo>
                  <a:cubicBezTo>
                    <a:pt x="996506" y="399212"/>
                    <a:pt x="988314" y="391037"/>
                    <a:pt x="978218" y="391037"/>
                  </a:cubicBezTo>
                  <a:close/>
                  <a:moveTo>
                    <a:pt x="932498" y="71409"/>
                  </a:moveTo>
                  <a:cubicBezTo>
                    <a:pt x="922401" y="71409"/>
                    <a:pt x="914210" y="79584"/>
                    <a:pt x="914210" y="89673"/>
                  </a:cubicBezTo>
                  <a:cubicBezTo>
                    <a:pt x="914210" y="99763"/>
                    <a:pt x="922401" y="107938"/>
                    <a:pt x="932498" y="107938"/>
                  </a:cubicBezTo>
                  <a:cubicBezTo>
                    <a:pt x="942594" y="107938"/>
                    <a:pt x="950786" y="99763"/>
                    <a:pt x="950786" y="89673"/>
                  </a:cubicBezTo>
                  <a:cubicBezTo>
                    <a:pt x="950786" y="79584"/>
                    <a:pt x="942594" y="71409"/>
                    <a:pt x="932498" y="71409"/>
                  </a:cubicBezTo>
                  <a:close/>
                  <a:moveTo>
                    <a:pt x="932498" y="254054"/>
                  </a:moveTo>
                  <a:cubicBezTo>
                    <a:pt x="922401" y="254054"/>
                    <a:pt x="914210" y="262228"/>
                    <a:pt x="914210" y="272318"/>
                  </a:cubicBezTo>
                  <a:cubicBezTo>
                    <a:pt x="914210" y="282408"/>
                    <a:pt x="922401" y="290583"/>
                    <a:pt x="932498" y="290583"/>
                  </a:cubicBezTo>
                  <a:cubicBezTo>
                    <a:pt x="942594" y="290583"/>
                    <a:pt x="950786" y="282408"/>
                    <a:pt x="950786" y="272318"/>
                  </a:cubicBezTo>
                  <a:cubicBezTo>
                    <a:pt x="950659" y="262304"/>
                    <a:pt x="942531" y="254244"/>
                    <a:pt x="932498" y="254244"/>
                  </a:cubicBezTo>
                  <a:close/>
                  <a:moveTo>
                    <a:pt x="1206818" y="162731"/>
                  </a:moveTo>
                  <a:cubicBezTo>
                    <a:pt x="1196722" y="162731"/>
                    <a:pt x="1188530" y="170906"/>
                    <a:pt x="1188530" y="180996"/>
                  </a:cubicBezTo>
                  <a:cubicBezTo>
                    <a:pt x="1188530" y="191086"/>
                    <a:pt x="1196722" y="199260"/>
                    <a:pt x="1206818" y="199260"/>
                  </a:cubicBezTo>
                  <a:cubicBezTo>
                    <a:pt x="1216914" y="199260"/>
                    <a:pt x="1225106" y="191086"/>
                    <a:pt x="1225106" y="180996"/>
                  </a:cubicBezTo>
                  <a:cubicBezTo>
                    <a:pt x="1225106" y="170906"/>
                    <a:pt x="1216914" y="162731"/>
                    <a:pt x="1206818" y="162731"/>
                  </a:cubicBezTo>
                  <a:close/>
                  <a:moveTo>
                    <a:pt x="1206818" y="71409"/>
                  </a:moveTo>
                  <a:cubicBezTo>
                    <a:pt x="1196722" y="71409"/>
                    <a:pt x="1188530" y="79584"/>
                    <a:pt x="1188530" y="89673"/>
                  </a:cubicBezTo>
                  <a:cubicBezTo>
                    <a:pt x="1188530" y="99763"/>
                    <a:pt x="1196722" y="107938"/>
                    <a:pt x="1206818" y="107938"/>
                  </a:cubicBezTo>
                  <a:cubicBezTo>
                    <a:pt x="1216914" y="107938"/>
                    <a:pt x="1225106" y="99763"/>
                    <a:pt x="1225106" y="89673"/>
                  </a:cubicBezTo>
                  <a:cubicBezTo>
                    <a:pt x="1225106" y="79584"/>
                    <a:pt x="1216914" y="71409"/>
                    <a:pt x="1206818" y="71409"/>
                  </a:cubicBezTo>
                  <a:close/>
                  <a:moveTo>
                    <a:pt x="1188593" y="272318"/>
                  </a:moveTo>
                  <a:cubicBezTo>
                    <a:pt x="1188593" y="276599"/>
                    <a:pt x="1190117" y="280734"/>
                    <a:pt x="1192912" y="283987"/>
                  </a:cubicBezTo>
                  <a:cubicBezTo>
                    <a:pt x="1198309" y="274221"/>
                    <a:pt x="1203706" y="264327"/>
                    <a:pt x="1209104" y="254307"/>
                  </a:cubicBezTo>
                  <a:cubicBezTo>
                    <a:pt x="1208342" y="254244"/>
                    <a:pt x="1207643" y="254244"/>
                    <a:pt x="1206881" y="254307"/>
                  </a:cubicBezTo>
                  <a:cubicBezTo>
                    <a:pt x="1196849" y="254307"/>
                    <a:pt x="1188721" y="262330"/>
                    <a:pt x="1188593" y="272318"/>
                  </a:cubicBezTo>
                  <a:close/>
                  <a:moveTo>
                    <a:pt x="658241" y="436698"/>
                  </a:moveTo>
                  <a:cubicBezTo>
                    <a:pt x="648145" y="436698"/>
                    <a:pt x="639953" y="444873"/>
                    <a:pt x="639953" y="454963"/>
                  </a:cubicBezTo>
                  <a:cubicBezTo>
                    <a:pt x="639953" y="465053"/>
                    <a:pt x="648145" y="473227"/>
                    <a:pt x="658241" y="473227"/>
                  </a:cubicBezTo>
                  <a:cubicBezTo>
                    <a:pt x="668338" y="473227"/>
                    <a:pt x="676529" y="465053"/>
                    <a:pt x="676529" y="454963"/>
                  </a:cubicBezTo>
                  <a:cubicBezTo>
                    <a:pt x="676529" y="444873"/>
                    <a:pt x="668338" y="436698"/>
                    <a:pt x="658241" y="436698"/>
                  </a:cubicBezTo>
                  <a:cubicBezTo>
                    <a:pt x="658241" y="436698"/>
                    <a:pt x="658178" y="436698"/>
                    <a:pt x="658178" y="436698"/>
                  </a:cubicBezTo>
                  <a:close/>
                  <a:moveTo>
                    <a:pt x="1161162" y="25748"/>
                  </a:moveTo>
                  <a:cubicBezTo>
                    <a:pt x="1151065" y="25748"/>
                    <a:pt x="1142874" y="33922"/>
                    <a:pt x="1142874" y="44012"/>
                  </a:cubicBezTo>
                  <a:cubicBezTo>
                    <a:pt x="1142874" y="54102"/>
                    <a:pt x="1151065" y="62277"/>
                    <a:pt x="1161162" y="62277"/>
                  </a:cubicBezTo>
                  <a:cubicBezTo>
                    <a:pt x="1171258" y="62277"/>
                    <a:pt x="1179450" y="54102"/>
                    <a:pt x="1179450" y="44012"/>
                  </a:cubicBezTo>
                  <a:cubicBezTo>
                    <a:pt x="1179323" y="33973"/>
                    <a:pt x="1171131" y="25900"/>
                    <a:pt x="1161098" y="25938"/>
                  </a:cubicBezTo>
                  <a:close/>
                  <a:moveTo>
                    <a:pt x="1280034" y="89673"/>
                  </a:moveTo>
                  <a:cubicBezTo>
                    <a:pt x="1280034" y="93859"/>
                    <a:pt x="1281494" y="97911"/>
                    <a:pt x="1284161" y="101152"/>
                  </a:cubicBezTo>
                  <a:cubicBezTo>
                    <a:pt x="1288606" y="91322"/>
                    <a:pt x="1293051" y="81493"/>
                    <a:pt x="1297432" y="71536"/>
                  </a:cubicBezTo>
                  <a:cubicBezTo>
                    <a:pt x="1287717" y="71942"/>
                    <a:pt x="1279970" y="79939"/>
                    <a:pt x="1279970" y="89673"/>
                  </a:cubicBezTo>
                  <a:close/>
                  <a:moveTo>
                    <a:pt x="1069722" y="208392"/>
                  </a:moveTo>
                  <a:cubicBezTo>
                    <a:pt x="1059625" y="208392"/>
                    <a:pt x="1051434" y="216567"/>
                    <a:pt x="1051434" y="226657"/>
                  </a:cubicBezTo>
                  <a:cubicBezTo>
                    <a:pt x="1051434" y="236747"/>
                    <a:pt x="1059625" y="244921"/>
                    <a:pt x="1069722" y="244921"/>
                  </a:cubicBezTo>
                  <a:cubicBezTo>
                    <a:pt x="1079818" y="244921"/>
                    <a:pt x="1088010" y="236747"/>
                    <a:pt x="1088010" y="226657"/>
                  </a:cubicBezTo>
                  <a:cubicBezTo>
                    <a:pt x="1088010" y="216567"/>
                    <a:pt x="1079818" y="208392"/>
                    <a:pt x="1069722" y="208392"/>
                  </a:cubicBezTo>
                  <a:cubicBezTo>
                    <a:pt x="1069722" y="208392"/>
                    <a:pt x="1069658" y="208392"/>
                    <a:pt x="1069658" y="208392"/>
                  </a:cubicBezTo>
                  <a:close/>
                  <a:moveTo>
                    <a:pt x="1252601" y="25748"/>
                  </a:moveTo>
                  <a:cubicBezTo>
                    <a:pt x="1242505" y="25748"/>
                    <a:pt x="1234313" y="33922"/>
                    <a:pt x="1234313" y="44012"/>
                  </a:cubicBezTo>
                  <a:cubicBezTo>
                    <a:pt x="1234313" y="54102"/>
                    <a:pt x="1242505" y="62277"/>
                    <a:pt x="1252601" y="62277"/>
                  </a:cubicBezTo>
                  <a:cubicBezTo>
                    <a:pt x="1262698" y="62277"/>
                    <a:pt x="1270889" y="54102"/>
                    <a:pt x="1270889" y="44012"/>
                  </a:cubicBezTo>
                  <a:cubicBezTo>
                    <a:pt x="1270762" y="33973"/>
                    <a:pt x="1262571" y="25900"/>
                    <a:pt x="1252538" y="25938"/>
                  </a:cubicBezTo>
                  <a:close/>
                  <a:moveTo>
                    <a:pt x="1252601" y="117070"/>
                  </a:moveTo>
                  <a:cubicBezTo>
                    <a:pt x="1242505" y="117070"/>
                    <a:pt x="1234313" y="125245"/>
                    <a:pt x="1234313" y="135335"/>
                  </a:cubicBezTo>
                  <a:cubicBezTo>
                    <a:pt x="1234313" y="145424"/>
                    <a:pt x="1242505" y="153599"/>
                    <a:pt x="1252601" y="153599"/>
                  </a:cubicBezTo>
                  <a:cubicBezTo>
                    <a:pt x="1255396" y="153574"/>
                    <a:pt x="1258189" y="152901"/>
                    <a:pt x="1260729" y="151633"/>
                  </a:cubicBezTo>
                  <a:cubicBezTo>
                    <a:pt x="1263904" y="144847"/>
                    <a:pt x="1267079" y="138062"/>
                    <a:pt x="1270318" y="131149"/>
                  </a:cubicBezTo>
                  <a:cubicBezTo>
                    <a:pt x="1268413" y="122879"/>
                    <a:pt x="1261047" y="117032"/>
                    <a:pt x="1252538" y="117070"/>
                  </a:cubicBezTo>
                  <a:close/>
                  <a:moveTo>
                    <a:pt x="1280224" y="0"/>
                  </a:moveTo>
                  <a:cubicBezTo>
                    <a:pt x="1281050" y="9982"/>
                    <a:pt x="1289812" y="17396"/>
                    <a:pt x="1299846" y="16558"/>
                  </a:cubicBezTo>
                  <a:cubicBezTo>
                    <a:pt x="1308672" y="15816"/>
                    <a:pt x="1315657" y="8821"/>
                    <a:pt x="1316419" y="0"/>
                  </a:cubicBezTo>
                  <a:close/>
                  <a:moveTo>
                    <a:pt x="1115124" y="345376"/>
                  </a:moveTo>
                  <a:cubicBezTo>
                    <a:pt x="1105027" y="345376"/>
                    <a:pt x="1096836" y="353551"/>
                    <a:pt x="1096836" y="363640"/>
                  </a:cubicBezTo>
                  <a:cubicBezTo>
                    <a:pt x="1096836" y="373730"/>
                    <a:pt x="1105027" y="381905"/>
                    <a:pt x="1115124" y="381905"/>
                  </a:cubicBezTo>
                  <a:cubicBezTo>
                    <a:pt x="1125221" y="381905"/>
                    <a:pt x="1133412" y="373730"/>
                    <a:pt x="1133412" y="363640"/>
                  </a:cubicBezTo>
                  <a:cubicBezTo>
                    <a:pt x="1133412" y="353652"/>
                    <a:pt x="1125411" y="345515"/>
                    <a:pt x="1115378" y="345376"/>
                  </a:cubicBezTo>
                  <a:close/>
                  <a:moveTo>
                    <a:pt x="1115124" y="254054"/>
                  </a:moveTo>
                  <a:cubicBezTo>
                    <a:pt x="1105027" y="254054"/>
                    <a:pt x="1096836" y="262228"/>
                    <a:pt x="1096836" y="272318"/>
                  </a:cubicBezTo>
                  <a:cubicBezTo>
                    <a:pt x="1096836" y="282408"/>
                    <a:pt x="1105027" y="290583"/>
                    <a:pt x="1115124" y="290583"/>
                  </a:cubicBezTo>
                  <a:cubicBezTo>
                    <a:pt x="1125221" y="290583"/>
                    <a:pt x="1133412" y="282408"/>
                    <a:pt x="1133412" y="272318"/>
                  </a:cubicBezTo>
                  <a:cubicBezTo>
                    <a:pt x="1133285" y="262406"/>
                    <a:pt x="1125284" y="254383"/>
                    <a:pt x="1115378" y="254244"/>
                  </a:cubicBezTo>
                  <a:close/>
                  <a:moveTo>
                    <a:pt x="1069404" y="25748"/>
                  </a:moveTo>
                  <a:cubicBezTo>
                    <a:pt x="1059307" y="25748"/>
                    <a:pt x="1051116" y="33922"/>
                    <a:pt x="1051116" y="44012"/>
                  </a:cubicBezTo>
                  <a:cubicBezTo>
                    <a:pt x="1051116" y="54102"/>
                    <a:pt x="1059307" y="62277"/>
                    <a:pt x="1069404" y="62277"/>
                  </a:cubicBezTo>
                  <a:cubicBezTo>
                    <a:pt x="1079500" y="62277"/>
                    <a:pt x="1087692" y="54102"/>
                    <a:pt x="1087692" y="44012"/>
                  </a:cubicBezTo>
                  <a:cubicBezTo>
                    <a:pt x="1087565" y="34100"/>
                    <a:pt x="1079564" y="26078"/>
                    <a:pt x="1069658" y="25938"/>
                  </a:cubicBezTo>
                  <a:close/>
                  <a:moveTo>
                    <a:pt x="1069404" y="117070"/>
                  </a:moveTo>
                  <a:cubicBezTo>
                    <a:pt x="1059307" y="117070"/>
                    <a:pt x="1051116" y="125245"/>
                    <a:pt x="1051116" y="135335"/>
                  </a:cubicBezTo>
                  <a:cubicBezTo>
                    <a:pt x="1051116" y="145424"/>
                    <a:pt x="1059307" y="153599"/>
                    <a:pt x="1069404" y="153599"/>
                  </a:cubicBezTo>
                  <a:cubicBezTo>
                    <a:pt x="1079500" y="153599"/>
                    <a:pt x="1087692" y="145424"/>
                    <a:pt x="1087692" y="135335"/>
                  </a:cubicBezTo>
                  <a:cubicBezTo>
                    <a:pt x="1087692" y="125346"/>
                    <a:pt x="1079627" y="117210"/>
                    <a:pt x="1069658" y="117070"/>
                  </a:cubicBezTo>
                  <a:close/>
                  <a:moveTo>
                    <a:pt x="1160844" y="299715"/>
                  </a:moveTo>
                  <a:cubicBezTo>
                    <a:pt x="1150748" y="299715"/>
                    <a:pt x="1142556" y="307890"/>
                    <a:pt x="1142556" y="317979"/>
                  </a:cubicBezTo>
                  <a:cubicBezTo>
                    <a:pt x="1142556" y="328069"/>
                    <a:pt x="1150748" y="336244"/>
                    <a:pt x="1160844" y="336244"/>
                  </a:cubicBezTo>
                  <a:lnTo>
                    <a:pt x="1162495" y="336244"/>
                  </a:lnTo>
                  <a:cubicBezTo>
                    <a:pt x="1167512" y="327790"/>
                    <a:pt x="1172528" y="319330"/>
                    <a:pt x="1177544" y="310876"/>
                  </a:cubicBezTo>
                  <a:cubicBezTo>
                    <a:pt x="1174750" y="304255"/>
                    <a:pt x="1168274" y="299892"/>
                    <a:pt x="1161098" y="299715"/>
                  </a:cubicBezTo>
                  <a:close/>
                  <a:moveTo>
                    <a:pt x="1160844" y="208392"/>
                  </a:moveTo>
                  <a:cubicBezTo>
                    <a:pt x="1150748" y="208392"/>
                    <a:pt x="1142556" y="216567"/>
                    <a:pt x="1142556" y="226657"/>
                  </a:cubicBezTo>
                  <a:cubicBezTo>
                    <a:pt x="1142556" y="236747"/>
                    <a:pt x="1150748" y="244921"/>
                    <a:pt x="1160844" y="244921"/>
                  </a:cubicBezTo>
                  <a:cubicBezTo>
                    <a:pt x="1170940" y="244921"/>
                    <a:pt x="1179132" y="236747"/>
                    <a:pt x="1179132" y="226657"/>
                  </a:cubicBezTo>
                  <a:cubicBezTo>
                    <a:pt x="1179132" y="216669"/>
                    <a:pt x="1171067" y="208532"/>
                    <a:pt x="1161098" y="208392"/>
                  </a:cubicBezTo>
                  <a:close/>
                  <a:moveTo>
                    <a:pt x="1115124" y="162731"/>
                  </a:moveTo>
                  <a:cubicBezTo>
                    <a:pt x="1105027" y="162731"/>
                    <a:pt x="1096836" y="170906"/>
                    <a:pt x="1096836" y="180996"/>
                  </a:cubicBezTo>
                  <a:cubicBezTo>
                    <a:pt x="1096836" y="191086"/>
                    <a:pt x="1105027" y="199260"/>
                    <a:pt x="1115124" y="199260"/>
                  </a:cubicBezTo>
                  <a:cubicBezTo>
                    <a:pt x="1125221" y="199260"/>
                    <a:pt x="1133412" y="191086"/>
                    <a:pt x="1133412" y="180996"/>
                  </a:cubicBezTo>
                  <a:cubicBezTo>
                    <a:pt x="1133412" y="171007"/>
                    <a:pt x="1125411" y="162871"/>
                    <a:pt x="1115378" y="162731"/>
                  </a:cubicBezTo>
                  <a:close/>
                  <a:moveTo>
                    <a:pt x="1115124" y="71409"/>
                  </a:moveTo>
                  <a:cubicBezTo>
                    <a:pt x="1105027" y="71409"/>
                    <a:pt x="1096836" y="79584"/>
                    <a:pt x="1096836" y="89673"/>
                  </a:cubicBezTo>
                  <a:cubicBezTo>
                    <a:pt x="1096836" y="99763"/>
                    <a:pt x="1105027" y="107938"/>
                    <a:pt x="1115124" y="107938"/>
                  </a:cubicBezTo>
                  <a:cubicBezTo>
                    <a:pt x="1125221" y="107938"/>
                    <a:pt x="1133412" y="99763"/>
                    <a:pt x="1133412" y="89673"/>
                  </a:cubicBezTo>
                  <a:cubicBezTo>
                    <a:pt x="1133412" y="79685"/>
                    <a:pt x="1125411" y="71548"/>
                    <a:pt x="1115378" y="71409"/>
                  </a:cubicBezTo>
                  <a:close/>
                  <a:moveTo>
                    <a:pt x="1160844" y="117070"/>
                  </a:moveTo>
                  <a:cubicBezTo>
                    <a:pt x="1150748" y="117070"/>
                    <a:pt x="1142556" y="125245"/>
                    <a:pt x="1142556" y="135335"/>
                  </a:cubicBezTo>
                  <a:cubicBezTo>
                    <a:pt x="1142556" y="145424"/>
                    <a:pt x="1150748" y="153599"/>
                    <a:pt x="1160844" y="153599"/>
                  </a:cubicBezTo>
                  <a:cubicBezTo>
                    <a:pt x="1170940" y="153599"/>
                    <a:pt x="1179132" y="145424"/>
                    <a:pt x="1179132" y="135335"/>
                  </a:cubicBezTo>
                  <a:cubicBezTo>
                    <a:pt x="1179132" y="125346"/>
                    <a:pt x="1171067" y="117210"/>
                    <a:pt x="1161098" y="117070"/>
                  </a:cubicBezTo>
                  <a:close/>
                  <a:moveTo>
                    <a:pt x="749364" y="619343"/>
                  </a:moveTo>
                  <a:cubicBezTo>
                    <a:pt x="739267" y="619343"/>
                    <a:pt x="731076" y="627518"/>
                    <a:pt x="731076" y="637607"/>
                  </a:cubicBezTo>
                  <a:cubicBezTo>
                    <a:pt x="731076" y="640747"/>
                    <a:pt x="731965" y="643822"/>
                    <a:pt x="733489" y="646549"/>
                  </a:cubicBezTo>
                  <a:cubicBezTo>
                    <a:pt x="743776" y="647057"/>
                    <a:pt x="754190" y="647310"/>
                    <a:pt x="764794" y="647374"/>
                  </a:cubicBezTo>
                  <a:cubicBezTo>
                    <a:pt x="770192" y="638850"/>
                    <a:pt x="767652" y="627568"/>
                    <a:pt x="759143" y="622171"/>
                  </a:cubicBezTo>
                  <a:cubicBezTo>
                    <a:pt x="756222" y="620326"/>
                    <a:pt x="752793" y="619349"/>
                    <a:pt x="749364" y="619343"/>
                  </a:cubicBezTo>
                  <a:close/>
                  <a:moveTo>
                    <a:pt x="749364" y="436698"/>
                  </a:moveTo>
                  <a:cubicBezTo>
                    <a:pt x="739267" y="436698"/>
                    <a:pt x="731076" y="444873"/>
                    <a:pt x="731076" y="454963"/>
                  </a:cubicBezTo>
                  <a:cubicBezTo>
                    <a:pt x="731076" y="465053"/>
                    <a:pt x="739267" y="473227"/>
                    <a:pt x="749364" y="473227"/>
                  </a:cubicBezTo>
                  <a:cubicBezTo>
                    <a:pt x="759461" y="473227"/>
                    <a:pt x="767652" y="465053"/>
                    <a:pt x="767652" y="454963"/>
                  </a:cubicBezTo>
                  <a:cubicBezTo>
                    <a:pt x="767652" y="444974"/>
                    <a:pt x="759587" y="436838"/>
                    <a:pt x="749618" y="436698"/>
                  </a:cubicBezTo>
                  <a:close/>
                  <a:moveTo>
                    <a:pt x="749364" y="528021"/>
                  </a:moveTo>
                  <a:cubicBezTo>
                    <a:pt x="739204" y="527983"/>
                    <a:pt x="731012" y="536164"/>
                    <a:pt x="730949" y="546285"/>
                  </a:cubicBezTo>
                  <a:cubicBezTo>
                    <a:pt x="730886" y="556407"/>
                    <a:pt x="739077" y="564638"/>
                    <a:pt x="749237" y="564676"/>
                  </a:cubicBezTo>
                  <a:cubicBezTo>
                    <a:pt x="759397" y="564714"/>
                    <a:pt x="767588" y="556533"/>
                    <a:pt x="767652" y="546412"/>
                  </a:cubicBezTo>
                  <a:cubicBezTo>
                    <a:pt x="767652" y="546367"/>
                    <a:pt x="767652" y="546330"/>
                    <a:pt x="767652" y="546285"/>
                  </a:cubicBezTo>
                  <a:cubicBezTo>
                    <a:pt x="767652" y="536297"/>
                    <a:pt x="759587" y="528160"/>
                    <a:pt x="749618" y="528021"/>
                  </a:cubicBezTo>
                  <a:close/>
                  <a:moveTo>
                    <a:pt x="703644" y="25748"/>
                  </a:moveTo>
                  <a:cubicBezTo>
                    <a:pt x="693548" y="25748"/>
                    <a:pt x="685356" y="33922"/>
                    <a:pt x="685356" y="44012"/>
                  </a:cubicBezTo>
                  <a:cubicBezTo>
                    <a:pt x="685356" y="54102"/>
                    <a:pt x="693548" y="62277"/>
                    <a:pt x="703644" y="62277"/>
                  </a:cubicBezTo>
                  <a:cubicBezTo>
                    <a:pt x="713740" y="62277"/>
                    <a:pt x="721932" y="54102"/>
                    <a:pt x="721932" y="44012"/>
                  </a:cubicBezTo>
                  <a:cubicBezTo>
                    <a:pt x="721805" y="34100"/>
                    <a:pt x="713804" y="26078"/>
                    <a:pt x="703898" y="25938"/>
                  </a:cubicBezTo>
                  <a:close/>
                  <a:moveTo>
                    <a:pt x="749364" y="162731"/>
                  </a:moveTo>
                  <a:cubicBezTo>
                    <a:pt x="739267" y="162731"/>
                    <a:pt x="731076" y="170906"/>
                    <a:pt x="731076" y="180996"/>
                  </a:cubicBezTo>
                  <a:cubicBezTo>
                    <a:pt x="731076" y="191086"/>
                    <a:pt x="739267" y="199260"/>
                    <a:pt x="749364" y="199260"/>
                  </a:cubicBezTo>
                  <a:cubicBezTo>
                    <a:pt x="759461" y="199260"/>
                    <a:pt x="767652" y="191086"/>
                    <a:pt x="767652" y="180996"/>
                  </a:cubicBezTo>
                  <a:cubicBezTo>
                    <a:pt x="767652" y="171007"/>
                    <a:pt x="759587" y="162871"/>
                    <a:pt x="749618" y="162731"/>
                  </a:cubicBezTo>
                  <a:close/>
                  <a:moveTo>
                    <a:pt x="749364" y="345376"/>
                  </a:moveTo>
                  <a:cubicBezTo>
                    <a:pt x="739267" y="345376"/>
                    <a:pt x="731076" y="353551"/>
                    <a:pt x="731076" y="363640"/>
                  </a:cubicBezTo>
                  <a:cubicBezTo>
                    <a:pt x="731076" y="373730"/>
                    <a:pt x="739267" y="381905"/>
                    <a:pt x="749364" y="381905"/>
                  </a:cubicBezTo>
                  <a:cubicBezTo>
                    <a:pt x="759461" y="381905"/>
                    <a:pt x="767652" y="373730"/>
                    <a:pt x="767652" y="363640"/>
                  </a:cubicBezTo>
                  <a:cubicBezTo>
                    <a:pt x="767652" y="353652"/>
                    <a:pt x="759587" y="345515"/>
                    <a:pt x="749618" y="345376"/>
                  </a:cubicBezTo>
                  <a:close/>
                  <a:moveTo>
                    <a:pt x="749364" y="71409"/>
                  </a:moveTo>
                  <a:cubicBezTo>
                    <a:pt x="739267" y="71409"/>
                    <a:pt x="731076" y="79584"/>
                    <a:pt x="731076" y="89673"/>
                  </a:cubicBezTo>
                  <a:cubicBezTo>
                    <a:pt x="731076" y="99763"/>
                    <a:pt x="739267" y="107938"/>
                    <a:pt x="749364" y="107938"/>
                  </a:cubicBezTo>
                  <a:cubicBezTo>
                    <a:pt x="759461" y="107938"/>
                    <a:pt x="767652" y="99763"/>
                    <a:pt x="767652" y="89673"/>
                  </a:cubicBezTo>
                  <a:cubicBezTo>
                    <a:pt x="767652" y="79685"/>
                    <a:pt x="759587" y="71548"/>
                    <a:pt x="749618" y="71409"/>
                  </a:cubicBezTo>
                  <a:close/>
                  <a:moveTo>
                    <a:pt x="703644" y="117070"/>
                  </a:moveTo>
                  <a:cubicBezTo>
                    <a:pt x="693548" y="117070"/>
                    <a:pt x="685356" y="125245"/>
                    <a:pt x="685356" y="135335"/>
                  </a:cubicBezTo>
                  <a:cubicBezTo>
                    <a:pt x="685356" y="145424"/>
                    <a:pt x="693548" y="153599"/>
                    <a:pt x="703644" y="153599"/>
                  </a:cubicBezTo>
                  <a:cubicBezTo>
                    <a:pt x="713740" y="153599"/>
                    <a:pt x="721932" y="145424"/>
                    <a:pt x="721932" y="135335"/>
                  </a:cubicBezTo>
                  <a:cubicBezTo>
                    <a:pt x="721932" y="125346"/>
                    <a:pt x="713867" y="117210"/>
                    <a:pt x="703898" y="117070"/>
                  </a:cubicBezTo>
                  <a:close/>
                  <a:moveTo>
                    <a:pt x="749364" y="254054"/>
                  </a:moveTo>
                  <a:cubicBezTo>
                    <a:pt x="739267" y="254054"/>
                    <a:pt x="731076" y="262228"/>
                    <a:pt x="731076" y="272318"/>
                  </a:cubicBezTo>
                  <a:cubicBezTo>
                    <a:pt x="731076" y="282408"/>
                    <a:pt x="739267" y="290583"/>
                    <a:pt x="749364" y="290583"/>
                  </a:cubicBezTo>
                  <a:cubicBezTo>
                    <a:pt x="759461" y="290583"/>
                    <a:pt x="767652" y="282408"/>
                    <a:pt x="767652" y="272318"/>
                  </a:cubicBezTo>
                  <a:cubicBezTo>
                    <a:pt x="767525" y="262406"/>
                    <a:pt x="759524" y="254383"/>
                    <a:pt x="749618" y="254244"/>
                  </a:cubicBezTo>
                  <a:close/>
                  <a:moveTo>
                    <a:pt x="703644" y="482359"/>
                  </a:moveTo>
                  <a:cubicBezTo>
                    <a:pt x="693548" y="482359"/>
                    <a:pt x="685356" y="490534"/>
                    <a:pt x="685356" y="500624"/>
                  </a:cubicBezTo>
                  <a:cubicBezTo>
                    <a:pt x="685356" y="510714"/>
                    <a:pt x="693548" y="518888"/>
                    <a:pt x="703644" y="518888"/>
                  </a:cubicBezTo>
                  <a:cubicBezTo>
                    <a:pt x="713740" y="518888"/>
                    <a:pt x="721932" y="510714"/>
                    <a:pt x="721932" y="500624"/>
                  </a:cubicBezTo>
                  <a:cubicBezTo>
                    <a:pt x="721805" y="490712"/>
                    <a:pt x="713804" y="482689"/>
                    <a:pt x="703898" y="482550"/>
                  </a:cubicBezTo>
                  <a:close/>
                  <a:moveTo>
                    <a:pt x="657924" y="71409"/>
                  </a:moveTo>
                  <a:cubicBezTo>
                    <a:pt x="647827" y="71409"/>
                    <a:pt x="639636" y="79584"/>
                    <a:pt x="639636" y="89673"/>
                  </a:cubicBezTo>
                  <a:cubicBezTo>
                    <a:pt x="639636" y="99763"/>
                    <a:pt x="647827" y="107938"/>
                    <a:pt x="657924" y="107938"/>
                  </a:cubicBezTo>
                  <a:cubicBezTo>
                    <a:pt x="668020" y="107938"/>
                    <a:pt x="676212" y="99763"/>
                    <a:pt x="676212" y="89673"/>
                  </a:cubicBezTo>
                  <a:cubicBezTo>
                    <a:pt x="676212" y="79685"/>
                    <a:pt x="668211" y="71548"/>
                    <a:pt x="658178" y="71409"/>
                  </a:cubicBezTo>
                  <a:close/>
                  <a:moveTo>
                    <a:pt x="886524" y="117070"/>
                  </a:moveTo>
                  <a:cubicBezTo>
                    <a:pt x="876427" y="117070"/>
                    <a:pt x="868236" y="125245"/>
                    <a:pt x="868236" y="135335"/>
                  </a:cubicBezTo>
                  <a:cubicBezTo>
                    <a:pt x="868236" y="145424"/>
                    <a:pt x="876427" y="153599"/>
                    <a:pt x="886524" y="153599"/>
                  </a:cubicBezTo>
                  <a:cubicBezTo>
                    <a:pt x="896620" y="153599"/>
                    <a:pt x="904812" y="145424"/>
                    <a:pt x="904812" y="135335"/>
                  </a:cubicBezTo>
                  <a:cubicBezTo>
                    <a:pt x="904812" y="125346"/>
                    <a:pt x="896811" y="117210"/>
                    <a:pt x="886778" y="117070"/>
                  </a:cubicBezTo>
                  <a:close/>
                  <a:moveTo>
                    <a:pt x="657924" y="162731"/>
                  </a:moveTo>
                  <a:cubicBezTo>
                    <a:pt x="647827" y="162731"/>
                    <a:pt x="639636" y="170906"/>
                    <a:pt x="639636" y="180996"/>
                  </a:cubicBezTo>
                  <a:cubicBezTo>
                    <a:pt x="639636" y="191086"/>
                    <a:pt x="647827" y="199260"/>
                    <a:pt x="657924" y="199260"/>
                  </a:cubicBezTo>
                  <a:cubicBezTo>
                    <a:pt x="668020" y="199260"/>
                    <a:pt x="676212" y="191086"/>
                    <a:pt x="676212" y="180996"/>
                  </a:cubicBezTo>
                  <a:cubicBezTo>
                    <a:pt x="676212" y="171007"/>
                    <a:pt x="668211" y="162871"/>
                    <a:pt x="658178" y="162731"/>
                  </a:cubicBezTo>
                  <a:close/>
                  <a:moveTo>
                    <a:pt x="657924" y="345376"/>
                  </a:moveTo>
                  <a:cubicBezTo>
                    <a:pt x="647827" y="345376"/>
                    <a:pt x="639636" y="353551"/>
                    <a:pt x="639636" y="363640"/>
                  </a:cubicBezTo>
                  <a:cubicBezTo>
                    <a:pt x="639636" y="373730"/>
                    <a:pt x="647827" y="381905"/>
                    <a:pt x="657924" y="381905"/>
                  </a:cubicBezTo>
                  <a:cubicBezTo>
                    <a:pt x="668020" y="381905"/>
                    <a:pt x="676212" y="373730"/>
                    <a:pt x="676212" y="363640"/>
                  </a:cubicBezTo>
                  <a:cubicBezTo>
                    <a:pt x="676212" y="353652"/>
                    <a:pt x="668211" y="345515"/>
                    <a:pt x="658178" y="345376"/>
                  </a:cubicBezTo>
                  <a:close/>
                  <a:moveTo>
                    <a:pt x="703644" y="391037"/>
                  </a:moveTo>
                  <a:cubicBezTo>
                    <a:pt x="693548" y="391037"/>
                    <a:pt x="685356" y="399212"/>
                    <a:pt x="685356" y="409302"/>
                  </a:cubicBezTo>
                  <a:cubicBezTo>
                    <a:pt x="685356" y="419391"/>
                    <a:pt x="693548" y="427566"/>
                    <a:pt x="703644" y="427566"/>
                  </a:cubicBezTo>
                  <a:cubicBezTo>
                    <a:pt x="713740" y="427566"/>
                    <a:pt x="721932" y="419391"/>
                    <a:pt x="721932" y="409302"/>
                  </a:cubicBezTo>
                  <a:cubicBezTo>
                    <a:pt x="721932" y="399313"/>
                    <a:pt x="713867" y="391177"/>
                    <a:pt x="703898" y="391037"/>
                  </a:cubicBezTo>
                  <a:close/>
                  <a:moveTo>
                    <a:pt x="703644" y="573682"/>
                  </a:moveTo>
                  <a:cubicBezTo>
                    <a:pt x="693548" y="573682"/>
                    <a:pt x="685356" y="581856"/>
                    <a:pt x="685356" y="591946"/>
                  </a:cubicBezTo>
                  <a:cubicBezTo>
                    <a:pt x="685356" y="602036"/>
                    <a:pt x="693548" y="610211"/>
                    <a:pt x="703644" y="610211"/>
                  </a:cubicBezTo>
                  <a:cubicBezTo>
                    <a:pt x="713740" y="610211"/>
                    <a:pt x="721932" y="602036"/>
                    <a:pt x="721932" y="591946"/>
                  </a:cubicBezTo>
                  <a:cubicBezTo>
                    <a:pt x="721932" y="581958"/>
                    <a:pt x="713867" y="573821"/>
                    <a:pt x="703898" y="573682"/>
                  </a:cubicBezTo>
                  <a:close/>
                  <a:moveTo>
                    <a:pt x="703644" y="208392"/>
                  </a:moveTo>
                  <a:cubicBezTo>
                    <a:pt x="693548" y="208392"/>
                    <a:pt x="685356" y="216567"/>
                    <a:pt x="685356" y="226657"/>
                  </a:cubicBezTo>
                  <a:cubicBezTo>
                    <a:pt x="685356" y="236747"/>
                    <a:pt x="693548" y="244921"/>
                    <a:pt x="703644" y="244921"/>
                  </a:cubicBezTo>
                  <a:cubicBezTo>
                    <a:pt x="713740" y="244921"/>
                    <a:pt x="721932" y="236747"/>
                    <a:pt x="721932" y="226657"/>
                  </a:cubicBezTo>
                  <a:cubicBezTo>
                    <a:pt x="721932" y="216669"/>
                    <a:pt x="713867" y="208532"/>
                    <a:pt x="703898" y="208392"/>
                  </a:cubicBezTo>
                  <a:close/>
                  <a:moveTo>
                    <a:pt x="703644" y="299715"/>
                  </a:moveTo>
                  <a:cubicBezTo>
                    <a:pt x="693548" y="299715"/>
                    <a:pt x="685356" y="307890"/>
                    <a:pt x="685356" y="317979"/>
                  </a:cubicBezTo>
                  <a:cubicBezTo>
                    <a:pt x="685356" y="328069"/>
                    <a:pt x="693548" y="336244"/>
                    <a:pt x="703644" y="336244"/>
                  </a:cubicBezTo>
                  <a:cubicBezTo>
                    <a:pt x="713740" y="336244"/>
                    <a:pt x="721932" y="328069"/>
                    <a:pt x="721932" y="317979"/>
                  </a:cubicBezTo>
                  <a:cubicBezTo>
                    <a:pt x="721932" y="307991"/>
                    <a:pt x="713867" y="299854"/>
                    <a:pt x="703898" y="299715"/>
                  </a:cubicBezTo>
                  <a:close/>
                  <a:moveTo>
                    <a:pt x="795084" y="573682"/>
                  </a:moveTo>
                  <a:cubicBezTo>
                    <a:pt x="784987" y="573682"/>
                    <a:pt x="776796" y="581856"/>
                    <a:pt x="776796" y="591946"/>
                  </a:cubicBezTo>
                  <a:cubicBezTo>
                    <a:pt x="776796" y="602036"/>
                    <a:pt x="784987" y="610211"/>
                    <a:pt x="795084" y="610211"/>
                  </a:cubicBezTo>
                  <a:cubicBezTo>
                    <a:pt x="805180" y="610211"/>
                    <a:pt x="813372" y="602036"/>
                    <a:pt x="813372" y="591946"/>
                  </a:cubicBezTo>
                  <a:cubicBezTo>
                    <a:pt x="813372" y="581958"/>
                    <a:pt x="805371" y="573821"/>
                    <a:pt x="795338" y="573682"/>
                  </a:cubicBezTo>
                  <a:close/>
                  <a:moveTo>
                    <a:pt x="657924" y="254054"/>
                  </a:moveTo>
                  <a:cubicBezTo>
                    <a:pt x="647827" y="254054"/>
                    <a:pt x="639636" y="262228"/>
                    <a:pt x="639636" y="272318"/>
                  </a:cubicBezTo>
                  <a:cubicBezTo>
                    <a:pt x="639636" y="282408"/>
                    <a:pt x="647827" y="290583"/>
                    <a:pt x="657924" y="290583"/>
                  </a:cubicBezTo>
                  <a:cubicBezTo>
                    <a:pt x="668020" y="290583"/>
                    <a:pt x="676212" y="282408"/>
                    <a:pt x="676212" y="272318"/>
                  </a:cubicBezTo>
                  <a:cubicBezTo>
                    <a:pt x="676085" y="262406"/>
                    <a:pt x="668084" y="254383"/>
                    <a:pt x="658178" y="254244"/>
                  </a:cubicBezTo>
                  <a:close/>
                  <a:moveTo>
                    <a:pt x="840804" y="162731"/>
                  </a:moveTo>
                  <a:cubicBezTo>
                    <a:pt x="830707" y="162731"/>
                    <a:pt x="822516" y="170906"/>
                    <a:pt x="822516" y="180996"/>
                  </a:cubicBezTo>
                  <a:cubicBezTo>
                    <a:pt x="822516" y="191086"/>
                    <a:pt x="830707" y="199260"/>
                    <a:pt x="840804" y="199260"/>
                  </a:cubicBezTo>
                  <a:cubicBezTo>
                    <a:pt x="850900" y="199260"/>
                    <a:pt x="859092" y="191086"/>
                    <a:pt x="859092" y="180996"/>
                  </a:cubicBezTo>
                  <a:cubicBezTo>
                    <a:pt x="859092" y="171007"/>
                    <a:pt x="851027" y="162871"/>
                    <a:pt x="841058" y="162731"/>
                  </a:cubicBezTo>
                  <a:close/>
                  <a:moveTo>
                    <a:pt x="840804" y="71409"/>
                  </a:moveTo>
                  <a:cubicBezTo>
                    <a:pt x="830707" y="71409"/>
                    <a:pt x="822516" y="79584"/>
                    <a:pt x="822516" y="89673"/>
                  </a:cubicBezTo>
                  <a:cubicBezTo>
                    <a:pt x="822516" y="99763"/>
                    <a:pt x="830707" y="107938"/>
                    <a:pt x="840804" y="107938"/>
                  </a:cubicBezTo>
                  <a:cubicBezTo>
                    <a:pt x="850900" y="107938"/>
                    <a:pt x="859092" y="99763"/>
                    <a:pt x="859092" y="89673"/>
                  </a:cubicBezTo>
                  <a:cubicBezTo>
                    <a:pt x="859092" y="79685"/>
                    <a:pt x="851027" y="71548"/>
                    <a:pt x="841058" y="71409"/>
                  </a:cubicBezTo>
                  <a:close/>
                  <a:moveTo>
                    <a:pt x="840804" y="345376"/>
                  </a:moveTo>
                  <a:cubicBezTo>
                    <a:pt x="830707" y="345376"/>
                    <a:pt x="822516" y="353551"/>
                    <a:pt x="822516" y="363640"/>
                  </a:cubicBezTo>
                  <a:cubicBezTo>
                    <a:pt x="822516" y="373730"/>
                    <a:pt x="830707" y="381905"/>
                    <a:pt x="840804" y="381905"/>
                  </a:cubicBezTo>
                  <a:cubicBezTo>
                    <a:pt x="850900" y="381905"/>
                    <a:pt x="859092" y="373730"/>
                    <a:pt x="859092" y="363640"/>
                  </a:cubicBezTo>
                  <a:cubicBezTo>
                    <a:pt x="859092" y="353652"/>
                    <a:pt x="851027" y="345515"/>
                    <a:pt x="841058" y="345376"/>
                  </a:cubicBezTo>
                  <a:close/>
                  <a:moveTo>
                    <a:pt x="886524" y="573682"/>
                  </a:moveTo>
                  <a:cubicBezTo>
                    <a:pt x="876427" y="573682"/>
                    <a:pt x="868236" y="581856"/>
                    <a:pt x="868236" y="591946"/>
                  </a:cubicBezTo>
                  <a:cubicBezTo>
                    <a:pt x="868236" y="602036"/>
                    <a:pt x="876427" y="610211"/>
                    <a:pt x="886524" y="610211"/>
                  </a:cubicBezTo>
                  <a:cubicBezTo>
                    <a:pt x="896620" y="610211"/>
                    <a:pt x="904812" y="602036"/>
                    <a:pt x="904812" y="591946"/>
                  </a:cubicBezTo>
                  <a:cubicBezTo>
                    <a:pt x="904812" y="581958"/>
                    <a:pt x="896811" y="573821"/>
                    <a:pt x="886778" y="573682"/>
                  </a:cubicBezTo>
                  <a:close/>
                  <a:moveTo>
                    <a:pt x="840804" y="254054"/>
                  </a:moveTo>
                  <a:cubicBezTo>
                    <a:pt x="830707" y="254054"/>
                    <a:pt x="822516" y="262228"/>
                    <a:pt x="822516" y="272318"/>
                  </a:cubicBezTo>
                  <a:cubicBezTo>
                    <a:pt x="822516" y="282408"/>
                    <a:pt x="830707" y="290583"/>
                    <a:pt x="840804" y="290583"/>
                  </a:cubicBezTo>
                  <a:cubicBezTo>
                    <a:pt x="850900" y="290583"/>
                    <a:pt x="859092" y="282408"/>
                    <a:pt x="859092" y="272318"/>
                  </a:cubicBezTo>
                  <a:cubicBezTo>
                    <a:pt x="858965" y="262406"/>
                    <a:pt x="850964" y="254383"/>
                    <a:pt x="841058" y="254244"/>
                  </a:cubicBezTo>
                  <a:close/>
                  <a:moveTo>
                    <a:pt x="886524" y="208392"/>
                  </a:moveTo>
                  <a:cubicBezTo>
                    <a:pt x="876427" y="208392"/>
                    <a:pt x="868236" y="216567"/>
                    <a:pt x="868236" y="226657"/>
                  </a:cubicBezTo>
                  <a:cubicBezTo>
                    <a:pt x="868236" y="236747"/>
                    <a:pt x="876427" y="244921"/>
                    <a:pt x="886524" y="244921"/>
                  </a:cubicBezTo>
                  <a:cubicBezTo>
                    <a:pt x="896620" y="244921"/>
                    <a:pt x="904812" y="236747"/>
                    <a:pt x="904812" y="226657"/>
                  </a:cubicBezTo>
                  <a:cubicBezTo>
                    <a:pt x="904812" y="216669"/>
                    <a:pt x="896811" y="208532"/>
                    <a:pt x="886778" y="208392"/>
                  </a:cubicBezTo>
                  <a:close/>
                  <a:moveTo>
                    <a:pt x="886524" y="299715"/>
                  </a:moveTo>
                  <a:cubicBezTo>
                    <a:pt x="876427" y="299715"/>
                    <a:pt x="868236" y="307890"/>
                    <a:pt x="868236" y="317979"/>
                  </a:cubicBezTo>
                  <a:cubicBezTo>
                    <a:pt x="868236" y="328069"/>
                    <a:pt x="876427" y="336244"/>
                    <a:pt x="886524" y="336244"/>
                  </a:cubicBezTo>
                  <a:cubicBezTo>
                    <a:pt x="896620" y="336244"/>
                    <a:pt x="904812" y="328069"/>
                    <a:pt x="904812" y="317979"/>
                  </a:cubicBezTo>
                  <a:cubicBezTo>
                    <a:pt x="904812" y="307991"/>
                    <a:pt x="896811" y="299854"/>
                    <a:pt x="886778" y="299715"/>
                  </a:cubicBezTo>
                  <a:close/>
                  <a:moveTo>
                    <a:pt x="886524" y="391037"/>
                  </a:moveTo>
                  <a:cubicBezTo>
                    <a:pt x="876427" y="391037"/>
                    <a:pt x="868236" y="399212"/>
                    <a:pt x="868236" y="409302"/>
                  </a:cubicBezTo>
                  <a:cubicBezTo>
                    <a:pt x="868236" y="419391"/>
                    <a:pt x="876427" y="427566"/>
                    <a:pt x="886524" y="427566"/>
                  </a:cubicBezTo>
                  <a:cubicBezTo>
                    <a:pt x="896620" y="427566"/>
                    <a:pt x="904812" y="419391"/>
                    <a:pt x="904812" y="409302"/>
                  </a:cubicBezTo>
                  <a:cubicBezTo>
                    <a:pt x="904812" y="399313"/>
                    <a:pt x="896811" y="391177"/>
                    <a:pt x="886778" y="391037"/>
                  </a:cubicBezTo>
                  <a:close/>
                  <a:moveTo>
                    <a:pt x="886524" y="482359"/>
                  </a:moveTo>
                  <a:cubicBezTo>
                    <a:pt x="876427" y="482359"/>
                    <a:pt x="868236" y="490534"/>
                    <a:pt x="868236" y="500624"/>
                  </a:cubicBezTo>
                  <a:cubicBezTo>
                    <a:pt x="868236" y="510714"/>
                    <a:pt x="876427" y="518888"/>
                    <a:pt x="886524" y="518888"/>
                  </a:cubicBezTo>
                  <a:cubicBezTo>
                    <a:pt x="896620" y="518888"/>
                    <a:pt x="904812" y="510714"/>
                    <a:pt x="904812" y="500624"/>
                  </a:cubicBezTo>
                  <a:cubicBezTo>
                    <a:pt x="904685" y="490712"/>
                    <a:pt x="896684" y="482689"/>
                    <a:pt x="886778" y="482550"/>
                  </a:cubicBezTo>
                  <a:close/>
                  <a:moveTo>
                    <a:pt x="795084" y="391037"/>
                  </a:moveTo>
                  <a:cubicBezTo>
                    <a:pt x="784987" y="391037"/>
                    <a:pt x="776796" y="399212"/>
                    <a:pt x="776796" y="409302"/>
                  </a:cubicBezTo>
                  <a:cubicBezTo>
                    <a:pt x="776796" y="419391"/>
                    <a:pt x="784987" y="427566"/>
                    <a:pt x="795084" y="427566"/>
                  </a:cubicBezTo>
                  <a:cubicBezTo>
                    <a:pt x="805180" y="427566"/>
                    <a:pt x="813372" y="419391"/>
                    <a:pt x="813372" y="409302"/>
                  </a:cubicBezTo>
                  <a:cubicBezTo>
                    <a:pt x="813372" y="399313"/>
                    <a:pt x="805371" y="391177"/>
                    <a:pt x="795338" y="391037"/>
                  </a:cubicBezTo>
                  <a:close/>
                  <a:moveTo>
                    <a:pt x="795084" y="299715"/>
                  </a:moveTo>
                  <a:cubicBezTo>
                    <a:pt x="784987" y="299715"/>
                    <a:pt x="776796" y="307890"/>
                    <a:pt x="776796" y="317979"/>
                  </a:cubicBezTo>
                  <a:cubicBezTo>
                    <a:pt x="776796" y="328069"/>
                    <a:pt x="784987" y="336244"/>
                    <a:pt x="795084" y="336244"/>
                  </a:cubicBezTo>
                  <a:cubicBezTo>
                    <a:pt x="805180" y="336244"/>
                    <a:pt x="813372" y="328069"/>
                    <a:pt x="813372" y="317979"/>
                  </a:cubicBezTo>
                  <a:cubicBezTo>
                    <a:pt x="813372" y="307991"/>
                    <a:pt x="805371" y="299854"/>
                    <a:pt x="795338" y="299715"/>
                  </a:cubicBezTo>
                  <a:close/>
                  <a:moveTo>
                    <a:pt x="840804" y="436698"/>
                  </a:moveTo>
                  <a:cubicBezTo>
                    <a:pt x="830707" y="436698"/>
                    <a:pt x="822516" y="444873"/>
                    <a:pt x="822516" y="454963"/>
                  </a:cubicBezTo>
                  <a:cubicBezTo>
                    <a:pt x="822516" y="465053"/>
                    <a:pt x="830707" y="473227"/>
                    <a:pt x="840804" y="473227"/>
                  </a:cubicBezTo>
                  <a:cubicBezTo>
                    <a:pt x="850900" y="473227"/>
                    <a:pt x="859092" y="465053"/>
                    <a:pt x="859092" y="454963"/>
                  </a:cubicBezTo>
                  <a:cubicBezTo>
                    <a:pt x="859092" y="444974"/>
                    <a:pt x="851027" y="436838"/>
                    <a:pt x="841058" y="436698"/>
                  </a:cubicBezTo>
                  <a:close/>
                  <a:moveTo>
                    <a:pt x="795084" y="208392"/>
                  </a:moveTo>
                  <a:cubicBezTo>
                    <a:pt x="784987" y="208392"/>
                    <a:pt x="776796" y="216567"/>
                    <a:pt x="776796" y="226657"/>
                  </a:cubicBezTo>
                  <a:cubicBezTo>
                    <a:pt x="776796" y="236747"/>
                    <a:pt x="784987" y="244921"/>
                    <a:pt x="795084" y="244921"/>
                  </a:cubicBezTo>
                  <a:cubicBezTo>
                    <a:pt x="805180" y="244921"/>
                    <a:pt x="813372" y="236747"/>
                    <a:pt x="813372" y="226657"/>
                  </a:cubicBezTo>
                  <a:cubicBezTo>
                    <a:pt x="813372" y="216669"/>
                    <a:pt x="805371" y="208532"/>
                    <a:pt x="795338" y="208392"/>
                  </a:cubicBezTo>
                  <a:close/>
                  <a:moveTo>
                    <a:pt x="795084" y="482359"/>
                  </a:moveTo>
                  <a:cubicBezTo>
                    <a:pt x="784987" y="482359"/>
                    <a:pt x="776796" y="490534"/>
                    <a:pt x="776796" y="500624"/>
                  </a:cubicBezTo>
                  <a:cubicBezTo>
                    <a:pt x="776796" y="510714"/>
                    <a:pt x="784987" y="518888"/>
                    <a:pt x="795084" y="518888"/>
                  </a:cubicBezTo>
                  <a:cubicBezTo>
                    <a:pt x="805180" y="518888"/>
                    <a:pt x="813372" y="510714"/>
                    <a:pt x="813372" y="500624"/>
                  </a:cubicBezTo>
                  <a:cubicBezTo>
                    <a:pt x="813245" y="490712"/>
                    <a:pt x="805244" y="482689"/>
                    <a:pt x="795338" y="482550"/>
                  </a:cubicBezTo>
                  <a:close/>
                  <a:moveTo>
                    <a:pt x="795084" y="117070"/>
                  </a:moveTo>
                  <a:cubicBezTo>
                    <a:pt x="784987" y="117070"/>
                    <a:pt x="776796" y="125245"/>
                    <a:pt x="776796" y="135335"/>
                  </a:cubicBezTo>
                  <a:cubicBezTo>
                    <a:pt x="776796" y="145424"/>
                    <a:pt x="784987" y="153599"/>
                    <a:pt x="795084" y="153599"/>
                  </a:cubicBezTo>
                  <a:cubicBezTo>
                    <a:pt x="805180" y="153599"/>
                    <a:pt x="813372" y="145424"/>
                    <a:pt x="813372" y="135335"/>
                  </a:cubicBezTo>
                  <a:cubicBezTo>
                    <a:pt x="813372" y="125346"/>
                    <a:pt x="805371" y="117210"/>
                    <a:pt x="795338" y="117070"/>
                  </a:cubicBezTo>
                  <a:close/>
                  <a:moveTo>
                    <a:pt x="840804" y="528021"/>
                  </a:moveTo>
                  <a:cubicBezTo>
                    <a:pt x="830644" y="527983"/>
                    <a:pt x="822452" y="536164"/>
                    <a:pt x="822389" y="546285"/>
                  </a:cubicBezTo>
                  <a:cubicBezTo>
                    <a:pt x="822325" y="556407"/>
                    <a:pt x="830517" y="564638"/>
                    <a:pt x="840677" y="564676"/>
                  </a:cubicBezTo>
                  <a:cubicBezTo>
                    <a:pt x="850837" y="564714"/>
                    <a:pt x="859028" y="556533"/>
                    <a:pt x="859092" y="546412"/>
                  </a:cubicBezTo>
                  <a:cubicBezTo>
                    <a:pt x="859092" y="546367"/>
                    <a:pt x="859092" y="546330"/>
                    <a:pt x="859092" y="546285"/>
                  </a:cubicBezTo>
                  <a:cubicBezTo>
                    <a:pt x="859092" y="536297"/>
                    <a:pt x="851027" y="528160"/>
                    <a:pt x="841058" y="528021"/>
                  </a:cubicBezTo>
                  <a:close/>
                  <a:moveTo>
                    <a:pt x="840804" y="619343"/>
                  </a:moveTo>
                  <a:cubicBezTo>
                    <a:pt x="830707" y="619343"/>
                    <a:pt x="822516" y="627518"/>
                    <a:pt x="822516" y="637607"/>
                  </a:cubicBezTo>
                  <a:cubicBezTo>
                    <a:pt x="822516" y="639148"/>
                    <a:pt x="822770" y="640683"/>
                    <a:pt x="823151" y="642174"/>
                  </a:cubicBezTo>
                  <a:cubicBezTo>
                    <a:pt x="835089" y="639814"/>
                    <a:pt x="846837" y="636701"/>
                    <a:pt x="858393" y="632851"/>
                  </a:cubicBezTo>
                  <a:cubicBezTo>
                    <a:pt x="856298" y="624994"/>
                    <a:pt x="849186" y="619489"/>
                    <a:pt x="841058" y="619343"/>
                  </a:cubicBezTo>
                  <a:close/>
                  <a:moveTo>
                    <a:pt x="795084" y="25748"/>
                  </a:moveTo>
                  <a:cubicBezTo>
                    <a:pt x="784987" y="25748"/>
                    <a:pt x="776796" y="33922"/>
                    <a:pt x="776796" y="44012"/>
                  </a:cubicBezTo>
                  <a:cubicBezTo>
                    <a:pt x="776796" y="54102"/>
                    <a:pt x="784987" y="62277"/>
                    <a:pt x="795084" y="62277"/>
                  </a:cubicBezTo>
                  <a:cubicBezTo>
                    <a:pt x="805180" y="62277"/>
                    <a:pt x="813372" y="54102"/>
                    <a:pt x="813372" y="44012"/>
                  </a:cubicBezTo>
                  <a:cubicBezTo>
                    <a:pt x="813245" y="34100"/>
                    <a:pt x="805244" y="26078"/>
                    <a:pt x="795338" y="25938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5"/>
            <p:cNvSpPr/>
            <p:nvPr/>
          </p:nvSpPr>
          <p:spPr>
            <a:xfrm>
              <a:off x="6788222" y="1606642"/>
              <a:ext cx="679513" cy="456825"/>
            </a:xfrm>
            <a:custGeom>
              <a:avLst/>
              <a:gdLst/>
              <a:ahLst/>
              <a:cxnLst/>
              <a:rect l="l" t="t" r="r" b="b"/>
              <a:pathLst>
                <a:path w="1812035" h="1218201" extrusionOk="0">
                  <a:moveTo>
                    <a:pt x="877760" y="1218202"/>
                  </a:moveTo>
                  <a:cubicBezTo>
                    <a:pt x="1373442" y="1218202"/>
                    <a:pt x="1576959" y="444118"/>
                    <a:pt x="1812036" y="0"/>
                  </a:cubicBezTo>
                  <a:lnTo>
                    <a:pt x="0" y="0"/>
                  </a:lnTo>
                  <a:cubicBezTo>
                    <a:pt x="243967" y="601269"/>
                    <a:pt x="522922" y="1218202"/>
                    <a:pt x="877760" y="1218202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5"/>
            <p:cNvSpPr/>
            <p:nvPr/>
          </p:nvSpPr>
          <p:spPr>
            <a:xfrm>
              <a:off x="6308923" y="1183542"/>
              <a:ext cx="479298" cy="423103"/>
            </a:xfrm>
            <a:custGeom>
              <a:avLst/>
              <a:gdLst/>
              <a:ahLst/>
              <a:cxnLst/>
              <a:rect l="l" t="t" r="r" b="b"/>
              <a:pathLst>
                <a:path w="1278128" h="1128274" extrusionOk="0">
                  <a:moveTo>
                    <a:pt x="641922" y="0"/>
                  </a:moveTo>
                  <a:cubicBezTo>
                    <a:pt x="371729" y="0"/>
                    <a:pt x="243142" y="659994"/>
                    <a:pt x="0" y="1128275"/>
                  </a:cubicBezTo>
                  <a:lnTo>
                    <a:pt x="1278128" y="1128275"/>
                  </a:lnTo>
                  <a:cubicBezTo>
                    <a:pt x="1046290" y="557066"/>
                    <a:pt x="845947" y="0"/>
                    <a:pt x="641922" y="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5"/>
            <p:cNvSpPr/>
            <p:nvPr/>
          </p:nvSpPr>
          <p:spPr>
            <a:xfrm>
              <a:off x="7467735" y="1492704"/>
              <a:ext cx="265033" cy="113939"/>
            </a:xfrm>
            <a:custGeom>
              <a:avLst/>
              <a:gdLst/>
              <a:ahLst/>
              <a:cxnLst/>
              <a:rect l="l" t="t" r="r" b="b"/>
              <a:pathLst>
                <a:path w="706755" h="303837" extrusionOk="0">
                  <a:moveTo>
                    <a:pt x="320167" y="0"/>
                  </a:moveTo>
                  <a:cubicBezTo>
                    <a:pt x="194310" y="0"/>
                    <a:pt x="94615" y="125251"/>
                    <a:pt x="0" y="303837"/>
                  </a:cubicBezTo>
                  <a:lnTo>
                    <a:pt x="706755" y="303837"/>
                  </a:lnTo>
                  <a:cubicBezTo>
                    <a:pt x="594932" y="135335"/>
                    <a:pt x="483933" y="0"/>
                    <a:pt x="320167" y="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5"/>
            <p:cNvSpPr/>
            <p:nvPr/>
          </p:nvSpPr>
          <p:spPr>
            <a:xfrm>
              <a:off x="8954159" y="1606642"/>
              <a:ext cx="189405" cy="242741"/>
            </a:xfrm>
            <a:custGeom>
              <a:avLst/>
              <a:gdLst/>
              <a:ahLst/>
              <a:cxnLst/>
              <a:rect l="l" t="t" r="r" b="b"/>
              <a:pathLst>
                <a:path w="505079" h="647310" extrusionOk="0">
                  <a:moveTo>
                    <a:pt x="0" y="0"/>
                  </a:moveTo>
                  <a:cubicBezTo>
                    <a:pt x="127000" y="368460"/>
                    <a:pt x="278765" y="644013"/>
                    <a:pt x="505079" y="647310"/>
                  </a:cubicBezTo>
                  <a:lnTo>
                    <a:pt x="505079" y="0"/>
                  </a:ln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5"/>
            <p:cNvSpPr/>
            <p:nvPr/>
          </p:nvSpPr>
          <p:spPr>
            <a:xfrm>
              <a:off x="5519015" y="1249917"/>
              <a:ext cx="397002" cy="356728"/>
            </a:xfrm>
            <a:custGeom>
              <a:avLst/>
              <a:gdLst/>
              <a:ahLst/>
              <a:cxnLst/>
              <a:rect l="l" t="t" r="r" b="b"/>
              <a:pathLst>
                <a:path w="1058671" h="951274" extrusionOk="0">
                  <a:moveTo>
                    <a:pt x="584200" y="0"/>
                  </a:moveTo>
                  <a:cubicBezTo>
                    <a:pt x="388938" y="0"/>
                    <a:pt x="206692" y="447289"/>
                    <a:pt x="0" y="951274"/>
                  </a:cubicBezTo>
                  <a:lnTo>
                    <a:pt x="1058672" y="951274"/>
                  </a:lnTo>
                  <a:cubicBezTo>
                    <a:pt x="920623" y="672805"/>
                    <a:pt x="806005" y="314808"/>
                    <a:pt x="664654" y="17313"/>
                  </a:cubicBezTo>
                  <a:cubicBezTo>
                    <a:pt x="639312" y="6075"/>
                    <a:pt x="611924" y="184"/>
                    <a:pt x="584200" y="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5"/>
            <p:cNvSpPr/>
            <p:nvPr/>
          </p:nvSpPr>
          <p:spPr>
            <a:xfrm>
              <a:off x="7215942" y="1606642"/>
              <a:ext cx="470225" cy="214036"/>
            </a:xfrm>
            <a:custGeom>
              <a:avLst/>
              <a:gdLst/>
              <a:ahLst/>
              <a:cxnLst/>
              <a:rect l="l" t="t" r="r" b="b"/>
              <a:pathLst>
                <a:path w="1253934" h="570764" extrusionOk="0">
                  <a:moveTo>
                    <a:pt x="569913" y="570765"/>
                  </a:moveTo>
                  <a:cubicBezTo>
                    <a:pt x="852488" y="570765"/>
                    <a:pt x="1068959" y="318106"/>
                    <a:pt x="1253934" y="0"/>
                  </a:cubicBezTo>
                  <a:lnTo>
                    <a:pt x="0" y="0"/>
                  </a:lnTo>
                  <a:cubicBezTo>
                    <a:pt x="142240" y="325336"/>
                    <a:pt x="312674" y="570765"/>
                    <a:pt x="569913" y="570765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5"/>
            <p:cNvSpPr/>
            <p:nvPr/>
          </p:nvSpPr>
          <p:spPr>
            <a:xfrm>
              <a:off x="8828810" y="1202353"/>
              <a:ext cx="314754" cy="404291"/>
            </a:xfrm>
            <a:custGeom>
              <a:avLst/>
              <a:gdLst/>
              <a:ahLst/>
              <a:cxnLst/>
              <a:rect l="l" t="t" r="r" b="b"/>
              <a:pathLst>
                <a:path w="839343" h="1078110" extrusionOk="0">
                  <a:moveTo>
                    <a:pt x="0" y="1078111"/>
                  </a:moveTo>
                  <a:lnTo>
                    <a:pt x="839343" y="1078111"/>
                  </a:lnTo>
                  <a:lnTo>
                    <a:pt x="839343" y="0"/>
                  </a:lnTo>
                  <a:cubicBezTo>
                    <a:pt x="537274" y="5898"/>
                    <a:pt x="328867" y="647881"/>
                    <a:pt x="0" y="1078111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5"/>
            <p:cNvSpPr/>
            <p:nvPr/>
          </p:nvSpPr>
          <p:spPr>
            <a:xfrm>
              <a:off x="6509901" y="1012171"/>
              <a:ext cx="699230" cy="594522"/>
            </a:xfrm>
            <a:custGeom>
              <a:avLst/>
              <a:gdLst/>
              <a:ahLst/>
              <a:cxnLst/>
              <a:rect l="l" t="t" r="r" b="b"/>
              <a:pathLst>
                <a:path w="1864614" h="1585393" extrusionOk="0">
                  <a:moveTo>
                    <a:pt x="215900" y="962880"/>
                  </a:moveTo>
                  <a:lnTo>
                    <a:pt x="839153" y="1585267"/>
                  </a:lnTo>
                  <a:lnTo>
                    <a:pt x="866648" y="1585267"/>
                  </a:lnTo>
                  <a:lnTo>
                    <a:pt x="223329" y="942523"/>
                  </a:lnTo>
                  <a:close/>
                  <a:moveTo>
                    <a:pt x="194754" y="1023761"/>
                  </a:moveTo>
                  <a:lnTo>
                    <a:pt x="757047" y="1585267"/>
                  </a:lnTo>
                  <a:lnTo>
                    <a:pt x="784542" y="1585267"/>
                  </a:lnTo>
                  <a:lnTo>
                    <a:pt x="201866" y="1003341"/>
                  </a:lnTo>
                  <a:cubicBezTo>
                    <a:pt x="199771" y="1010190"/>
                    <a:pt x="197358" y="1016976"/>
                    <a:pt x="195009" y="1023761"/>
                  </a:cubicBezTo>
                  <a:close/>
                  <a:moveTo>
                    <a:pt x="173990" y="1084833"/>
                  </a:moveTo>
                  <a:lnTo>
                    <a:pt x="675132" y="1585267"/>
                  </a:lnTo>
                  <a:lnTo>
                    <a:pt x="702691" y="1585267"/>
                  </a:lnTo>
                  <a:lnTo>
                    <a:pt x="181039" y="1064349"/>
                  </a:lnTo>
                  <a:close/>
                  <a:moveTo>
                    <a:pt x="259143" y="841751"/>
                  </a:moveTo>
                  <a:lnTo>
                    <a:pt x="1003681" y="1585267"/>
                  </a:lnTo>
                  <a:lnTo>
                    <a:pt x="1031177" y="1585267"/>
                  </a:lnTo>
                  <a:lnTo>
                    <a:pt x="266700" y="821584"/>
                  </a:lnTo>
                  <a:close/>
                  <a:moveTo>
                    <a:pt x="237490" y="902188"/>
                  </a:moveTo>
                  <a:lnTo>
                    <a:pt x="921512" y="1585267"/>
                  </a:lnTo>
                  <a:lnTo>
                    <a:pt x="949071" y="1585267"/>
                  </a:lnTo>
                  <a:lnTo>
                    <a:pt x="244729" y="881895"/>
                  </a:lnTo>
                  <a:close/>
                  <a:moveTo>
                    <a:pt x="303657" y="722207"/>
                  </a:moveTo>
                  <a:lnTo>
                    <a:pt x="1167892" y="1585267"/>
                  </a:lnTo>
                  <a:lnTo>
                    <a:pt x="1195451" y="1585267"/>
                  </a:lnTo>
                  <a:lnTo>
                    <a:pt x="311150" y="702358"/>
                  </a:lnTo>
                  <a:cubicBezTo>
                    <a:pt x="308801" y="708953"/>
                    <a:pt x="306260" y="715549"/>
                    <a:pt x="303657" y="722207"/>
                  </a:cubicBezTo>
                  <a:close/>
                  <a:moveTo>
                    <a:pt x="281178" y="781757"/>
                  </a:moveTo>
                  <a:lnTo>
                    <a:pt x="1085850" y="1585267"/>
                  </a:lnTo>
                  <a:lnTo>
                    <a:pt x="1113346" y="1585267"/>
                  </a:lnTo>
                  <a:lnTo>
                    <a:pt x="288671" y="761717"/>
                  </a:lnTo>
                  <a:cubicBezTo>
                    <a:pt x="286131" y="768376"/>
                    <a:pt x="283654" y="775035"/>
                    <a:pt x="281178" y="781757"/>
                  </a:cubicBezTo>
                  <a:close/>
                  <a:moveTo>
                    <a:pt x="45657" y="1448727"/>
                  </a:moveTo>
                  <a:lnTo>
                    <a:pt x="182372" y="1585267"/>
                  </a:lnTo>
                  <a:lnTo>
                    <a:pt x="209867" y="1585267"/>
                  </a:lnTo>
                  <a:lnTo>
                    <a:pt x="53086" y="1428687"/>
                  </a:lnTo>
                  <a:close/>
                  <a:moveTo>
                    <a:pt x="23051" y="1508150"/>
                  </a:moveTo>
                  <a:lnTo>
                    <a:pt x="100266" y="1585267"/>
                  </a:lnTo>
                  <a:lnTo>
                    <a:pt x="127762" y="1585267"/>
                  </a:lnTo>
                  <a:lnTo>
                    <a:pt x="30671" y="1488300"/>
                  </a:lnTo>
                  <a:close/>
                  <a:moveTo>
                    <a:pt x="67501" y="1388797"/>
                  </a:moveTo>
                  <a:lnTo>
                    <a:pt x="264351" y="1585394"/>
                  </a:lnTo>
                  <a:lnTo>
                    <a:pt x="292100" y="1585394"/>
                  </a:lnTo>
                  <a:lnTo>
                    <a:pt x="75121" y="1368757"/>
                  </a:lnTo>
                  <a:close/>
                  <a:moveTo>
                    <a:pt x="326517" y="663228"/>
                  </a:moveTo>
                  <a:lnTo>
                    <a:pt x="1249807" y="1585267"/>
                  </a:lnTo>
                  <a:lnTo>
                    <a:pt x="1277303" y="1585267"/>
                  </a:lnTo>
                  <a:lnTo>
                    <a:pt x="334709" y="643632"/>
                  </a:lnTo>
                  <a:cubicBezTo>
                    <a:pt x="332041" y="650164"/>
                    <a:pt x="329374" y="656696"/>
                    <a:pt x="326771" y="663228"/>
                  </a:cubicBezTo>
                  <a:close/>
                  <a:moveTo>
                    <a:pt x="153035" y="1145905"/>
                  </a:moveTo>
                  <a:lnTo>
                    <a:pt x="593027" y="1585267"/>
                  </a:lnTo>
                  <a:lnTo>
                    <a:pt x="620522" y="1585267"/>
                  </a:lnTo>
                  <a:lnTo>
                    <a:pt x="160084" y="1125421"/>
                  </a:lnTo>
                  <a:close/>
                  <a:moveTo>
                    <a:pt x="0" y="1566812"/>
                  </a:moveTo>
                  <a:lnTo>
                    <a:pt x="18288" y="1585077"/>
                  </a:lnTo>
                  <a:lnTo>
                    <a:pt x="45847" y="1585077"/>
                  </a:lnTo>
                  <a:lnTo>
                    <a:pt x="7747" y="1547026"/>
                  </a:lnTo>
                  <a:cubicBezTo>
                    <a:pt x="5080" y="1554128"/>
                    <a:pt x="2413" y="1560470"/>
                    <a:pt x="0" y="1566812"/>
                  </a:cubicBezTo>
                  <a:close/>
                  <a:moveTo>
                    <a:pt x="132207" y="1206723"/>
                  </a:moveTo>
                  <a:lnTo>
                    <a:pt x="511111" y="1585077"/>
                  </a:lnTo>
                  <a:lnTo>
                    <a:pt x="538607" y="1585077"/>
                  </a:lnTo>
                  <a:lnTo>
                    <a:pt x="139065" y="1186302"/>
                  </a:lnTo>
                  <a:close/>
                  <a:moveTo>
                    <a:pt x="110998" y="1267605"/>
                  </a:moveTo>
                  <a:lnTo>
                    <a:pt x="428942" y="1585077"/>
                  </a:lnTo>
                  <a:lnTo>
                    <a:pt x="456438" y="1585077"/>
                  </a:lnTo>
                  <a:lnTo>
                    <a:pt x="118110" y="1247184"/>
                  </a:lnTo>
                  <a:cubicBezTo>
                    <a:pt x="115570" y="1254223"/>
                    <a:pt x="113221" y="1261009"/>
                    <a:pt x="110808" y="1267795"/>
                  </a:cubicBezTo>
                  <a:close/>
                  <a:moveTo>
                    <a:pt x="89662" y="1328233"/>
                  </a:moveTo>
                  <a:lnTo>
                    <a:pt x="346837" y="1585077"/>
                  </a:lnTo>
                  <a:lnTo>
                    <a:pt x="374333" y="1585077"/>
                  </a:lnTo>
                  <a:lnTo>
                    <a:pt x="96838" y="1307939"/>
                  </a:lnTo>
                  <a:cubicBezTo>
                    <a:pt x="94234" y="1314915"/>
                    <a:pt x="91884" y="1321701"/>
                    <a:pt x="89472" y="1328423"/>
                  </a:cubicBezTo>
                  <a:close/>
                  <a:moveTo>
                    <a:pt x="1792922" y="1361400"/>
                  </a:moveTo>
                  <a:lnTo>
                    <a:pt x="599122" y="169137"/>
                  </a:lnTo>
                  <a:cubicBezTo>
                    <a:pt x="594868" y="173956"/>
                    <a:pt x="590614" y="178966"/>
                    <a:pt x="586422" y="183976"/>
                  </a:cubicBezTo>
                  <a:lnTo>
                    <a:pt x="1809750" y="1405920"/>
                  </a:lnTo>
                  <a:cubicBezTo>
                    <a:pt x="1804035" y="1391251"/>
                    <a:pt x="1798383" y="1376475"/>
                    <a:pt x="1792732" y="1361591"/>
                  </a:cubicBezTo>
                  <a:close/>
                  <a:moveTo>
                    <a:pt x="1608772" y="849171"/>
                  </a:moveTo>
                  <a:lnTo>
                    <a:pt x="785876" y="27967"/>
                  </a:lnTo>
                  <a:cubicBezTo>
                    <a:pt x="779526" y="30631"/>
                    <a:pt x="773176" y="33421"/>
                    <a:pt x="766826" y="36402"/>
                  </a:cubicBezTo>
                  <a:lnTo>
                    <a:pt x="1624076" y="892549"/>
                  </a:lnTo>
                  <a:close/>
                  <a:moveTo>
                    <a:pt x="1745488" y="1231837"/>
                  </a:moveTo>
                  <a:lnTo>
                    <a:pt x="638873" y="127217"/>
                  </a:lnTo>
                  <a:cubicBezTo>
                    <a:pt x="634238" y="131720"/>
                    <a:pt x="629603" y="136222"/>
                    <a:pt x="625030" y="140915"/>
                  </a:cubicBezTo>
                  <a:lnTo>
                    <a:pt x="1760728" y="1275088"/>
                  </a:lnTo>
                  <a:close/>
                  <a:moveTo>
                    <a:pt x="1700149" y="1104493"/>
                  </a:moveTo>
                  <a:lnTo>
                    <a:pt x="682689" y="89166"/>
                  </a:lnTo>
                  <a:cubicBezTo>
                    <a:pt x="677609" y="93161"/>
                    <a:pt x="672528" y="97347"/>
                    <a:pt x="667512" y="101533"/>
                  </a:cubicBezTo>
                  <a:lnTo>
                    <a:pt x="1714818" y="1147490"/>
                  </a:lnTo>
                  <a:close/>
                  <a:moveTo>
                    <a:pt x="1558734" y="717197"/>
                  </a:moveTo>
                  <a:lnTo>
                    <a:pt x="848423" y="8435"/>
                  </a:lnTo>
                  <a:cubicBezTo>
                    <a:pt x="841058" y="10020"/>
                    <a:pt x="833691" y="11859"/>
                    <a:pt x="826453" y="13952"/>
                  </a:cubicBezTo>
                  <a:lnTo>
                    <a:pt x="1575753" y="762288"/>
                  </a:lnTo>
                  <a:cubicBezTo>
                    <a:pt x="1569974" y="747239"/>
                    <a:pt x="1564132" y="732272"/>
                    <a:pt x="1558354" y="717388"/>
                  </a:cubicBezTo>
                  <a:close/>
                  <a:moveTo>
                    <a:pt x="1655128" y="977593"/>
                  </a:moveTo>
                  <a:lnTo>
                    <a:pt x="731266" y="55491"/>
                  </a:lnTo>
                  <a:cubicBezTo>
                    <a:pt x="725615" y="58852"/>
                    <a:pt x="719963" y="62404"/>
                    <a:pt x="714375" y="66082"/>
                  </a:cubicBezTo>
                  <a:lnTo>
                    <a:pt x="1670050" y="1020337"/>
                  </a:lnTo>
                  <a:cubicBezTo>
                    <a:pt x="1664843" y="1006131"/>
                    <a:pt x="1659827" y="991925"/>
                    <a:pt x="1654746" y="977783"/>
                  </a:cubicBezTo>
                  <a:close/>
                  <a:moveTo>
                    <a:pt x="1289876" y="202621"/>
                  </a:moveTo>
                  <a:lnTo>
                    <a:pt x="1173035" y="85995"/>
                  </a:lnTo>
                  <a:cubicBezTo>
                    <a:pt x="1150029" y="68341"/>
                    <a:pt x="1125385" y="52924"/>
                    <a:pt x="1099439" y="39954"/>
                  </a:cubicBezTo>
                  <a:lnTo>
                    <a:pt x="1356423" y="296544"/>
                  </a:lnTo>
                  <a:cubicBezTo>
                    <a:pt x="1335786" y="264142"/>
                    <a:pt x="1313434" y="232854"/>
                    <a:pt x="1289495" y="202812"/>
                  </a:cubicBezTo>
                  <a:close/>
                  <a:moveTo>
                    <a:pt x="1501457" y="577994"/>
                  </a:moveTo>
                  <a:lnTo>
                    <a:pt x="922147" y="0"/>
                  </a:lnTo>
                  <a:cubicBezTo>
                    <a:pt x="913321" y="0"/>
                    <a:pt x="904558" y="634"/>
                    <a:pt x="895922" y="1332"/>
                  </a:cubicBezTo>
                  <a:lnTo>
                    <a:pt x="1521396" y="625938"/>
                  </a:lnTo>
                  <a:cubicBezTo>
                    <a:pt x="1514666" y="609894"/>
                    <a:pt x="1507934" y="593912"/>
                    <a:pt x="1501077" y="578185"/>
                  </a:cubicBezTo>
                  <a:close/>
                  <a:moveTo>
                    <a:pt x="1428496" y="423127"/>
                  </a:moveTo>
                  <a:lnTo>
                    <a:pt x="1013841" y="9576"/>
                  </a:lnTo>
                  <a:cubicBezTo>
                    <a:pt x="1002792" y="7039"/>
                    <a:pt x="991597" y="4926"/>
                    <a:pt x="980250" y="3234"/>
                  </a:cubicBezTo>
                  <a:lnTo>
                    <a:pt x="1455293" y="477667"/>
                  </a:lnTo>
                  <a:cubicBezTo>
                    <a:pt x="1446340" y="459275"/>
                    <a:pt x="1437322" y="441157"/>
                    <a:pt x="1428115" y="423317"/>
                  </a:cubicBezTo>
                  <a:close/>
                  <a:moveTo>
                    <a:pt x="456057" y="381651"/>
                  </a:moveTo>
                  <a:lnTo>
                    <a:pt x="1661033" y="1585077"/>
                  </a:lnTo>
                  <a:lnTo>
                    <a:pt x="1688592" y="1585077"/>
                  </a:lnTo>
                  <a:lnTo>
                    <a:pt x="465455" y="364084"/>
                  </a:lnTo>
                  <a:cubicBezTo>
                    <a:pt x="462153" y="369982"/>
                    <a:pt x="458915" y="375880"/>
                    <a:pt x="455676" y="381842"/>
                  </a:cubicBezTo>
                  <a:close/>
                  <a:moveTo>
                    <a:pt x="427990" y="435620"/>
                  </a:moveTo>
                  <a:lnTo>
                    <a:pt x="1578928" y="1585077"/>
                  </a:lnTo>
                  <a:lnTo>
                    <a:pt x="1606423" y="1585077"/>
                  </a:lnTo>
                  <a:lnTo>
                    <a:pt x="436880" y="417609"/>
                  </a:lnTo>
                  <a:cubicBezTo>
                    <a:pt x="433769" y="423634"/>
                    <a:pt x="430657" y="429659"/>
                    <a:pt x="427609" y="435810"/>
                  </a:cubicBezTo>
                  <a:close/>
                  <a:moveTo>
                    <a:pt x="1845564" y="1495847"/>
                  </a:moveTo>
                  <a:lnTo>
                    <a:pt x="561911" y="214354"/>
                  </a:lnTo>
                  <a:cubicBezTo>
                    <a:pt x="557975" y="219554"/>
                    <a:pt x="554101" y="224881"/>
                    <a:pt x="550164" y="230145"/>
                  </a:cubicBezTo>
                  <a:lnTo>
                    <a:pt x="1864614" y="1542904"/>
                  </a:lnTo>
                  <a:cubicBezTo>
                    <a:pt x="1858137" y="1527429"/>
                    <a:pt x="1851660" y="1511828"/>
                    <a:pt x="1845183" y="1496037"/>
                  </a:cubicBezTo>
                  <a:close/>
                  <a:moveTo>
                    <a:pt x="375222" y="547553"/>
                  </a:moveTo>
                  <a:lnTo>
                    <a:pt x="1414272" y="1585267"/>
                  </a:lnTo>
                  <a:lnTo>
                    <a:pt x="1441831" y="1585267"/>
                  </a:lnTo>
                  <a:lnTo>
                    <a:pt x="383730" y="528528"/>
                  </a:lnTo>
                  <a:cubicBezTo>
                    <a:pt x="381000" y="534870"/>
                    <a:pt x="378016" y="541148"/>
                    <a:pt x="375222" y="547553"/>
                  </a:cubicBezTo>
                  <a:close/>
                  <a:moveTo>
                    <a:pt x="400622" y="491111"/>
                  </a:moveTo>
                  <a:lnTo>
                    <a:pt x="1496251" y="1585267"/>
                  </a:lnTo>
                  <a:lnTo>
                    <a:pt x="1524000" y="1585267"/>
                  </a:lnTo>
                  <a:lnTo>
                    <a:pt x="409702" y="472466"/>
                  </a:lnTo>
                  <a:close/>
                  <a:moveTo>
                    <a:pt x="516509" y="278723"/>
                  </a:moveTo>
                  <a:lnTo>
                    <a:pt x="1824609" y="1585140"/>
                  </a:lnTo>
                  <a:lnTo>
                    <a:pt x="1852105" y="1585140"/>
                  </a:lnTo>
                  <a:lnTo>
                    <a:pt x="527685" y="262235"/>
                  </a:lnTo>
                  <a:cubicBezTo>
                    <a:pt x="524002" y="267689"/>
                    <a:pt x="520319" y="273079"/>
                    <a:pt x="516699" y="278723"/>
                  </a:cubicBezTo>
                  <a:close/>
                  <a:moveTo>
                    <a:pt x="484759" y="329458"/>
                  </a:moveTo>
                  <a:lnTo>
                    <a:pt x="1742059" y="1585140"/>
                  </a:lnTo>
                  <a:lnTo>
                    <a:pt x="1769555" y="1585140"/>
                  </a:lnTo>
                  <a:lnTo>
                    <a:pt x="495617" y="312208"/>
                  </a:lnTo>
                  <a:cubicBezTo>
                    <a:pt x="492125" y="317916"/>
                    <a:pt x="488950" y="323814"/>
                    <a:pt x="485267" y="329395"/>
                  </a:cubicBezTo>
                  <a:close/>
                  <a:moveTo>
                    <a:pt x="350076" y="605010"/>
                  </a:moveTo>
                  <a:lnTo>
                    <a:pt x="1331659" y="1585330"/>
                  </a:lnTo>
                  <a:lnTo>
                    <a:pt x="1359154" y="1585330"/>
                  </a:lnTo>
                  <a:lnTo>
                    <a:pt x="358775" y="585668"/>
                  </a:ln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5"/>
            <p:cNvSpPr/>
            <p:nvPr/>
          </p:nvSpPr>
          <p:spPr>
            <a:xfrm>
              <a:off x="7686167" y="1131008"/>
              <a:ext cx="683038" cy="475637"/>
            </a:xfrm>
            <a:custGeom>
              <a:avLst/>
              <a:gdLst/>
              <a:ahLst/>
              <a:cxnLst/>
              <a:rect l="l" t="t" r="r" b="b"/>
              <a:pathLst>
                <a:path w="1821434" h="1268365" extrusionOk="0">
                  <a:moveTo>
                    <a:pt x="840804" y="0"/>
                  </a:moveTo>
                  <a:cubicBezTo>
                    <a:pt x="537718" y="0"/>
                    <a:pt x="314134" y="728422"/>
                    <a:pt x="0" y="1268366"/>
                  </a:cubicBezTo>
                  <a:lnTo>
                    <a:pt x="1821435" y="1268366"/>
                  </a:lnTo>
                  <a:cubicBezTo>
                    <a:pt x="1438784" y="781440"/>
                    <a:pt x="1172337" y="0"/>
                    <a:pt x="840804" y="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5"/>
            <p:cNvSpPr/>
            <p:nvPr/>
          </p:nvSpPr>
          <p:spPr>
            <a:xfrm>
              <a:off x="8243403" y="898161"/>
              <a:ext cx="710732" cy="708485"/>
            </a:xfrm>
            <a:custGeom>
              <a:avLst/>
              <a:gdLst/>
              <a:ahLst/>
              <a:cxnLst/>
              <a:rect l="l" t="t" r="r" b="b"/>
              <a:pathLst>
                <a:path w="1895284" h="1889294" extrusionOk="0">
                  <a:moveTo>
                    <a:pt x="878205" y="1889294"/>
                  </a:moveTo>
                  <a:lnTo>
                    <a:pt x="931735" y="1889294"/>
                  </a:lnTo>
                  <a:lnTo>
                    <a:pt x="931735" y="14333"/>
                  </a:lnTo>
                  <a:cubicBezTo>
                    <a:pt x="913194" y="20420"/>
                    <a:pt x="895286" y="28190"/>
                    <a:pt x="878205" y="37544"/>
                  </a:cubicBezTo>
                  <a:close/>
                  <a:moveTo>
                    <a:pt x="607695" y="1889294"/>
                  </a:moveTo>
                  <a:lnTo>
                    <a:pt x="661226" y="1889294"/>
                  </a:lnTo>
                  <a:lnTo>
                    <a:pt x="661226" y="256971"/>
                  </a:lnTo>
                  <a:cubicBezTo>
                    <a:pt x="643065" y="284241"/>
                    <a:pt x="625221" y="313223"/>
                    <a:pt x="607695" y="343917"/>
                  </a:cubicBezTo>
                  <a:close/>
                  <a:moveTo>
                    <a:pt x="427419" y="1889294"/>
                  </a:moveTo>
                  <a:lnTo>
                    <a:pt x="480885" y="1889294"/>
                  </a:lnTo>
                  <a:lnTo>
                    <a:pt x="480885" y="601903"/>
                  </a:lnTo>
                  <a:cubicBezTo>
                    <a:pt x="462852" y="643505"/>
                    <a:pt x="445009" y="686357"/>
                    <a:pt x="427419" y="730452"/>
                  </a:cubicBezTo>
                  <a:close/>
                  <a:moveTo>
                    <a:pt x="697865" y="1889294"/>
                  </a:moveTo>
                  <a:lnTo>
                    <a:pt x="751396" y="1889294"/>
                  </a:lnTo>
                  <a:lnTo>
                    <a:pt x="751396" y="140281"/>
                  </a:lnTo>
                  <a:cubicBezTo>
                    <a:pt x="733171" y="160068"/>
                    <a:pt x="715328" y="181651"/>
                    <a:pt x="697865" y="205031"/>
                  </a:cubicBezTo>
                  <a:close/>
                  <a:moveTo>
                    <a:pt x="517525" y="1889294"/>
                  </a:moveTo>
                  <a:lnTo>
                    <a:pt x="571056" y="1889294"/>
                  </a:lnTo>
                  <a:lnTo>
                    <a:pt x="571056" y="411141"/>
                  </a:lnTo>
                  <a:cubicBezTo>
                    <a:pt x="552895" y="445894"/>
                    <a:pt x="535115" y="482296"/>
                    <a:pt x="517525" y="520030"/>
                  </a:cubicBezTo>
                  <a:close/>
                  <a:moveTo>
                    <a:pt x="66675" y="1889294"/>
                  </a:moveTo>
                  <a:lnTo>
                    <a:pt x="120206" y="1889294"/>
                  </a:lnTo>
                  <a:lnTo>
                    <a:pt x="120206" y="1579813"/>
                  </a:lnTo>
                  <a:cubicBezTo>
                    <a:pt x="102489" y="1628309"/>
                    <a:pt x="84646" y="1676037"/>
                    <a:pt x="66675" y="1723011"/>
                  </a:cubicBezTo>
                  <a:close/>
                  <a:moveTo>
                    <a:pt x="30035" y="1889294"/>
                  </a:moveTo>
                  <a:lnTo>
                    <a:pt x="30035" y="1816363"/>
                  </a:lnTo>
                  <a:cubicBezTo>
                    <a:pt x="20066" y="1841014"/>
                    <a:pt x="10096" y="1865322"/>
                    <a:pt x="0" y="1889294"/>
                  </a:cubicBezTo>
                  <a:close/>
                  <a:moveTo>
                    <a:pt x="247015" y="1889294"/>
                  </a:moveTo>
                  <a:lnTo>
                    <a:pt x="300482" y="1889294"/>
                  </a:lnTo>
                  <a:lnTo>
                    <a:pt x="300482" y="1069676"/>
                  </a:lnTo>
                  <a:cubicBezTo>
                    <a:pt x="282639" y="1119986"/>
                    <a:pt x="264858" y="1170721"/>
                    <a:pt x="247015" y="1221880"/>
                  </a:cubicBezTo>
                  <a:close/>
                  <a:moveTo>
                    <a:pt x="337185" y="1889294"/>
                  </a:moveTo>
                  <a:lnTo>
                    <a:pt x="390652" y="1889294"/>
                  </a:lnTo>
                  <a:lnTo>
                    <a:pt x="390652" y="823867"/>
                  </a:lnTo>
                  <a:cubicBezTo>
                    <a:pt x="372682" y="870923"/>
                    <a:pt x="354902" y="918823"/>
                    <a:pt x="337185" y="967573"/>
                  </a:cubicBezTo>
                  <a:close/>
                  <a:moveTo>
                    <a:pt x="156845" y="1889294"/>
                  </a:moveTo>
                  <a:lnTo>
                    <a:pt x="210376" y="1889294"/>
                  </a:lnTo>
                  <a:lnTo>
                    <a:pt x="210376" y="1326393"/>
                  </a:lnTo>
                  <a:cubicBezTo>
                    <a:pt x="192532" y="1377128"/>
                    <a:pt x="174689" y="1427691"/>
                    <a:pt x="156845" y="1478090"/>
                  </a:cubicBezTo>
                  <a:close/>
                  <a:moveTo>
                    <a:pt x="787971" y="1889294"/>
                  </a:moveTo>
                  <a:lnTo>
                    <a:pt x="841502" y="1889294"/>
                  </a:lnTo>
                  <a:lnTo>
                    <a:pt x="841502" y="60184"/>
                  </a:lnTo>
                  <a:cubicBezTo>
                    <a:pt x="822643" y="73317"/>
                    <a:pt x="804799" y="87748"/>
                    <a:pt x="787971" y="103372"/>
                  </a:cubicBezTo>
                  <a:close/>
                  <a:moveTo>
                    <a:pt x="1501902" y="1889294"/>
                  </a:moveTo>
                  <a:lnTo>
                    <a:pt x="1555369" y="1889294"/>
                  </a:lnTo>
                  <a:lnTo>
                    <a:pt x="1555369" y="725442"/>
                  </a:lnTo>
                  <a:cubicBezTo>
                    <a:pt x="1538033" y="671917"/>
                    <a:pt x="1520254" y="620041"/>
                    <a:pt x="1501902" y="570194"/>
                  </a:cubicBezTo>
                  <a:close/>
                  <a:moveTo>
                    <a:pt x="1592008" y="1889294"/>
                  </a:moveTo>
                  <a:lnTo>
                    <a:pt x="1645539" y="1889294"/>
                  </a:lnTo>
                  <a:lnTo>
                    <a:pt x="1645539" y="1026298"/>
                  </a:lnTo>
                  <a:cubicBezTo>
                    <a:pt x="1628013" y="964021"/>
                    <a:pt x="1610234" y="902569"/>
                    <a:pt x="1592008" y="842385"/>
                  </a:cubicBezTo>
                  <a:close/>
                  <a:moveTo>
                    <a:pt x="1682179" y="1889294"/>
                  </a:moveTo>
                  <a:lnTo>
                    <a:pt x="1735709" y="1889294"/>
                  </a:lnTo>
                  <a:lnTo>
                    <a:pt x="1735709" y="1353980"/>
                  </a:lnTo>
                  <a:cubicBezTo>
                    <a:pt x="1717866" y="1288786"/>
                    <a:pt x="1700085" y="1223339"/>
                    <a:pt x="1682179" y="1158272"/>
                  </a:cubicBezTo>
                  <a:close/>
                  <a:moveTo>
                    <a:pt x="1862519" y="1790425"/>
                  </a:moveTo>
                  <a:lnTo>
                    <a:pt x="1862519" y="1889294"/>
                  </a:lnTo>
                  <a:lnTo>
                    <a:pt x="1895284" y="1889294"/>
                  </a:lnTo>
                  <a:cubicBezTo>
                    <a:pt x="1884235" y="1856995"/>
                    <a:pt x="1873314" y="1824037"/>
                    <a:pt x="1862582" y="1790425"/>
                  </a:cubicBezTo>
                  <a:close/>
                  <a:moveTo>
                    <a:pt x="1772348" y="1889294"/>
                  </a:moveTo>
                  <a:lnTo>
                    <a:pt x="1825879" y="1889294"/>
                  </a:lnTo>
                  <a:lnTo>
                    <a:pt x="1825879" y="1671833"/>
                  </a:lnTo>
                  <a:cubicBezTo>
                    <a:pt x="1807718" y="1611205"/>
                    <a:pt x="1789938" y="1549245"/>
                    <a:pt x="1772348" y="1486525"/>
                  </a:cubicBezTo>
                  <a:close/>
                  <a:moveTo>
                    <a:pt x="968375" y="4883"/>
                  </a:moveTo>
                  <a:lnTo>
                    <a:pt x="968375" y="1889294"/>
                  </a:lnTo>
                  <a:lnTo>
                    <a:pt x="1021842" y="1889294"/>
                  </a:lnTo>
                  <a:lnTo>
                    <a:pt x="1021842" y="0"/>
                  </a:lnTo>
                  <a:lnTo>
                    <a:pt x="1020191" y="0"/>
                  </a:lnTo>
                  <a:cubicBezTo>
                    <a:pt x="1002792" y="-8"/>
                    <a:pt x="985457" y="1627"/>
                    <a:pt x="968375" y="4883"/>
                  </a:cubicBezTo>
                  <a:close/>
                  <a:moveTo>
                    <a:pt x="1050925" y="1889294"/>
                  </a:moveTo>
                  <a:lnTo>
                    <a:pt x="1104456" y="1889294"/>
                  </a:lnTo>
                  <a:lnTo>
                    <a:pt x="1104456" y="13318"/>
                  </a:lnTo>
                  <a:cubicBezTo>
                    <a:pt x="1087057" y="7658"/>
                    <a:pt x="1069086" y="3770"/>
                    <a:pt x="1050925" y="1712"/>
                  </a:cubicBezTo>
                  <a:close/>
                  <a:moveTo>
                    <a:pt x="1141096" y="1889294"/>
                  </a:moveTo>
                  <a:lnTo>
                    <a:pt x="1194626" y="1889294"/>
                  </a:lnTo>
                  <a:lnTo>
                    <a:pt x="1194626" y="60564"/>
                  </a:lnTo>
                  <a:cubicBezTo>
                    <a:pt x="1177862" y="48103"/>
                    <a:pt x="1159891" y="37232"/>
                    <a:pt x="1141096" y="28094"/>
                  </a:cubicBezTo>
                  <a:close/>
                  <a:moveTo>
                    <a:pt x="1321435" y="1889294"/>
                  </a:moveTo>
                  <a:lnTo>
                    <a:pt x="1374902" y="1889294"/>
                  </a:lnTo>
                  <a:lnTo>
                    <a:pt x="1374902" y="284304"/>
                  </a:lnTo>
                  <a:cubicBezTo>
                    <a:pt x="1357694" y="253187"/>
                    <a:pt x="1339850" y="224205"/>
                    <a:pt x="1321435" y="197358"/>
                  </a:cubicBezTo>
                  <a:close/>
                  <a:moveTo>
                    <a:pt x="1231265" y="90942"/>
                  </a:moveTo>
                  <a:lnTo>
                    <a:pt x="1231265" y="1889294"/>
                  </a:lnTo>
                  <a:lnTo>
                    <a:pt x="1284732" y="1889294"/>
                  </a:lnTo>
                  <a:lnTo>
                    <a:pt x="1284732" y="148335"/>
                  </a:lnTo>
                  <a:cubicBezTo>
                    <a:pt x="1268349" y="127978"/>
                    <a:pt x="1250569" y="108800"/>
                    <a:pt x="1231456" y="90942"/>
                  </a:cubicBezTo>
                  <a:close/>
                  <a:moveTo>
                    <a:pt x="1411605" y="1889294"/>
                  </a:moveTo>
                  <a:lnTo>
                    <a:pt x="1465072" y="1889294"/>
                  </a:lnTo>
                  <a:lnTo>
                    <a:pt x="1465072" y="475637"/>
                  </a:lnTo>
                  <a:cubicBezTo>
                    <a:pt x="1447800" y="433401"/>
                    <a:pt x="1430021" y="393193"/>
                    <a:pt x="1411605" y="355142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5"/>
            <p:cNvSpPr/>
            <p:nvPr/>
          </p:nvSpPr>
          <p:spPr>
            <a:xfrm>
              <a:off x="7686239" y="1569757"/>
              <a:ext cx="46601" cy="36885"/>
            </a:xfrm>
            <a:custGeom>
              <a:avLst/>
              <a:gdLst/>
              <a:ahLst/>
              <a:cxnLst/>
              <a:rect l="l" t="t" r="r" b="b"/>
              <a:pathLst>
                <a:path w="124269" h="98361" extrusionOk="0">
                  <a:moveTo>
                    <a:pt x="0" y="98362"/>
                  </a:moveTo>
                  <a:lnTo>
                    <a:pt x="124269" y="98362"/>
                  </a:lnTo>
                  <a:cubicBezTo>
                    <a:pt x="101409" y="63926"/>
                    <a:pt x="78549" y="30821"/>
                    <a:pt x="55245" y="0"/>
                  </a:cubicBezTo>
                  <a:cubicBezTo>
                    <a:pt x="37020" y="33358"/>
                    <a:pt x="18606" y="66145"/>
                    <a:pt x="0" y="98362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5"/>
            <p:cNvSpPr/>
            <p:nvPr/>
          </p:nvSpPr>
          <p:spPr>
            <a:xfrm>
              <a:off x="8369228" y="1606642"/>
              <a:ext cx="459581" cy="142691"/>
            </a:xfrm>
            <a:custGeom>
              <a:avLst/>
              <a:gdLst/>
              <a:ahLst/>
              <a:cxnLst/>
              <a:rect l="l" t="t" r="r" b="b"/>
              <a:pathLst>
                <a:path w="1225550" h="380509" extrusionOk="0">
                  <a:moveTo>
                    <a:pt x="607632" y="380510"/>
                  </a:moveTo>
                  <a:cubicBezTo>
                    <a:pt x="862712" y="380510"/>
                    <a:pt x="1059435" y="217271"/>
                    <a:pt x="1225550" y="0"/>
                  </a:cubicBezTo>
                  <a:lnTo>
                    <a:pt x="0" y="0"/>
                  </a:lnTo>
                  <a:cubicBezTo>
                    <a:pt x="173101" y="220442"/>
                    <a:pt x="370078" y="380510"/>
                    <a:pt x="607632" y="38051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5"/>
            <p:cNvSpPr/>
            <p:nvPr/>
          </p:nvSpPr>
          <p:spPr>
            <a:xfrm>
              <a:off x="6000837" y="1606143"/>
              <a:ext cx="506206" cy="237366"/>
            </a:xfrm>
            <a:custGeom>
              <a:avLst/>
              <a:gdLst/>
              <a:ahLst/>
              <a:cxnLst/>
              <a:rect l="l" t="t" r="r" b="b"/>
              <a:pathLst>
                <a:path w="1349883" h="632977" extrusionOk="0">
                  <a:moveTo>
                    <a:pt x="617347" y="0"/>
                  </a:moveTo>
                  <a:cubicBezTo>
                    <a:pt x="595535" y="0"/>
                    <a:pt x="577850" y="17662"/>
                    <a:pt x="577850" y="39446"/>
                  </a:cubicBezTo>
                  <a:cubicBezTo>
                    <a:pt x="577850" y="39465"/>
                    <a:pt x="577850" y="39491"/>
                    <a:pt x="577850" y="39509"/>
                  </a:cubicBezTo>
                  <a:lnTo>
                    <a:pt x="577850" y="569877"/>
                  </a:lnTo>
                  <a:cubicBezTo>
                    <a:pt x="577850" y="591661"/>
                    <a:pt x="595535" y="609323"/>
                    <a:pt x="617347" y="609323"/>
                  </a:cubicBezTo>
                  <a:cubicBezTo>
                    <a:pt x="639159" y="609323"/>
                    <a:pt x="656844" y="591661"/>
                    <a:pt x="656844" y="569877"/>
                  </a:cubicBezTo>
                  <a:lnTo>
                    <a:pt x="656844" y="39509"/>
                  </a:lnTo>
                  <a:cubicBezTo>
                    <a:pt x="656876" y="17725"/>
                    <a:pt x="639223" y="38"/>
                    <a:pt x="617411" y="0"/>
                  </a:cubicBezTo>
                  <a:cubicBezTo>
                    <a:pt x="617392" y="0"/>
                    <a:pt x="617366" y="0"/>
                    <a:pt x="617347" y="0"/>
                  </a:cubicBezTo>
                  <a:close/>
                  <a:moveTo>
                    <a:pt x="39497" y="0"/>
                  </a:moveTo>
                  <a:cubicBezTo>
                    <a:pt x="17685" y="0"/>
                    <a:pt x="0" y="17662"/>
                    <a:pt x="0" y="39446"/>
                  </a:cubicBezTo>
                  <a:cubicBezTo>
                    <a:pt x="0" y="39465"/>
                    <a:pt x="0" y="39491"/>
                    <a:pt x="0" y="39509"/>
                  </a:cubicBezTo>
                  <a:lnTo>
                    <a:pt x="0" y="69506"/>
                  </a:lnTo>
                  <a:cubicBezTo>
                    <a:pt x="0" y="91291"/>
                    <a:pt x="17685" y="108953"/>
                    <a:pt x="39497" y="108953"/>
                  </a:cubicBezTo>
                  <a:cubicBezTo>
                    <a:pt x="61309" y="108953"/>
                    <a:pt x="78994" y="91291"/>
                    <a:pt x="78994" y="69506"/>
                  </a:cubicBezTo>
                  <a:lnTo>
                    <a:pt x="78994" y="39509"/>
                  </a:lnTo>
                  <a:cubicBezTo>
                    <a:pt x="79032" y="17821"/>
                    <a:pt x="61532" y="171"/>
                    <a:pt x="39815" y="0"/>
                  </a:cubicBezTo>
                  <a:close/>
                  <a:moveTo>
                    <a:pt x="501523" y="0"/>
                  </a:moveTo>
                  <a:cubicBezTo>
                    <a:pt x="479711" y="0"/>
                    <a:pt x="462026" y="17662"/>
                    <a:pt x="462026" y="39446"/>
                  </a:cubicBezTo>
                  <a:cubicBezTo>
                    <a:pt x="462026" y="39465"/>
                    <a:pt x="462026" y="39491"/>
                    <a:pt x="462026" y="39509"/>
                  </a:cubicBezTo>
                  <a:lnTo>
                    <a:pt x="462026" y="513561"/>
                  </a:lnTo>
                  <a:cubicBezTo>
                    <a:pt x="462026" y="535345"/>
                    <a:pt x="479711" y="553007"/>
                    <a:pt x="501523" y="553007"/>
                  </a:cubicBezTo>
                  <a:cubicBezTo>
                    <a:pt x="523336" y="553007"/>
                    <a:pt x="541020" y="535345"/>
                    <a:pt x="541020" y="513561"/>
                  </a:cubicBezTo>
                  <a:lnTo>
                    <a:pt x="541020" y="39509"/>
                  </a:lnTo>
                  <a:cubicBezTo>
                    <a:pt x="541058" y="17821"/>
                    <a:pt x="523558" y="171"/>
                    <a:pt x="501841" y="0"/>
                  </a:cubicBezTo>
                  <a:close/>
                  <a:moveTo>
                    <a:pt x="386017" y="0"/>
                  </a:moveTo>
                  <a:cubicBezTo>
                    <a:pt x="364205" y="0"/>
                    <a:pt x="346520" y="17662"/>
                    <a:pt x="346520" y="39446"/>
                  </a:cubicBezTo>
                  <a:cubicBezTo>
                    <a:pt x="346520" y="39465"/>
                    <a:pt x="346520" y="39491"/>
                    <a:pt x="346520" y="39509"/>
                  </a:cubicBezTo>
                  <a:lnTo>
                    <a:pt x="346520" y="437206"/>
                  </a:lnTo>
                  <a:cubicBezTo>
                    <a:pt x="346520" y="458990"/>
                    <a:pt x="364205" y="476652"/>
                    <a:pt x="386017" y="476652"/>
                  </a:cubicBezTo>
                  <a:cubicBezTo>
                    <a:pt x="407829" y="476652"/>
                    <a:pt x="425514" y="458990"/>
                    <a:pt x="425514" y="437206"/>
                  </a:cubicBezTo>
                  <a:lnTo>
                    <a:pt x="425514" y="39509"/>
                  </a:lnTo>
                  <a:cubicBezTo>
                    <a:pt x="425552" y="17821"/>
                    <a:pt x="408051" y="171"/>
                    <a:pt x="386334" y="0"/>
                  </a:cubicBezTo>
                  <a:close/>
                  <a:moveTo>
                    <a:pt x="155004" y="0"/>
                  </a:moveTo>
                  <a:cubicBezTo>
                    <a:pt x="133191" y="0"/>
                    <a:pt x="115507" y="17662"/>
                    <a:pt x="115507" y="39446"/>
                  </a:cubicBezTo>
                  <a:cubicBezTo>
                    <a:pt x="115507" y="39465"/>
                    <a:pt x="115507" y="39491"/>
                    <a:pt x="115507" y="39509"/>
                  </a:cubicBezTo>
                  <a:lnTo>
                    <a:pt x="115507" y="171356"/>
                  </a:lnTo>
                  <a:cubicBezTo>
                    <a:pt x="115507" y="193140"/>
                    <a:pt x="133191" y="210802"/>
                    <a:pt x="155004" y="210802"/>
                  </a:cubicBezTo>
                  <a:cubicBezTo>
                    <a:pt x="176816" y="210802"/>
                    <a:pt x="194501" y="193140"/>
                    <a:pt x="194501" y="171356"/>
                  </a:cubicBezTo>
                  <a:lnTo>
                    <a:pt x="194501" y="39509"/>
                  </a:lnTo>
                  <a:cubicBezTo>
                    <a:pt x="194539" y="17821"/>
                    <a:pt x="177038" y="171"/>
                    <a:pt x="155321" y="0"/>
                  </a:cubicBezTo>
                  <a:close/>
                  <a:moveTo>
                    <a:pt x="270510" y="0"/>
                  </a:moveTo>
                  <a:cubicBezTo>
                    <a:pt x="248698" y="0"/>
                    <a:pt x="231013" y="17662"/>
                    <a:pt x="231013" y="39446"/>
                  </a:cubicBezTo>
                  <a:cubicBezTo>
                    <a:pt x="231013" y="39465"/>
                    <a:pt x="231013" y="39491"/>
                    <a:pt x="231013" y="39509"/>
                  </a:cubicBezTo>
                  <a:lnTo>
                    <a:pt x="231013" y="322355"/>
                  </a:lnTo>
                  <a:cubicBezTo>
                    <a:pt x="231013" y="344139"/>
                    <a:pt x="248698" y="361801"/>
                    <a:pt x="270510" y="361801"/>
                  </a:cubicBezTo>
                  <a:cubicBezTo>
                    <a:pt x="292322" y="361801"/>
                    <a:pt x="310007" y="344139"/>
                    <a:pt x="310007" y="322355"/>
                  </a:cubicBezTo>
                  <a:lnTo>
                    <a:pt x="310007" y="39509"/>
                  </a:lnTo>
                  <a:cubicBezTo>
                    <a:pt x="310045" y="17821"/>
                    <a:pt x="292545" y="171"/>
                    <a:pt x="270828" y="0"/>
                  </a:cubicBezTo>
                  <a:close/>
                  <a:moveTo>
                    <a:pt x="848360" y="0"/>
                  </a:moveTo>
                  <a:cubicBezTo>
                    <a:pt x="826548" y="0"/>
                    <a:pt x="808863" y="17662"/>
                    <a:pt x="808863" y="39446"/>
                  </a:cubicBezTo>
                  <a:cubicBezTo>
                    <a:pt x="808863" y="39465"/>
                    <a:pt x="808863" y="39491"/>
                    <a:pt x="808863" y="39509"/>
                  </a:cubicBezTo>
                  <a:lnTo>
                    <a:pt x="808863" y="580911"/>
                  </a:lnTo>
                  <a:cubicBezTo>
                    <a:pt x="808863" y="602696"/>
                    <a:pt x="826548" y="620358"/>
                    <a:pt x="848360" y="620358"/>
                  </a:cubicBezTo>
                  <a:cubicBezTo>
                    <a:pt x="870172" y="620358"/>
                    <a:pt x="887857" y="602696"/>
                    <a:pt x="887857" y="580911"/>
                  </a:cubicBezTo>
                  <a:lnTo>
                    <a:pt x="887857" y="39509"/>
                  </a:lnTo>
                  <a:cubicBezTo>
                    <a:pt x="887889" y="17725"/>
                    <a:pt x="870236" y="38"/>
                    <a:pt x="848424" y="0"/>
                  </a:cubicBezTo>
                  <a:cubicBezTo>
                    <a:pt x="848405" y="0"/>
                    <a:pt x="848379" y="0"/>
                    <a:pt x="848360" y="0"/>
                  </a:cubicBezTo>
                  <a:close/>
                  <a:moveTo>
                    <a:pt x="1194880" y="0"/>
                  </a:moveTo>
                  <a:cubicBezTo>
                    <a:pt x="1173068" y="0"/>
                    <a:pt x="1155383" y="17662"/>
                    <a:pt x="1155383" y="39446"/>
                  </a:cubicBezTo>
                  <a:cubicBezTo>
                    <a:pt x="1155383" y="39465"/>
                    <a:pt x="1155383" y="39491"/>
                    <a:pt x="1155383" y="39509"/>
                  </a:cubicBezTo>
                  <a:lnTo>
                    <a:pt x="1155383" y="236106"/>
                  </a:lnTo>
                  <a:cubicBezTo>
                    <a:pt x="1155383" y="257890"/>
                    <a:pt x="1173068" y="275552"/>
                    <a:pt x="1194880" y="275552"/>
                  </a:cubicBezTo>
                  <a:cubicBezTo>
                    <a:pt x="1216692" y="275552"/>
                    <a:pt x="1234377" y="257890"/>
                    <a:pt x="1234377" y="236106"/>
                  </a:cubicBezTo>
                  <a:lnTo>
                    <a:pt x="1234377" y="39509"/>
                  </a:lnTo>
                  <a:cubicBezTo>
                    <a:pt x="1234408" y="17725"/>
                    <a:pt x="1216756" y="38"/>
                    <a:pt x="1194943" y="0"/>
                  </a:cubicBezTo>
                  <a:cubicBezTo>
                    <a:pt x="1194924" y="0"/>
                    <a:pt x="1194899" y="0"/>
                    <a:pt x="1194880" y="0"/>
                  </a:cubicBezTo>
                  <a:close/>
                  <a:moveTo>
                    <a:pt x="1310386" y="0"/>
                  </a:moveTo>
                  <a:cubicBezTo>
                    <a:pt x="1288574" y="0"/>
                    <a:pt x="1270889" y="17662"/>
                    <a:pt x="1270889" y="39446"/>
                  </a:cubicBezTo>
                  <a:cubicBezTo>
                    <a:pt x="1270889" y="39465"/>
                    <a:pt x="1270889" y="39491"/>
                    <a:pt x="1270889" y="39509"/>
                  </a:cubicBezTo>
                  <a:lnTo>
                    <a:pt x="1270889" y="71219"/>
                  </a:lnTo>
                  <a:cubicBezTo>
                    <a:pt x="1270889" y="93003"/>
                    <a:pt x="1288574" y="110665"/>
                    <a:pt x="1310386" y="110665"/>
                  </a:cubicBezTo>
                  <a:cubicBezTo>
                    <a:pt x="1332199" y="110665"/>
                    <a:pt x="1349883" y="93003"/>
                    <a:pt x="1349883" y="71219"/>
                  </a:cubicBezTo>
                  <a:lnTo>
                    <a:pt x="1349883" y="39509"/>
                  </a:lnTo>
                  <a:cubicBezTo>
                    <a:pt x="1349915" y="17725"/>
                    <a:pt x="1332262" y="38"/>
                    <a:pt x="1310450" y="0"/>
                  </a:cubicBezTo>
                  <a:cubicBezTo>
                    <a:pt x="1310431" y="0"/>
                    <a:pt x="1310405" y="0"/>
                    <a:pt x="1310386" y="0"/>
                  </a:cubicBezTo>
                  <a:close/>
                  <a:moveTo>
                    <a:pt x="732536" y="0"/>
                  </a:moveTo>
                  <a:cubicBezTo>
                    <a:pt x="710724" y="0"/>
                    <a:pt x="693039" y="17662"/>
                    <a:pt x="693039" y="39446"/>
                  </a:cubicBezTo>
                  <a:cubicBezTo>
                    <a:pt x="693039" y="39465"/>
                    <a:pt x="693039" y="39491"/>
                    <a:pt x="693039" y="39509"/>
                  </a:cubicBezTo>
                  <a:lnTo>
                    <a:pt x="693039" y="593532"/>
                  </a:lnTo>
                  <a:cubicBezTo>
                    <a:pt x="693039" y="615316"/>
                    <a:pt x="710724" y="632978"/>
                    <a:pt x="732536" y="632978"/>
                  </a:cubicBezTo>
                  <a:cubicBezTo>
                    <a:pt x="754349" y="632978"/>
                    <a:pt x="772033" y="615316"/>
                    <a:pt x="772033" y="593532"/>
                  </a:cubicBezTo>
                  <a:lnTo>
                    <a:pt x="772033" y="39509"/>
                  </a:lnTo>
                  <a:cubicBezTo>
                    <a:pt x="772072" y="17821"/>
                    <a:pt x="754571" y="171"/>
                    <a:pt x="732854" y="0"/>
                  </a:cubicBezTo>
                  <a:close/>
                  <a:moveTo>
                    <a:pt x="1079056" y="0"/>
                  </a:moveTo>
                  <a:cubicBezTo>
                    <a:pt x="1057244" y="0"/>
                    <a:pt x="1039559" y="17662"/>
                    <a:pt x="1039559" y="39446"/>
                  </a:cubicBezTo>
                  <a:cubicBezTo>
                    <a:pt x="1039559" y="39465"/>
                    <a:pt x="1039559" y="39491"/>
                    <a:pt x="1039559" y="39509"/>
                  </a:cubicBezTo>
                  <a:lnTo>
                    <a:pt x="1039559" y="411141"/>
                  </a:lnTo>
                  <a:cubicBezTo>
                    <a:pt x="1039559" y="432925"/>
                    <a:pt x="1057244" y="450587"/>
                    <a:pt x="1079056" y="450587"/>
                  </a:cubicBezTo>
                  <a:cubicBezTo>
                    <a:pt x="1100868" y="450587"/>
                    <a:pt x="1118553" y="432925"/>
                    <a:pt x="1118553" y="411141"/>
                  </a:cubicBezTo>
                  <a:lnTo>
                    <a:pt x="1118553" y="39509"/>
                  </a:lnTo>
                  <a:cubicBezTo>
                    <a:pt x="1118591" y="17821"/>
                    <a:pt x="1101090" y="171"/>
                    <a:pt x="1079373" y="0"/>
                  </a:cubicBezTo>
                  <a:close/>
                  <a:moveTo>
                    <a:pt x="963549" y="0"/>
                  </a:moveTo>
                  <a:lnTo>
                    <a:pt x="963549" y="0"/>
                  </a:lnTo>
                  <a:cubicBezTo>
                    <a:pt x="941737" y="0"/>
                    <a:pt x="924052" y="17662"/>
                    <a:pt x="924052" y="39446"/>
                  </a:cubicBezTo>
                  <a:cubicBezTo>
                    <a:pt x="924052" y="39465"/>
                    <a:pt x="924052" y="39491"/>
                    <a:pt x="924052" y="39509"/>
                  </a:cubicBezTo>
                  <a:lnTo>
                    <a:pt x="924052" y="524913"/>
                  </a:lnTo>
                  <a:cubicBezTo>
                    <a:pt x="924014" y="546697"/>
                    <a:pt x="941674" y="564391"/>
                    <a:pt x="963486" y="564423"/>
                  </a:cubicBezTo>
                  <a:cubicBezTo>
                    <a:pt x="963594" y="564423"/>
                    <a:pt x="963695" y="564423"/>
                    <a:pt x="963803" y="564423"/>
                  </a:cubicBezTo>
                  <a:lnTo>
                    <a:pt x="963803" y="564423"/>
                  </a:lnTo>
                  <a:cubicBezTo>
                    <a:pt x="985615" y="564423"/>
                    <a:pt x="1003300" y="546761"/>
                    <a:pt x="1003300" y="524977"/>
                  </a:cubicBezTo>
                  <a:cubicBezTo>
                    <a:pt x="1003300" y="524957"/>
                    <a:pt x="1003300" y="524932"/>
                    <a:pt x="1003300" y="524913"/>
                  </a:cubicBezTo>
                  <a:lnTo>
                    <a:pt x="1003300" y="39509"/>
                  </a:lnTo>
                  <a:cubicBezTo>
                    <a:pt x="1003332" y="17725"/>
                    <a:pt x="985679" y="38"/>
                    <a:pt x="963867" y="0"/>
                  </a:cubicBezTo>
                  <a:cubicBezTo>
                    <a:pt x="963848" y="0"/>
                    <a:pt x="963822" y="0"/>
                    <a:pt x="963803" y="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5"/>
            <p:cNvSpPr/>
            <p:nvPr/>
          </p:nvSpPr>
          <p:spPr>
            <a:xfrm flipH="1">
              <a:off x="3624791" y="1606642"/>
              <a:ext cx="753451" cy="523201"/>
            </a:xfrm>
            <a:custGeom>
              <a:avLst/>
              <a:gdLst/>
              <a:ahLst/>
              <a:cxnLst/>
              <a:rect l="l" t="t" r="r" b="b"/>
              <a:pathLst>
                <a:path w="2009203" h="1395202" extrusionOk="0">
                  <a:moveTo>
                    <a:pt x="1005142" y="1395202"/>
                  </a:moveTo>
                  <a:cubicBezTo>
                    <a:pt x="1434656" y="1395202"/>
                    <a:pt x="1742377" y="650418"/>
                    <a:pt x="2009204" y="0"/>
                  </a:cubicBezTo>
                  <a:lnTo>
                    <a:pt x="0" y="0"/>
                  </a:lnTo>
                  <a:cubicBezTo>
                    <a:pt x="310706" y="521742"/>
                    <a:pt x="470408" y="1395202"/>
                    <a:pt x="1005142" y="1395202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5"/>
            <p:cNvSpPr/>
            <p:nvPr/>
          </p:nvSpPr>
          <p:spPr>
            <a:xfrm flipH="1">
              <a:off x="3913827" y="1606642"/>
              <a:ext cx="426243" cy="242789"/>
            </a:xfrm>
            <a:custGeom>
              <a:avLst/>
              <a:gdLst/>
              <a:ahLst/>
              <a:cxnLst/>
              <a:rect l="l" t="t" r="r" b="b"/>
              <a:pathLst>
                <a:path w="1136649" h="647437" extrusionOk="0">
                  <a:moveTo>
                    <a:pt x="632968" y="647437"/>
                  </a:moveTo>
                  <a:cubicBezTo>
                    <a:pt x="884492" y="647437"/>
                    <a:pt x="1023684" y="362626"/>
                    <a:pt x="1136650" y="0"/>
                  </a:cubicBezTo>
                  <a:lnTo>
                    <a:pt x="0" y="0"/>
                  </a:lnTo>
                  <a:cubicBezTo>
                    <a:pt x="142494" y="321467"/>
                    <a:pt x="282067" y="647437"/>
                    <a:pt x="632968" y="647437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5"/>
            <p:cNvSpPr/>
            <p:nvPr/>
          </p:nvSpPr>
          <p:spPr>
            <a:xfrm flipH="1">
              <a:off x="3142801" y="1249917"/>
              <a:ext cx="481965" cy="356728"/>
            </a:xfrm>
            <a:custGeom>
              <a:avLst/>
              <a:gdLst/>
              <a:ahLst/>
              <a:cxnLst/>
              <a:rect l="l" t="t" r="r" b="b"/>
              <a:pathLst>
                <a:path w="1285240" h="951274" extrusionOk="0">
                  <a:moveTo>
                    <a:pt x="584200" y="0"/>
                  </a:moveTo>
                  <a:cubicBezTo>
                    <a:pt x="388938" y="0"/>
                    <a:pt x="206692" y="447289"/>
                    <a:pt x="0" y="951274"/>
                  </a:cubicBezTo>
                  <a:lnTo>
                    <a:pt x="1285240" y="951274"/>
                  </a:lnTo>
                  <a:cubicBezTo>
                    <a:pt x="1028509" y="509883"/>
                    <a:pt x="837755" y="0"/>
                    <a:pt x="584200" y="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5"/>
            <p:cNvSpPr/>
            <p:nvPr/>
          </p:nvSpPr>
          <p:spPr>
            <a:xfrm flipH="1">
              <a:off x="3227765" y="1040852"/>
              <a:ext cx="686062" cy="565794"/>
            </a:xfrm>
            <a:custGeom>
              <a:avLst/>
              <a:gdLst/>
              <a:ahLst/>
              <a:cxnLst/>
              <a:rect l="l" t="t" r="r" b="b"/>
              <a:pathLst>
                <a:path w="1829498" h="1508784" extrusionOk="0">
                  <a:moveTo>
                    <a:pt x="815658" y="0"/>
                  </a:moveTo>
                  <a:cubicBezTo>
                    <a:pt x="315468" y="0"/>
                    <a:pt x="197866" y="873714"/>
                    <a:pt x="0" y="1508784"/>
                  </a:cubicBezTo>
                  <a:lnTo>
                    <a:pt x="1829498" y="1508784"/>
                  </a:lnTo>
                  <a:cubicBezTo>
                    <a:pt x="1541526" y="928000"/>
                    <a:pt x="1355789" y="0"/>
                    <a:pt x="815658" y="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5"/>
            <p:cNvSpPr/>
            <p:nvPr/>
          </p:nvSpPr>
          <p:spPr>
            <a:xfrm flipH="1">
              <a:off x="2834859" y="1606642"/>
              <a:ext cx="392906" cy="171443"/>
            </a:xfrm>
            <a:custGeom>
              <a:avLst/>
              <a:gdLst/>
              <a:ahLst/>
              <a:cxnLst/>
              <a:rect l="l" t="t" r="r" b="b"/>
              <a:pathLst>
                <a:path w="1047750" h="457182" extrusionOk="0">
                  <a:moveTo>
                    <a:pt x="500190" y="457182"/>
                  </a:moveTo>
                  <a:cubicBezTo>
                    <a:pt x="745744" y="457182"/>
                    <a:pt x="914019" y="257605"/>
                    <a:pt x="1047750" y="0"/>
                  </a:cubicBezTo>
                  <a:lnTo>
                    <a:pt x="0" y="0"/>
                  </a:lnTo>
                  <a:cubicBezTo>
                    <a:pt x="131191" y="264645"/>
                    <a:pt x="283528" y="457182"/>
                    <a:pt x="500190" y="457182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5"/>
            <p:cNvSpPr/>
            <p:nvPr/>
          </p:nvSpPr>
          <p:spPr>
            <a:xfrm flipH="1">
              <a:off x="904784" y="1606642"/>
              <a:ext cx="493657" cy="242765"/>
            </a:xfrm>
            <a:custGeom>
              <a:avLst/>
              <a:gdLst/>
              <a:ahLst/>
              <a:cxnLst/>
              <a:rect l="l" t="t" r="r" b="b"/>
              <a:pathLst>
                <a:path w="1316418" h="647373" extrusionOk="0">
                  <a:moveTo>
                    <a:pt x="475298" y="345376"/>
                  </a:moveTo>
                  <a:cubicBezTo>
                    <a:pt x="465201" y="345376"/>
                    <a:pt x="457010" y="353551"/>
                    <a:pt x="457010" y="363640"/>
                  </a:cubicBezTo>
                  <a:cubicBezTo>
                    <a:pt x="457010" y="373730"/>
                    <a:pt x="465201" y="381905"/>
                    <a:pt x="475298" y="381905"/>
                  </a:cubicBezTo>
                  <a:cubicBezTo>
                    <a:pt x="485394" y="381905"/>
                    <a:pt x="493586" y="373730"/>
                    <a:pt x="493586" y="363640"/>
                  </a:cubicBezTo>
                  <a:cubicBezTo>
                    <a:pt x="493586" y="353551"/>
                    <a:pt x="485394" y="345376"/>
                    <a:pt x="475298" y="345376"/>
                  </a:cubicBezTo>
                  <a:close/>
                  <a:moveTo>
                    <a:pt x="475298" y="436698"/>
                  </a:moveTo>
                  <a:cubicBezTo>
                    <a:pt x="465201" y="436698"/>
                    <a:pt x="457010" y="444873"/>
                    <a:pt x="457010" y="454963"/>
                  </a:cubicBezTo>
                  <a:cubicBezTo>
                    <a:pt x="457010" y="465053"/>
                    <a:pt x="465201" y="473227"/>
                    <a:pt x="475298" y="473227"/>
                  </a:cubicBezTo>
                  <a:cubicBezTo>
                    <a:pt x="485394" y="473227"/>
                    <a:pt x="493586" y="465053"/>
                    <a:pt x="493586" y="454963"/>
                  </a:cubicBezTo>
                  <a:cubicBezTo>
                    <a:pt x="493586" y="444873"/>
                    <a:pt x="485394" y="436698"/>
                    <a:pt x="475298" y="436698"/>
                  </a:cubicBezTo>
                  <a:close/>
                  <a:moveTo>
                    <a:pt x="475298" y="528021"/>
                  </a:moveTo>
                  <a:cubicBezTo>
                    <a:pt x="465138" y="527983"/>
                    <a:pt x="456947" y="536164"/>
                    <a:pt x="456883" y="546285"/>
                  </a:cubicBezTo>
                  <a:cubicBezTo>
                    <a:pt x="456819" y="556407"/>
                    <a:pt x="465011" y="564638"/>
                    <a:pt x="475171" y="564676"/>
                  </a:cubicBezTo>
                  <a:cubicBezTo>
                    <a:pt x="485331" y="564714"/>
                    <a:pt x="493523" y="556533"/>
                    <a:pt x="493586" y="546412"/>
                  </a:cubicBezTo>
                  <a:cubicBezTo>
                    <a:pt x="493586" y="546367"/>
                    <a:pt x="493586" y="546330"/>
                    <a:pt x="493586" y="546285"/>
                  </a:cubicBezTo>
                  <a:cubicBezTo>
                    <a:pt x="493586" y="536195"/>
                    <a:pt x="485394" y="528021"/>
                    <a:pt x="475298" y="528021"/>
                  </a:cubicBezTo>
                  <a:close/>
                  <a:moveTo>
                    <a:pt x="429578" y="25748"/>
                  </a:moveTo>
                  <a:cubicBezTo>
                    <a:pt x="419481" y="25748"/>
                    <a:pt x="411290" y="33922"/>
                    <a:pt x="411290" y="44012"/>
                  </a:cubicBezTo>
                  <a:cubicBezTo>
                    <a:pt x="411290" y="54102"/>
                    <a:pt x="419481" y="62277"/>
                    <a:pt x="429578" y="62277"/>
                  </a:cubicBezTo>
                  <a:cubicBezTo>
                    <a:pt x="439675" y="62277"/>
                    <a:pt x="447866" y="54102"/>
                    <a:pt x="447866" y="44012"/>
                  </a:cubicBezTo>
                  <a:cubicBezTo>
                    <a:pt x="447739" y="33998"/>
                    <a:pt x="439611" y="25938"/>
                    <a:pt x="429578" y="25938"/>
                  </a:cubicBezTo>
                  <a:close/>
                  <a:moveTo>
                    <a:pt x="475298" y="162731"/>
                  </a:moveTo>
                  <a:cubicBezTo>
                    <a:pt x="465201" y="162731"/>
                    <a:pt x="457010" y="170906"/>
                    <a:pt x="457010" y="180996"/>
                  </a:cubicBezTo>
                  <a:cubicBezTo>
                    <a:pt x="457010" y="191086"/>
                    <a:pt x="465201" y="199260"/>
                    <a:pt x="475298" y="199260"/>
                  </a:cubicBezTo>
                  <a:cubicBezTo>
                    <a:pt x="485394" y="199260"/>
                    <a:pt x="493586" y="191086"/>
                    <a:pt x="493586" y="180996"/>
                  </a:cubicBezTo>
                  <a:cubicBezTo>
                    <a:pt x="493586" y="170906"/>
                    <a:pt x="485394" y="162731"/>
                    <a:pt x="475298" y="162731"/>
                  </a:cubicBezTo>
                  <a:close/>
                  <a:moveTo>
                    <a:pt x="521018" y="573682"/>
                  </a:moveTo>
                  <a:cubicBezTo>
                    <a:pt x="510922" y="573682"/>
                    <a:pt x="502730" y="581856"/>
                    <a:pt x="502730" y="591946"/>
                  </a:cubicBezTo>
                  <a:cubicBezTo>
                    <a:pt x="502730" y="591946"/>
                    <a:pt x="502730" y="591946"/>
                    <a:pt x="502730" y="592263"/>
                  </a:cubicBezTo>
                  <a:cubicBezTo>
                    <a:pt x="512826" y="596747"/>
                    <a:pt x="523113" y="600971"/>
                    <a:pt x="533591" y="604947"/>
                  </a:cubicBezTo>
                  <a:cubicBezTo>
                    <a:pt x="541020" y="598123"/>
                    <a:pt x="541528" y="586568"/>
                    <a:pt x="534670" y="579142"/>
                  </a:cubicBezTo>
                  <a:cubicBezTo>
                    <a:pt x="531114" y="575293"/>
                    <a:pt x="526098" y="573143"/>
                    <a:pt x="520891" y="573238"/>
                  </a:cubicBezTo>
                  <a:close/>
                  <a:moveTo>
                    <a:pt x="475298" y="254054"/>
                  </a:moveTo>
                  <a:cubicBezTo>
                    <a:pt x="465201" y="254054"/>
                    <a:pt x="457010" y="262228"/>
                    <a:pt x="457010" y="272318"/>
                  </a:cubicBezTo>
                  <a:cubicBezTo>
                    <a:pt x="457010" y="282408"/>
                    <a:pt x="465201" y="290583"/>
                    <a:pt x="475298" y="290583"/>
                  </a:cubicBezTo>
                  <a:cubicBezTo>
                    <a:pt x="485394" y="290583"/>
                    <a:pt x="493586" y="282408"/>
                    <a:pt x="493586" y="272318"/>
                  </a:cubicBezTo>
                  <a:cubicBezTo>
                    <a:pt x="493459" y="262304"/>
                    <a:pt x="485331" y="254244"/>
                    <a:pt x="475298" y="254244"/>
                  </a:cubicBezTo>
                  <a:close/>
                  <a:moveTo>
                    <a:pt x="475298" y="71409"/>
                  </a:moveTo>
                  <a:cubicBezTo>
                    <a:pt x="465201" y="71409"/>
                    <a:pt x="457010" y="79584"/>
                    <a:pt x="457010" y="89673"/>
                  </a:cubicBezTo>
                  <a:cubicBezTo>
                    <a:pt x="457010" y="99763"/>
                    <a:pt x="465201" y="107938"/>
                    <a:pt x="475298" y="107938"/>
                  </a:cubicBezTo>
                  <a:cubicBezTo>
                    <a:pt x="485394" y="107938"/>
                    <a:pt x="493586" y="99763"/>
                    <a:pt x="493586" y="89673"/>
                  </a:cubicBezTo>
                  <a:cubicBezTo>
                    <a:pt x="493586" y="79584"/>
                    <a:pt x="485394" y="71409"/>
                    <a:pt x="475298" y="71409"/>
                  </a:cubicBezTo>
                  <a:close/>
                  <a:moveTo>
                    <a:pt x="521018" y="482359"/>
                  </a:moveTo>
                  <a:cubicBezTo>
                    <a:pt x="510922" y="482359"/>
                    <a:pt x="502730" y="490534"/>
                    <a:pt x="502730" y="500624"/>
                  </a:cubicBezTo>
                  <a:cubicBezTo>
                    <a:pt x="502730" y="510714"/>
                    <a:pt x="510922" y="518888"/>
                    <a:pt x="521018" y="518888"/>
                  </a:cubicBezTo>
                  <a:cubicBezTo>
                    <a:pt x="531114" y="518888"/>
                    <a:pt x="539306" y="510714"/>
                    <a:pt x="539306" y="500624"/>
                  </a:cubicBezTo>
                  <a:cubicBezTo>
                    <a:pt x="539179" y="490610"/>
                    <a:pt x="531051" y="482550"/>
                    <a:pt x="521018" y="482550"/>
                  </a:cubicBezTo>
                  <a:close/>
                  <a:moveTo>
                    <a:pt x="383858" y="162731"/>
                  </a:moveTo>
                  <a:cubicBezTo>
                    <a:pt x="373762" y="162731"/>
                    <a:pt x="365570" y="170906"/>
                    <a:pt x="365570" y="180996"/>
                  </a:cubicBezTo>
                  <a:cubicBezTo>
                    <a:pt x="365570" y="191086"/>
                    <a:pt x="373762" y="199260"/>
                    <a:pt x="383858" y="199260"/>
                  </a:cubicBezTo>
                  <a:cubicBezTo>
                    <a:pt x="393954" y="199260"/>
                    <a:pt x="402146" y="191086"/>
                    <a:pt x="402146" y="180996"/>
                  </a:cubicBezTo>
                  <a:cubicBezTo>
                    <a:pt x="402146" y="170906"/>
                    <a:pt x="393954" y="162731"/>
                    <a:pt x="383858" y="162731"/>
                  </a:cubicBezTo>
                  <a:close/>
                  <a:moveTo>
                    <a:pt x="383858" y="254054"/>
                  </a:moveTo>
                  <a:cubicBezTo>
                    <a:pt x="373762" y="254054"/>
                    <a:pt x="365570" y="262228"/>
                    <a:pt x="365570" y="272318"/>
                  </a:cubicBezTo>
                  <a:cubicBezTo>
                    <a:pt x="365570" y="282408"/>
                    <a:pt x="373762" y="290583"/>
                    <a:pt x="383858" y="290583"/>
                  </a:cubicBezTo>
                  <a:cubicBezTo>
                    <a:pt x="393954" y="290583"/>
                    <a:pt x="402146" y="282408"/>
                    <a:pt x="402146" y="272318"/>
                  </a:cubicBezTo>
                  <a:cubicBezTo>
                    <a:pt x="402019" y="262304"/>
                    <a:pt x="393891" y="254244"/>
                    <a:pt x="383858" y="254244"/>
                  </a:cubicBezTo>
                  <a:close/>
                  <a:moveTo>
                    <a:pt x="383858" y="71409"/>
                  </a:moveTo>
                  <a:cubicBezTo>
                    <a:pt x="373762" y="71409"/>
                    <a:pt x="365570" y="79584"/>
                    <a:pt x="365570" y="89673"/>
                  </a:cubicBezTo>
                  <a:cubicBezTo>
                    <a:pt x="365570" y="99763"/>
                    <a:pt x="373762" y="107938"/>
                    <a:pt x="383858" y="107938"/>
                  </a:cubicBezTo>
                  <a:cubicBezTo>
                    <a:pt x="393954" y="107938"/>
                    <a:pt x="402146" y="99763"/>
                    <a:pt x="402146" y="89673"/>
                  </a:cubicBezTo>
                  <a:cubicBezTo>
                    <a:pt x="402146" y="79584"/>
                    <a:pt x="393954" y="71409"/>
                    <a:pt x="383858" y="71409"/>
                  </a:cubicBezTo>
                  <a:close/>
                  <a:moveTo>
                    <a:pt x="383858" y="345376"/>
                  </a:moveTo>
                  <a:cubicBezTo>
                    <a:pt x="373762" y="345376"/>
                    <a:pt x="365570" y="353551"/>
                    <a:pt x="365570" y="363640"/>
                  </a:cubicBezTo>
                  <a:cubicBezTo>
                    <a:pt x="365570" y="373730"/>
                    <a:pt x="373762" y="381905"/>
                    <a:pt x="383858" y="381905"/>
                  </a:cubicBezTo>
                  <a:cubicBezTo>
                    <a:pt x="393954" y="381905"/>
                    <a:pt x="402146" y="373730"/>
                    <a:pt x="402146" y="363640"/>
                  </a:cubicBezTo>
                  <a:cubicBezTo>
                    <a:pt x="402146" y="353551"/>
                    <a:pt x="393954" y="345376"/>
                    <a:pt x="383858" y="345376"/>
                  </a:cubicBezTo>
                  <a:close/>
                  <a:moveTo>
                    <a:pt x="429578" y="208392"/>
                  </a:moveTo>
                  <a:cubicBezTo>
                    <a:pt x="419481" y="208392"/>
                    <a:pt x="411290" y="216567"/>
                    <a:pt x="411290" y="226657"/>
                  </a:cubicBezTo>
                  <a:cubicBezTo>
                    <a:pt x="411290" y="236747"/>
                    <a:pt x="419481" y="244921"/>
                    <a:pt x="429578" y="244921"/>
                  </a:cubicBezTo>
                  <a:cubicBezTo>
                    <a:pt x="439675" y="244921"/>
                    <a:pt x="447866" y="236747"/>
                    <a:pt x="447866" y="226657"/>
                  </a:cubicBezTo>
                  <a:cubicBezTo>
                    <a:pt x="447866" y="216567"/>
                    <a:pt x="439675" y="208392"/>
                    <a:pt x="429578" y="208392"/>
                  </a:cubicBezTo>
                  <a:close/>
                  <a:moveTo>
                    <a:pt x="429578" y="117070"/>
                  </a:moveTo>
                  <a:cubicBezTo>
                    <a:pt x="419481" y="117070"/>
                    <a:pt x="411290" y="125245"/>
                    <a:pt x="411290" y="135335"/>
                  </a:cubicBezTo>
                  <a:cubicBezTo>
                    <a:pt x="411290" y="145424"/>
                    <a:pt x="419481" y="153599"/>
                    <a:pt x="429578" y="153599"/>
                  </a:cubicBezTo>
                  <a:cubicBezTo>
                    <a:pt x="439675" y="153599"/>
                    <a:pt x="447866" y="145424"/>
                    <a:pt x="447866" y="135335"/>
                  </a:cubicBezTo>
                  <a:cubicBezTo>
                    <a:pt x="447866" y="125245"/>
                    <a:pt x="439675" y="117070"/>
                    <a:pt x="429578" y="117070"/>
                  </a:cubicBezTo>
                  <a:close/>
                  <a:moveTo>
                    <a:pt x="429578" y="299715"/>
                  </a:moveTo>
                  <a:cubicBezTo>
                    <a:pt x="419481" y="299715"/>
                    <a:pt x="411290" y="307890"/>
                    <a:pt x="411290" y="317979"/>
                  </a:cubicBezTo>
                  <a:cubicBezTo>
                    <a:pt x="411290" y="328069"/>
                    <a:pt x="419481" y="336244"/>
                    <a:pt x="429578" y="336244"/>
                  </a:cubicBezTo>
                  <a:cubicBezTo>
                    <a:pt x="439675" y="336244"/>
                    <a:pt x="447866" y="328069"/>
                    <a:pt x="447866" y="317979"/>
                  </a:cubicBezTo>
                  <a:cubicBezTo>
                    <a:pt x="447866" y="307890"/>
                    <a:pt x="439675" y="299715"/>
                    <a:pt x="429578" y="299715"/>
                  </a:cubicBezTo>
                  <a:close/>
                  <a:moveTo>
                    <a:pt x="429578" y="482359"/>
                  </a:moveTo>
                  <a:cubicBezTo>
                    <a:pt x="419481" y="482359"/>
                    <a:pt x="411290" y="490534"/>
                    <a:pt x="411290" y="500624"/>
                  </a:cubicBezTo>
                  <a:cubicBezTo>
                    <a:pt x="411290" y="510714"/>
                    <a:pt x="419481" y="518888"/>
                    <a:pt x="429578" y="518888"/>
                  </a:cubicBezTo>
                  <a:cubicBezTo>
                    <a:pt x="439675" y="518888"/>
                    <a:pt x="447866" y="510714"/>
                    <a:pt x="447866" y="500624"/>
                  </a:cubicBezTo>
                  <a:cubicBezTo>
                    <a:pt x="447739" y="490610"/>
                    <a:pt x="439611" y="482550"/>
                    <a:pt x="429578" y="482550"/>
                  </a:cubicBezTo>
                  <a:close/>
                  <a:moveTo>
                    <a:pt x="429578" y="391037"/>
                  </a:moveTo>
                  <a:cubicBezTo>
                    <a:pt x="419481" y="391037"/>
                    <a:pt x="411290" y="399212"/>
                    <a:pt x="411290" y="409302"/>
                  </a:cubicBezTo>
                  <a:cubicBezTo>
                    <a:pt x="411290" y="419391"/>
                    <a:pt x="419481" y="427566"/>
                    <a:pt x="429578" y="427566"/>
                  </a:cubicBezTo>
                  <a:cubicBezTo>
                    <a:pt x="439675" y="427566"/>
                    <a:pt x="447866" y="419391"/>
                    <a:pt x="447866" y="409302"/>
                  </a:cubicBezTo>
                  <a:cubicBezTo>
                    <a:pt x="447866" y="399212"/>
                    <a:pt x="439675" y="391037"/>
                    <a:pt x="429578" y="391037"/>
                  </a:cubicBezTo>
                  <a:close/>
                  <a:moveTo>
                    <a:pt x="566738" y="71409"/>
                  </a:moveTo>
                  <a:cubicBezTo>
                    <a:pt x="556641" y="71409"/>
                    <a:pt x="548450" y="79584"/>
                    <a:pt x="548450" y="89673"/>
                  </a:cubicBezTo>
                  <a:cubicBezTo>
                    <a:pt x="548450" y="99763"/>
                    <a:pt x="556641" y="107938"/>
                    <a:pt x="566738" y="107938"/>
                  </a:cubicBezTo>
                  <a:cubicBezTo>
                    <a:pt x="576835" y="107938"/>
                    <a:pt x="585026" y="99763"/>
                    <a:pt x="585026" y="89673"/>
                  </a:cubicBezTo>
                  <a:cubicBezTo>
                    <a:pt x="585026" y="79584"/>
                    <a:pt x="576835" y="71409"/>
                    <a:pt x="566738" y="71409"/>
                  </a:cubicBezTo>
                  <a:close/>
                  <a:moveTo>
                    <a:pt x="612458" y="391037"/>
                  </a:moveTo>
                  <a:cubicBezTo>
                    <a:pt x="602362" y="391037"/>
                    <a:pt x="594170" y="399212"/>
                    <a:pt x="594170" y="409302"/>
                  </a:cubicBezTo>
                  <a:cubicBezTo>
                    <a:pt x="594170" y="419391"/>
                    <a:pt x="602362" y="427566"/>
                    <a:pt x="612458" y="427566"/>
                  </a:cubicBezTo>
                  <a:cubicBezTo>
                    <a:pt x="622554" y="427566"/>
                    <a:pt x="630746" y="419391"/>
                    <a:pt x="630746" y="409302"/>
                  </a:cubicBezTo>
                  <a:cubicBezTo>
                    <a:pt x="630746" y="399212"/>
                    <a:pt x="622554" y="391037"/>
                    <a:pt x="612458" y="391037"/>
                  </a:cubicBezTo>
                  <a:close/>
                  <a:moveTo>
                    <a:pt x="612458" y="299715"/>
                  </a:moveTo>
                  <a:cubicBezTo>
                    <a:pt x="602362" y="299715"/>
                    <a:pt x="594170" y="307890"/>
                    <a:pt x="594170" y="317979"/>
                  </a:cubicBezTo>
                  <a:cubicBezTo>
                    <a:pt x="594170" y="328069"/>
                    <a:pt x="602362" y="336244"/>
                    <a:pt x="612458" y="336244"/>
                  </a:cubicBezTo>
                  <a:cubicBezTo>
                    <a:pt x="622554" y="336244"/>
                    <a:pt x="630746" y="328069"/>
                    <a:pt x="630746" y="317979"/>
                  </a:cubicBezTo>
                  <a:cubicBezTo>
                    <a:pt x="630746" y="307890"/>
                    <a:pt x="622554" y="299715"/>
                    <a:pt x="612458" y="299715"/>
                  </a:cubicBezTo>
                  <a:close/>
                  <a:moveTo>
                    <a:pt x="612458" y="482359"/>
                  </a:moveTo>
                  <a:cubicBezTo>
                    <a:pt x="602362" y="482359"/>
                    <a:pt x="594170" y="490534"/>
                    <a:pt x="594170" y="500624"/>
                  </a:cubicBezTo>
                  <a:cubicBezTo>
                    <a:pt x="594170" y="510714"/>
                    <a:pt x="602362" y="518888"/>
                    <a:pt x="612458" y="518888"/>
                  </a:cubicBezTo>
                  <a:cubicBezTo>
                    <a:pt x="622554" y="518888"/>
                    <a:pt x="630746" y="510714"/>
                    <a:pt x="630746" y="500624"/>
                  </a:cubicBezTo>
                  <a:cubicBezTo>
                    <a:pt x="630619" y="490610"/>
                    <a:pt x="622491" y="482550"/>
                    <a:pt x="612458" y="482550"/>
                  </a:cubicBezTo>
                  <a:close/>
                  <a:moveTo>
                    <a:pt x="521018" y="391037"/>
                  </a:moveTo>
                  <a:cubicBezTo>
                    <a:pt x="510922" y="391037"/>
                    <a:pt x="502730" y="399212"/>
                    <a:pt x="502730" y="409302"/>
                  </a:cubicBezTo>
                  <a:cubicBezTo>
                    <a:pt x="502730" y="419391"/>
                    <a:pt x="510922" y="427566"/>
                    <a:pt x="521018" y="427566"/>
                  </a:cubicBezTo>
                  <a:cubicBezTo>
                    <a:pt x="531114" y="427566"/>
                    <a:pt x="539306" y="419391"/>
                    <a:pt x="539306" y="409302"/>
                  </a:cubicBezTo>
                  <a:cubicBezTo>
                    <a:pt x="539306" y="399212"/>
                    <a:pt x="531114" y="391037"/>
                    <a:pt x="521018" y="391037"/>
                  </a:cubicBezTo>
                  <a:close/>
                  <a:moveTo>
                    <a:pt x="612458" y="25748"/>
                  </a:moveTo>
                  <a:cubicBezTo>
                    <a:pt x="602362" y="25748"/>
                    <a:pt x="594170" y="33922"/>
                    <a:pt x="594170" y="44012"/>
                  </a:cubicBezTo>
                  <a:cubicBezTo>
                    <a:pt x="594170" y="54102"/>
                    <a:pt x="602362" y="62277"/>
                    <a:pt x="612458" y="62277"/>
                  </a:cubicBezTo>
                  <a:cubicBezTo>
                    <a:pt x="622554" y="62277"/>
                    <a:pt x="630746" y="54102"/>
                    <a:pt x="630746" y="44012"/>
                  </a:cubicBezTo>
                  <a:cubicBezTo>
                    <a:pt x="630619" y="33998"/>
                    <a:pt x="622491" y="25938"/>
                    <a:pt x="612458" y="25938"/>
                  </a:cubicBezTo>
                  <a:close/>
                  <a:moveTo>
                    <a:pt x="658178" y="619343"/>
                  </a:moveTo>
                  <a:cubicBezTo>
                    <a:pt x="648970" y="619381"/>
                    <a:pt x="641224" y="626293"/>
                    <a:pt x="640144" y="635451"/>
                  </a:cubicBezTo>
                  <a:cubicBezTo>
                    <a:pt x="651891" y="637734"/>
                    <a:pt x="663829" y="639700"/>
                    <a:pt x="676085" y="641349"/>
                  </a:cubicBezTo>
                  <a:cubicBezTo>
                    <a:pt x="678180" y="631475"/>
                    <a:pt x="671830" y="621797"/>
                    <a:pt x="661925" y="619730"/>
                  </a:cubicBezTo>
                  <a:cubicBezTo>
                    <a:pt x="660718" y="619470"/>
                    <a:pt x="659448" y="619343"/>
                    <a:pt x="658178" y="619343"/>
                  </a:cubicBezTo>
                  <a:close/>
                  <a:moveTo>
                    <a:pt x="383858" y="436698"/>
                  </a:moveTo>
                  <a:cubicBezTo>
                    <a:pt x="373762" y="436698"/>
                    <a:pt x="365570" y="444873"/>
                    <a:pt x="365570" y="454963"/>
                  </a:cubicBezTo>
                  <a:cubicBezTo>
                    <a:pt x="365570" y="465053"/>
                    <a:pt x="373762" y="473227"/>
                    <a:pt x="383858" y="473227"/>
                  </a:cubicBezTo>
                  <a:cubicBezTo>
                    <a:pt x="393954" y="473227"/>
                    <a:pt x="402146" y="465053"/>
                    <a:pt x="402146" y="454963"/>
                  </a:cubicBezTo>
                  <a:cubicBezTo>
                    <a:pt x="402146" y="444873"/>
                    <a:pt x="393954" y="436698"/>
                    <a:pt x="383858" y="436698"/>
                  </a:cubicBezTo>
                  <a:close/>
                  <a:moveTo>
                    <a:pt x="612458" y="208392"/>
                  </a:moveTo>
                  <a:cubicBezTo>
                    <a:pt x="602362" y="208392"/>
                    <a:pt x="594170" y="216567"/>
                    <a:pt x="594170" y="226657"/>
                  </a:cubicBezTo>
                  <a:cubicBezTo>
                    <a:pt x="594170" y="236747"/>
                    <a:pt x="602362" y="244921"/>
                    <a:pt x="612458" y="244921"/>
                  </a:cubicBezTo>
                  <a:cubicBezTo>
                    <a:pt x="622554" y="244921"/>
                    <a:pt x="630746" y="236747"/>
                    <a:pt x="630746" y="226657"/>
                  </a:cubicBezTo>
                  <a:cubicBezTo>
                    <a:pt x="630746" y="216567"/>
                    <a:pt x="622554" y="208392"/>
                    <a:pt x="612458" y="208392"/>
                  </a:cubicBezTo>
                  <a:close/>
                  <a:moveTo>
                    <a:pt x="612458" y="117070"/>
                  </a:moveTo>
                  <a:cubicBezTo>
                    <a:pt x="602362" y="117070"/>
                    <a:pt x="594170" y="125245"/>
                    <a:pt x="594170" y="135335"/>
                  </a:cubicBezTo>
                  <a:cubicBezTo>
                    <a:pt x="594170" y="145424"/>
                    <a:pt x="602362" y="153599"/>
                    <a:pt x="612458" y="153599"/>
                  </a:cubicBezTo>
                  <a:cubicBezTo>
                    <a:pt x="622554" y="153599"/>
                    <a:pt x="630746" y="145424"/>
                    <a:pt x="630746" y="135335"/>
                  </a:cubicBezTo>
                  <a:cubicBezTo>
                    <a:pt x="630746" y="125245"/>
                    <a:pt x="622554" y="117070"/>
                    <a:pt x="612458" y="117070"/>
                  </a:cubicBezTo>
                  <a:close/>
                  <a:moveTo>
                    <a:pt x="612458" y="573682"/>
                  </a:moveTo>
                  <a:cubicBezTo>
                    <a:pt x="602362" y="573682"/>
                    <a:pt x="594170" y="581856"/>
                    <a:pt x="594170" y="591946"/>
                  </a:cubicBezTo>
                  <a:cubicBezTo>
                    <a:pt x="594170" y="602036"/>
                    <a:pt x="602362" y="610211"/>
                    <a:pt x="612458" y="610211"/>
                  </a:cubicBezTo>
                  <a:cubicBezTo>
                    <a:pt x="622554" y="610211"/>
                    <a:pt x="630746" y="602036"/>
                    <a:pt x="630746" y="591946"/>
                  </a:cubicBezTo>
                  <a:cubicBezTo>
                    <a:pt x="630746" y="581856"/>
                    <a:pt x="622554" y="573682"/>
                    <a:pt x="612458" y="573682"/>
                  </a:cubicBezTo>
                  <a:close/>
                  <a:moveTo>
                    <a:pt x="521018" y="25748"/>
                  </a:moveTo>
                  <a:cubicBezTo>
                    <a:pt x="510922" y="25748"/>
                    <a:pt x="502730" y="33922"/>
                    <a:pt x="502730" y="44012"/>
                  </a:cubicBezTo>
                  <a:cubicBezTo>
                    <a:pt x="502730" y="54102"/>
                    <a:pt x="510922" y="62277"/>
                    <a:pt x="521018" y="62277"/>
                  </a:cubicBezTo>
                  <a:cubicBezTo>
                    <a:pt x="531114" y="62277"/>
                    <a:pt x="539306" y="54102"/>
                    <a:pt x="539306" y="44012"/>
                  </a:cubicBezTo>
                  <a:cubicBezTo>
                    <a:pt x="539179" y="33998"/>
                    <a:pt x="531051" y="25938"/>
                    <a:pt x="521018" y="25938"/>
                  </a:cubicBezTo>
                  <a:close/>
                  <a:moveTo>
                    <a:pt x="521018" y="117070"/>
                  </a:moveTo>
                  <a:cubicBezTo>
                    <a:pt x="510922" y="117070"/>
                    <a:pt x="502730" y="125245"/>
                    <a:pt x="502730" y="135335"/>
                  </a:cubicBezTo>
                  <a:cubicBezTo>
                    <a:pt x="502730" y="145424"/>
                    <a:pt x="510922" y="153599"/>
                    <a:pt x="521018" y="153599"/>
                  </a:cubicBezTo>
                  <a:cubicBezTo>
                    <a:pt x="531114" y="153599"/>
                    <a:pt x="539306" y="145424"/>
                    <a:pt x="539306" y="135335"/>
                  </a:cubicBezTo>
                  <a:cubicBezTo>
                    <a:pt x="539306" y="125245"/>
                    <a:pt x="531114" y="117070"/>
                    <a:pt x="521018" y="117070"/>
                  </a:cubicBezTo>
                  <a:close/>
                  <a:moveTo>
                    <a:pt x="521018" y="208392"/>
                  </a:moveTo>
                  <a:cubicBezTo>
                    <a:pt x="510922" y="208392"/>
                    <a:pt x="502730" y="216567"/>
                    <a:pt x="502730" y="226657"/>
                  </a:cubicBezTo>
                  <a:cubicBezTo>
                    <a:pt x="502730" y="236747"/>
                    <a:pt x="510922" y="244921"/>
                    <a:pt x="521018" y="244921"/>
                  </a:cubicBezTo>
                  <a:cubicBezTo>
                    <a:pt x="531114" y="244921"/>
                    <a:pt x="539306" y="236747"/>
                    <a:pt x="539306" y="226657"/>
                  </a:cubicBezTo>
                  <a:cubicBezTo>
                    <a:pt x="539306" y="216567"/>
                    <a:pt x="531114" y="208392"/>
                    <a:pt x="521018" y="208392"/>
                  </a:cubicBezTo>
                  <a:close/>
                  <a:moveTo>
                    <a:pt x="521018" y="299715"/>
                  </a:moveTo>
                  <a:cubicBezTo>
                    <a:pt x="510922" y="299715"/>
                    <a:pt x="502730" y="307890"/>
                    <a:pt x="502730" y="317979"/>
                  </a:cubicBezTo>
                  <a:cubicBezTo>
                    <a:pt x="502730" y="328069"/>
                    <a:pt x="510922" y="336244"/>
                    <a:pt x="521018" y="336244"/>
                  </a:cubicBezTo>
                  <a:cubicBezTo>
                    <a:pt x="531114" y="336244"/>
                    <a:pt x="539306" y="328069"/>
                    <a:pt x="539306" y="317979"/>
                  </a:cubicBezTo>
                  <a:cubicBezTo>
                    <a:pt x="539306" y="307890"/>
                    <a:pt x="531114" y="299715"/>
                    <a:pt x="521018" y="299715"/>
                  </a:cubicBezTo>
                  <a:close/>
                  <a:moveTo>
                    <a:pt x="566738" y="162731"/>
                  </a:moveTo>
                  <a:cubicBezTo>
                    <a:pt x="556641" y="162731"/>
                    <a:pt x="548450" y="170906"/>
                    <a:pt x="548450" y="180996"/>
                  </a:cubicBezTo>
                  <a:cubicBezTo>
                    <a:pt x="548450" y="191086"/>
                    <a:pt x="556641" y="199260"/>
                    <a:pt x="566738" y="199260"/>
                  </a:cubicBezTo>
                  <a:cubicBezTo>
                    <a:pt x="576835" y="199260"/>
                    <a:pt x="585026" y="191086"/>
                    <a:pt x="585026" y="180996"/>
                  </a:cubicBezTo>
                  <a:cubicBezTo>
                    <a:pt x="585026" y="170906"/>
                    <a:pt x="576835" y="162731"/>
                    <a:pt x="566738" y="162731"/>
                  </a:cubicBezTo>
                  <a:close/>
                  <a:moveTo>
                    <a:pt x="566738" y="528021"/>
                  </a:moveTo>
                  <a:cubicBezTo>
                    <a:pt x="556578" y="527983"/>
                    <a:pt x="548387" y="536164"/>
                    <a:pt x="548323" y="546285"/>
                  </a:cubicBezTo>
                  <a:cubicBezTo>
                    <a:pt x="548260" y="556407"/>
                    <a:pt x="556451" y="564638"/>
                    <a:pt x="566611" y="564676"/>
                  </a:cubicBezTo>
                  <a:cubicBezTo>
                    <a:pt x="576771" y="564714"/>
                    <a:pt x="584962" y="556533"/>
                    <a:pt x="585026" y="546412"/>
                  </a:cubicBezTo>
                  <a:cubicBezTo>
                    <a:pt x="585026" y="546367"/>
                    <a:pt x="585026" y="546330"/>
                    <a:pt x="585026" y="546285"/>
                  </a:cubicBezTo>
                  <a:cubicBezTo>
                    <a:pt x="585026" y="536195"/>
                    <a:pt x="576835" y="528021"/>
                    <a:pt x="566738" y="528021"/>
                  </a:cubicBezTo>
                  <a:close/>
                  <a:moveTo>
                    <a:pt x="566738" y="254054"/>
                  </a:moveTo>
                  <a:cubicBezTo>
                    <a:pt x="556641" y="254054"/>
                    <a:pt x="548450" y="262228"/>
                    <a:pt x="548450" y="272318"/>
                  </a:cubicBezTo>
                  <a:cubicBezTo>
                    <a:pt x="548450" y="282408"/>
                    <a:pt x="556641" y="290583"/>
                    <a:pt x="566738" y="290583"/>
                  </a:cubicBezTo>
                  <a:cubicBezTo>
                    <a:pt x="576835" y="290583"/>
                    <a:pt x="585026" y="282408"/>
                    <a:pt x="585026" y="272318"/>
                  </a:cubicBezTo>
                  <a:cubicBezTo>
                    <a:pt x="584899" y="262304"/>
                    <a:pt x="576771" y="254244"/>
                    <a:pt x="566738" y="254244"/>
                  </a:cubicBezTo>
                  <a:close/>
                  <a:moveTo>
                    <a:pt x="566738" y="345376"/>
                  </a:moveTo>
                  <a:cubicBezTo>
                    <a:pt x="556641" y="345376"/>
                    <a:pt x="548450" y="353551"/>
                    <a:pt x="548450" y="363640"/>
                  </a:cubicBezTo>
                  <a:cubicBezTo>
                    <a:pt x="548450" y="373730"/>
                    <a:pt x="556641" y="381905"/>
                    <a:pt x="566738" y="381905"/>
                  </a:cubicBezTo>
                  <a:cubicBezTo>
                    <a:pt x="576835" y="381905"/>
                    <a:pt x="585026" y="373730"/>
                    <a:pt x="585026" y="363640"/>
                  </a:cubicBezTo>
                  <a:cubicBezTo>
                    <a:pt x="585026" y="353551"/>
                    <a:pt x="576835" y="345376"/>
                    <a:pt x="566738" y="345376"/>
                  </a:cubicBezTo>
                  <a:close/>
                  <a:moveTo>
                    <a:pt x="566738" y="436698"/>
                  </a:moveTo>
                  <a:cubicBezTo>
                    <a:pt x="556641" y="436698"/>
                    <a:pt x="548450" y="444873"/>
                    <a:pt x="548450" y="454963"/>
                  </a:cubicBezTo>
                  <a:cubicBezTo>
                    <a:pt x="548450" y="465053"/>
                    <a:pt x="556641" y="473227"/>
                    <a:pt x="566738" y="473227"/>
                  </a:cubicBezTo>
                  <a:cubicBezTo>
                    <a:pt x="576835" y="473227"/>
                    <a:pt x="585026" y="465053"/>
                    <a:pt x="585026" y="454963"/>
                  </a:cubicBezTo>
                  <a:cubicBezTo>
                    <a:pt x="585026" y="444873"/>
                    <a:pt x="576835" y="436698"/>
                    <a:pt x="566738" y="436698"/>
                  </a:cubicBezTo>
                  <a:close/>
                  <a:moveTo>
                    <a:pt x="338138" y="299715"/>
                  </a:moveTo>
                  <a:cubicBezTo>
                    <a:pt x="328041" y="299715"/>
                    <a:pt x="319849" y="307890"/>
                    <a:pt x="319849" y="317979"/>
                  </a:cubicBezTo>
                  <a:cubicBezTo>
                    <a:pt x="319849" y="328069"/>
                    <a:pt x="328041" y="336244"/>
                    <a:pt x="338138" y="336244"/>
                  </a:cubicBezTo>
                  <a:cubicBezTo>
                    <a:pt x="348235" y="336244"/>
                    <a:pt x="356426" y="328069"/>
                    <a:pt x="356426" y="317979"/>
                  </a:cubicBezTo>
                  <a:cubicBezTo>
                    <a:pt x="356426" y="307890"/>
                    <a:pt x="348235" y="299715"/>
                    <a:pt x="338138" y="299715"/>
                  </a:cubicBezTo>
                  <a:close/>
                  <a:moveTo>
                    <a:pt x="292418" y="16616"/>
                  </a:moveTo>
                  <a:cubicBezTo>
                    <a:pt x="301879" y="16590"/>
                    <a:pt x="309753" y="9392"/>
                    <a:pt x="310579" y="0"/>
                  </a:cubicBezTo>
                  <a:lnTo>
                    <a:pt x="274193" y="0"/>
                  </a:lnTo>
                  <a:cubicBezTo>
                    <a:pt x="275019" y="9443"/>
                    <a:pt x="282956" y="16679"/>
                    <a:pt x="292418" y="16616"/>
                  </a:cubicBezTo>
                  <a:close/>
                  <a:moveTo>
                    <a:pt x="200978" y="16616"/>
                  </a:moveTo>
                  <a:cubicBezTo>
                    <a:pt x="210439" y="16590"/>
                    <a:pt x="218313" y="9392"/>
                    <a:pt x="219139" y="0"/>
                  </a:cubicBezTo>
                  <a:lnTo>
                    <a:pt x="182880" y="0"/>
                  </a:lnTo>
                  <a:cubicBezTo>
                    <a:pt x="183642" y="9392"/>
                    <a:pt x="191516" y="16616"/>
                    <a:pt x="200978" y="16616"/>
                  </a:cubicBezTo>
                  <a:close/>
                  <a:moveTo>
                    <a:pt x="109538" y="16616"/>
                  </a:moveTo>
                  <a:cubicBezTo>
                    <a:pt x="119000" y="16590"/>
                    <a:pt x="126874" y="9392"/>
                    <a:pt x="127699" y="0"/>
                  </a:cubicBezTo>
                  <a:lnTo>
                    <a:pt x="91440" y="0"/>
                  </a:lnTo>
                  <a:cubicBezTo>
                    <a:pt x="92266" y="9380"/>
                    <a:pt x="100140" y="16584"/>
                    <a:pt x="109538" y="16616"/>
                  </a:cubicBezTo>
                  <a:close/>
                  <a:moveTo>
                    <a:pt x="383858" y="16616"/>
                  </a:moveTo>
                  <a:cubicBezTo>
                    <a:pt x="393319" y="16590"/>
                    <a:pt x="401193" y="9392"/>
                    <a:pt x="402019" y="0"/>
                  </a:cubicBezTo>
                  <a:lnTo>
                    <a:pt x="365761" y="0"/>
                  </a:lnTo>
                  <a:cubicBezTo>
                    <a:pt x="366523" y="9392"/>
                    <a:pt x="374397" y="16616"/>
                    <a:pt x="383858" y="16616"/>
                  </a:cubicBezTo>
                  <a:close/>
                  <a:moveTo>
                    <a:pt x="63818" y="25748"/>
                  </a:moveTo>
                  <a:cubicBezTo>
                    <a:pt x="53722" y="25748"/>
                    <a:pt x="45530" y="33922"/>
                    <a:pt x="45530" y="44012"/>
                  </a:cubicBezTo>
                  <a:cubicBezTo>
                    <a:pt x="45530" y="54102"/>
                    <a:pt x="53722" y="62277"/>
                    <a:pt x="63818" y="62277"/>
                  </a:cubicBezTo>
                  <a:cubicBezTo>
                    <a:pt x="73914" y="62277"/>
                    <a:pt x="82106" y="54102"/>
                    <a:pt x="82106" y="44012"/>
                  </a:cubicBezTo>
                  <a:cubicBezTo>
                    <a:pt x="81979" y="33998"/>
                    <a:pt x="73851" y="25938"/>
                    <a:pt x="63818" y="25938"/>
                  </a:cubicBezTo>
                  <a:close/>
                  <a:moveTo>
                    <a:pt x="63818" y="117070"/>
                  </a:moveTo>
                  <a:cubicBezTo>
                    <a:pt x="57341" y="117121"/>
                    <a:pt x="51436" y="120539"/>
                    <a:pt x="48133" y="126076"/>
                  </a:cubicBezTo>
                  <a:lnTo>
                    <a:pt x="65913" y="153409"/>
                  </a:lnTo>
                  <a:cubicBezTo>
                    <a:pt x="75947" y="152699"/>
                    <a:pt x="83503" y="143991"/>
                    <a:pt x="82804" y="133965"/>
                  </a:cubicBezTo>
                  <a:cubicBezTo>
                    <a:pt x="82106" y="124129"/>
                    <a:pt x="73661" y="116633"/>
                    <a:pt x="63818" y="117070"/>
                  </a:cubicBezTo>
                  <a:close/>
                  <a:moveTo>
                    <a:pt x="475298" y="16616"/>
                  </a:moveTo>
                  <a:cubicBezTo>
                    <a:pt x="484760" y="16590"/>
                    <a:pt x="492634" y="9392"/>
                    <a:pt x="493459" y="0"/>
                  </a:cubicBezTo>
                  <a:lnTo>
                    <a:pt x="457200" y="0"/>
                  </a:lnTo>
                  <a:cubicBezTo>
                    <a:pt x="457962" y="9392"/>
                    <a:pt x="465837" y="16616"/>
                    <a:pt x="475298" y="16616"/>
                  </a:cubicBezTo>
                  <a:close/>
                  <a:moveTo>
                    <a:pt x="18098" y="71409"/>
                  </a:moveTo>
                  <a:cubicBezTo>
                    <a:pt x="16511" y="71447"/>
                    <a:pt x="14923" y="71682"/>
                    <a:pt x="13399" y="72107"/>
                  </a:cubicBezTo>
                  <a:cubicBezTo>
                    <a:pt x="19749" y="81746"/>
                    <a:pt x="26099" y="91513"/>
                    <a:pt x="32449" y="101279"/>
                  </a:cubicBezTo>
                  <a:cubicBezTo>
                    <a:pt x="35179" y="98038"/>
                    <a:pt x="36703" y="93922"/>
                    <a:pt x="36703" y="89673"/>
                  </a:cubicBezTo>
                  <a:cubicBezTo>
                    <a:pt x="36703" y="79584"/>
                    <a:pt x="28512" y="71409"/>
                    <a:pt x="18415" y="71409"/>
                  </a:cubicBezTo>
                  <a:cubicBezTo>
                    <a:pt x="18288" y="71409"/>
                    <a:pt x="18224" y="71409"/>
                    <a:pt x="18098" y="71409"/>
                  </a:cubicBezTo>
                  <a:close/>
                  <a:moveTo>
                    <a:pt x="36259" y="0"/>
                  </a:moveTo>
                  <a:lnTo>
                    <a:pt x="0" y="0"/>
                  </a:lnTo>
                  <a:cubicBezTo>
                    <a:pt x="1016" y="10001"/>
                    <a:pt x="9970" y="17275"/>
                    <a:pt x="20003" y="16248"/>
                  </a:cubicBezTo>
                  <a:cubicBezTo>
                    <a:pt x="28575" y="15366"/>
                    <a:pt x="35370" y="8580"/>
                    <a:pt x="36259" y="0"/>
                  </a:cubicBezTo>
                  <a:close/>
                  <a:moveTo>
                    <a:pt x="1115378" y="16616"/>
                  </a:moveTo>
                  <a:cubicBezTo>
                    <a:pt x="1124839" y="16616"/>
                    <a:pt x="1132713" y="9392"/>
                    <a:pt x="1133475" y="0"/>
                  </a:cubicBezTo>
                  <a:lnTo>
                    <a:pt x="1097280" y="0"/>
                  </a:lnTo>
                  <a:cubicBezTo>
                    <a:pt x="1098042" y="9392"/>
                    <a:pt x="1105916" y="16616"/>
                    <a:pt x="1115378" y="16616"/>
                  </a:cubicBezTo>
                  <a:close/>
                  <a:moveTo>
                    <a:pt x="1023938" y="16616"/>
                  </a:moveTo>
                  <a:cubicBezTo>
                    <a:pt x="1033400" y="16616"/>
                    <a:pt x="1041274" y="9392"/>
                    <a:pt x="1042036" y="0"/>
                  </a:cubicBezTo>
                  <a:lnTo>
                    <a:pt x="1005840" y="0"/>
                  </a:lnTo>
                  <a:cubicBezTo>
                    <a:pt x="1006602" y="9392"/>
                    <a:pt x="1014476" y="16616"/>
                    <a:pt x="1023938" y="16616"/>
                  </a:cubicBezTo>
                  <a:close/>
                  <a:moveTo>
                    <a:pt x="932498" y="16616"/>
                  </a:moveTo>
                  <a:cubicBezTo>
                    <a:pt x="941960" y="16616"/>
                    <a:pt x="949834" y="9392"/>
                    <a:pt x="950595" y="0"/>
                  </a:cubicBezTo>
                  <a:lnTo>
                    <a:pt x="914400" y="0"/>
                  </a:lnTo>
                  <a:cubicBezTo>
                    <a:pt x="915162" y="9392"/>
                    <a:pt x="923037" y="16616"/>
                    <a:pt x="932498" y="16616"/>
                  </a:cubicBezTo>
                  <a:close/>
                  <a:moveTo>
                    <a:pt x="109538" y="162478"/>
                  </a:moveTo>
                  <a:cubicBezTo>
                    <a:pt x="99441" y="162478"/>
                    <a:pt x="91249" y="170652"/>
                    <a:pt x="91249" y="180742"/>
                  </a:cubicBezTo>
                  <a:cubicBezTo>
                    <a:pt x="91249" y="190832"/>
                    <a:pt x="99441" y="199007"/>
                    <a:pt x="109538" y="199007"/>
                  </a:cubicBezTo>
                  <a:cubicBezTo>
                    <a:pt x="119635" y="199007"/>
                    <a:pt x="127826" y="190832"/>
                    <a:pt x="127826" y="180742"/>
                  </a:cubicBezTo>
                  <a:cubicBezTo>
                    <a:pt x="127699" y="170754"/>
                    <a:pt x="119571" y="162731"/>
                    <a:pt x="109538" y="162731"/>
                  </a:cubicBezTo>
                  <a:close/>
                  <a:moveTo>
                    <a:pt x="566738" y="16616"/>
                  </a:moveTo>
                  <a:cubicBezTo>
                    <a:pt x="576200" y="16590"/>
                    <a:pt x="584074" y="9392"/>
                    <a:pt x="584899" y="0"/>
                  </a:cubicBezTo>
                  <a:lnTo>
                    <a:pt x="548640" y="0"/>
                  </a:lnTo>
                  <a:cubicBezTo>
                    <a:pt x="549402" y="9392"/>
                    <a:pt x="557276" y="16616"/>
                    <a:pt x="566738" y="16616"/>
                  </a:cubicBezTo>
                  <a:close/>
                  <a:moveTo>
                    <a:pt x="1206818" y="16616"/>
                  </a:moveTo>
                  <a:cubicBezTo>
                    <a:pt x="1216279" y="16616"/>
                    <a:pt x="1224153" y="9392"/>
                    <a:pt x="1224915" y="0"/>
                  </a:cubicBezTo>
                  <a:lnTo>
                    <a:pt x="1188593" y="0"/>
                  </a:lnTo>
                  <a:cubicBezTo>
                    <a:pt x="1189419" y="9443"/>
                    <a:pt x="1197356" y="16679"/>
                    <a:pt x="1206818" y="16616"/>
                  </a:cubicBezTo>
                  <a:close/>
                  <a:moveTo>
                    <a:pt x="841058" y="16616"/>
                  </a:moveTo>
                  <a:cubicBezTo>
                    <a:pt x="850519" y="16616"/>
                    <a:pt x="858393" y="9392"/>
                    <a:pt x="859155" y="0"/>
                  </a:cubicBezTo>
                  <a:lnTo>
                    <a:pt x="822961" y="0"/>
                  </a:lnTo>
                  <a:cubicBezTo>
                    <a:pt x="823723" y="9392"/>
                    <a:pt x="831597" y="16616"/>
                    <a:pt x="841058" y="16616"/>
                  </a:cubicBezTo>
                  <a:close/>
                  <a:moveTo>
                    <a:pt x="658178" y="16616"/>
                  </a:moveTo>
                  <a:cubicBezTo>
                    <a:pt x="667639" y="16590"/>
                    <a:pt x="675513" y="9392"/>
                    <a:pt x="676339" y="0"/>
                  </a:cubicBezTo>
                  <a:lnTo>
                    <a:pt x="640080" y="0"/>
                  </a:lnTo>
                  <a:cubicBezTo>
                    <a:pt x="640842" y="9392"/>
                    <a:pt x="648716" y="16616"/>
                    <a:pt x="658178" y="16616"/>
                  </a:cubicBezTo>
                  <a:close/>
                  <a:moveTo>
                    <a:pt x="749618" y="16616"/>
                  </a:moveTo>
                  <a:cubicBezTo>
                    <a:pt x="759079" y="16616"/>
                    <a:pt x="766953" y="9392"/>
                    <a:pt x="767715" y="0"/>
                  </a:cubicBezTo>
                  <a:lnTo>
                    <a:pt x="731393" y="0"/>
                  </a:lnTo>
                  <a:cubicBezTo>
                    <a:pt x="732219" y="9443"/>
                    <a:pt x="740156" y="16679"/>
                    <a:pt x="749618" y="16616"/>
                  </a:cubicBezTo>
                  <a:close/>
                  <a:moveTo>
                    <a:pt x="200978" y="71409"/>
                  </a:moveTo>
                  <a:cubicBezTo>
                    <a:pt x="190881" y="71409"/>
                    <a:pt x="182690" y="79584"/>
                    <a:pt x="182690" y="89673"/>
                  </a:cubicBezTo>
                  <a:cubicBezTo>
                    <a:pt x="182690" y="99763"/>
                    <a:pt x="190881" y="107938"/>
                    <a:pt x="200978" y="107938"/>
                  </a:cubicBezTo>
                  <a:cubicBezTo>
                    <a:pt x="211075" y="107938"/>
                    <a:pt x="219266" y="99763"/>
                    <a:pt x="219266" y="89673"/>
                  </a:cubicBezTo>
                  <a:cubicBezTo>
                    <a:pt x="219266" y="79584"/>
                    <a:pt x="211075" y="71409"/>
                    <a:pt x="200978" y="71409"/>
                  </a:cubicBezTo>
                  <a:close/>
                  <a:moveTo>
                    <a:pt x="292418" y="162731"/>
                  </a:moveTo>
                  <a:cubicBezTo>
                    <a:pt x="282322" y="162731"/>
                    <a:pt x="274130" y="170906"/>
                    <a:pt x="274130" y="180996"/>
                  </a:cubicBezTo>
                  <a:cubicBezTo>
                    <a:pt x="274130" y="191086"/>
                    <a:pt x="282322" y="199260"/>
                    <a:pt x="292418" y="199260"/>
                  </a:cubicBezTo>
                  <a:cubicBezTo>
                    <a:pt x="302514" y="199260"/>
                    <a:pt x="310706" y="191086"/>
                    <a:pt x="310706" y="180996"/>
                  </a:cubicBezTo>
                  <a:cubicBezTo>
                    <a:pt x="310706" y="170906"/>
                    <a:pt x="302514" y="162731"/>
                    <a:pt x="292418" y="162731"/>
                  </a:cubicBezTo>
                  <a:close/>
                  <a:moveTo>
                    <a:pt x="292418" y="71409"/>
                  </a:moveTo>
                  <a:cubicBezTo>
                    <a:pt x="282322" y="71409"/>
                    <a:pt x="274130" y="79584"/>
                    <a:pt x="274130" y="89673"/>
                  </a:cubicBezTo>
                  <a:cubicBezTo>
                    <a:pt x="274130" y="99763"/>
                    <a:pt x="282322" y="107938"/>
                    <a:pt x="292418" y="107938"/>
                  </a:cubicBezTo>
                  <a:cubicBezTo>
                    <a:pt x="302514" y="107938"/>
                    <a:pt x="310706" y="99763"/>
                    <a:pt x="310706" y="89673"/>
                  </a:cubicBezTo>
                  <a:cubicBezTo>
                    <a:pt x="310706" y="79584"/>
                    <a:pt x="302514" y="71409"/>
                    <a:pt x="292418" y="71409"/>
                  </a:cubicBezTo>
                  <a:close/>
                  <a:moveTo>
                    <a:pt x="292418" y="254054"/>
                  </a:moveTo>
                  <a:cubicBezTo>
                    <a:pt x="282322" y="254054"/>
                    <a:pt x="274130" y="262228"/>
                    <a:pt x="274130" y="272318"/>
                  </a:cubicBezTo>
                  <a:cubicBezTo>
                    <a:pt x="274130" y="282408"/>
                    <a:pt x="282322" y="290583"/>
                    <a:pt x="292418" y="290583"/>
                  </a:cubicBezTo>
                  <a:cubicBezTo>
                    <a:pt x="302514" y="290583"/>
                    <a:pt x="310706" y="282408"/>
                    <a:pt x="310706" y="272318"/>
                  </a:cubicBezTo>
                  <a:cubicBezTo>
                    <a:pt x="310579" y="262304"/>
                    <a:pt x="302451" y="254244"/>
                    <a:pt x="292418" y="254244"/>
                  </a:cubicBezTo>
                  <a:close/>
                  <a:moveTo>
                    <a:pt x="292418" y="345376"/>
                  </a:moveTo>
                  <a:cubicBezTo>
                    <a:pt x="282322" y="345376"/>
                    <a:pt x="274130" y="353551"/>
                    <a:pt x="274130" y="363640"/>
                  </a:cubicBezTo>
                  <a:cubicBezTo>
                    <a:pt x="274130" y="373730"/>
                    <a:pt x="282322" y="381905"/>
                    <a:pt x="292418" y="381905"/>
                  </a:cubicBezTo>
                  <a:cubicBezTo>
                    <a:pt x="302514" y="381905"/>
                    <a:pt x="310706" y="373730"/>
                    <a:pt x="310706" y="363640"/>
                  </a:cubicBezTo>
                  <a:cubicBezTo>
                    <a:pt x="310706" y="353551"/>
                    <a:pt x="302514" y="345376"/>
                    <a:pt x="292418" y="345376"/>
                  </a:cubicBezTo>
                  <a:close/>
                  <a:moveTo>
                    <a:pt x="338138" y="208392"/>
                  </a:moveTo>
                  <a:cubicBezTo>
                    <a:pt x="328041" y="208392"/>
                    <a:pt x="319849" y="216567"/>
                    <a:pt x="319849" y="226657"/>
                  </a:cubicBezTo>
                  <a:cubicBezTo>
                    <a:pt x="319849" y="236747"/>
                    <a:pt x="328041" y="244921"/>
                    <a:pt x="338138" y="244921"/>
                  </a:cubicBezTo>
                  <a:cubicBezTo>
                    <a:pt x="348235" y="244921"/>
                    <a:pt x="356426" y="236747"/>
                    <a:pt x="356426" y="226657"/>
                  </a:cubicBezTo>
                  <a:cubicBezTo>
                    <a:pt x="356426" y="216567"/>
                    <a:pt x="348235" y="208392"/>
                    <a:pt x="338138" y="208392"/>
                  </a:cubicBezTo>
                  <a:close/>
                  <a:moveTo>
                    <a:pt x="109538" y="71409"/>
                  </a:moveTo>
                  <a:cubicBezTo>
                    <a:pt x="99441" y="71409"/>
                    <a:pt x="91249" y="79584"/>
                    <a:pt x="91249" y="89673"/>
                  </a:cubicBezTo>
                  <a:cubicBezTo>
                    <a:pt x="91249" y="99763"/>
                    <a:pt x="99441" y="107938"/>
                    <a:pt x="109538" y="107938"/>
                  </a:cubicBezTo>
                  <a:cubicBezTo>
                    <a:pt x="119635" y="107938"/>
                    <a:pt x="127826" y="99763"/>
                    <a:pt x="127826" y="89673"/>
                  </a:cubicBezTo>
                  <a:cubicBezTo>
                    <a:pt x="127826" y="79584"/>
                    <a:pt x="119635" y="71409"/>
                    <a:pt x="109538" y="71409"/>
                  </a:cubicBezTo>
                  <a:close/>
                  <a:moveTo>
                    <a:pt x="246698" y="25748"/>
                  </a:moveTo>
                  <a:cubicBezTo>
                    <a:pt x="236601" y="25748"/>
                    <a:pt x="228410" y="33922"/>
                    <a:pt x="228410" y="44012"/>
                  </a:cubicBezTo>
                  <a:cubicBezTo>
                    <a:pt x="228410" y="54102"/>
                    <a:pt x="236601" y="62277"/>
                    <a:pt x="246698" y="62277"/>
                  </a:cubicBezTo>
                  <a:cubicBezTo>
                    <a:pt x="256794" y="62277"/>
                    <a:pt x="264986" y="54102"/>
                    <a:pt x="264986" y="44012"/>
                  </a:cubicBezTo>
                  <a:cubicBezTo>
                    <a:pt x="264859" y="33998"/>
                    <a:pt x="256731" y="25938"/>
                    <a:pt x="246698" y="25938"/>
                  </a:cubicBezTo>
                  <a:close/>
                  <a:moveTo>
                    <a:pt x="338138" y="117070"/>
                  </a:moveTo>
                  <a:cubicBezTo>
                    <a:pt x="328041" y="117070"/>
                    <a:pt x="319849" y="125245"/>
                    <a:pt x="319849" y="135335"/>
                  </a:cubicBezTo>
                  <a:cubicBezTo>
                    <a:pt x="319849" y="145424"/>
                    <a:pt x="328041" y="153599"/>
                    <a:pt x="338138" y="153599"/>
                  </a:cubicBezTo>
                  <a:cubicBezTo>
                    <a:pt x="348235" y="153599"/>
                    <a:pt x="356426" y="145424"/>
                    <a:pt x="356426" y="135335"/>
                  </a:cubicBezTo>
                  <a:cubicBezTo>
                    <a:pt x="356426" y="125245"/>
                    <a:pt x="348235" y="117070"/>
                    <a:pt x="338138" y="117070"/>
                  </a:cubicBezTo>
                  <a:close/>
                  <a:moveTo>
                    <a:pt x="658178" y="528021"/>
                  </a:moveTo>
                  <a:cubicBezTo>
                    <a:pt x="648018" y="527983"/>
                    <a:pt x="639826" y="536164"/>
                    <a:pt x="639763" y="546285"/>
                  </a:cubicBezTo>
                  <a:cubicBezTo>
                    <a:pt x="639700" y="556407"/>
                    <a:pt x="647891" y="564638"/>
                    <a:pt x="658051" y="564676"/>
                  </a:cubicBezTo>
                  <a:cubicBezTo>
                    <a:pt x="668211" y="564714"/>
                    <a:pt x="676402" y="556533"/>
                    <a:pt x="676466" y="546412"/>
                  </a:cubicBezTo>
                  <a:cubicBezTo>
                    <a:pt x="676466" y="546367"/>
                    <a:pt x="676466" y="546330"/>
                    <a:pt x="676466" y="546285"/>
                  </a:cubicBezTo>
                  <a:cubicBezTo>
                    <a:pt x="676466" y="536195"/>
                    <a:pt x="668275" y="528021"/>
                    <a:pt x="658178" y="528021"/>
                  </a:cubicBezTo>
                  <a:close/>
                  <a:moveTo>
                    <a:pt x="338138" y="391037"/>
                  </a:moveTo>
                  <a:cubicBezTo>
                    <a:pt x="328041" y="391037"/>
                    <a:pt x="319849" y="399212"/>
                    <a:pt x="319849" y="409302"/>
                  </a:cubicBezTo>
                  <a:cubicBezTo>
                    <a:pt x="319849" y="419391"/>
                    <a:pt x="328041" y="427566"/>
                    <a:pt x="338138" y="427566"/>
                  </a:cubicBezTo>
                  <a:cubicBezTo>
                    <a:pt x="348235" y="427566"/>
                    <a:pt x="356426" y="419391"/>
                    <a:pt x="356426" y="409302"/>
                  </a:cubicBezTo>
                  <a:cubicBezTo>
                    <a:pt x="356426" y="399212"/>
                    <a:pt x="348235" y="391037"/>
                    <a:pt x="338138" y="391037"/>
                  </a:cubicBezTo>
                  <a:close/>
                  <a:moveTo>
                    <a:pt x="155258" y="25748"/>
                  </a:moveTo>
                  <a:cubicBezTo>
                    <a:pt x="145162" y="25748"/>
                    <a:pt x="136970" y="33922"/>
                    <a:pt x="136970" y="44012"/>
                  </a:cubicBezTo>
                  <a:cubicBezTo>
                    <a:pt x="136970" y="54102"/>
                    <a:pt x="145162" y="62277"/>
                    <a:pt x="155258" y="62277"/>
                  </a:cubicBezTo>
                  <a:cubicBezTo>
                    <a:pt x="165354" y="62277"/>
                    <a:pt x="173546" y="54102"/>
                    <a:pt x="173546" y="44012"/>
                  </a:cubicBezTo>
                  <a:cubicBezTo>
                    <a:pt x="173419" y="33998"/>
                    <a:pt x="165291" y="25938"/>
                    <a:pt x="155258" y="25938"/>
                  </a:cubicBezTo>
                  <a:close/>
                  <a:moveTo>
                    <a:pt x="155258" y="117070"/>
                  </a:moveTo>
                  <a:cubicBezTo>
                    <a:pt x="145162" y="117070"/>
                    <a:pt x="136970" y="125245"/>
                    <a:pt x="136970" y="135335"/>
                  </a:cubicBezTo>
                  <a:cubicBezTo>
                    <a:pt x="136970" y="145424"/>
                    <a:pt x="145162" y="153599"/>
                    <a:pt x="155258" y="153599"/>
                  </a:cubicBezTo>
                  <a:cubicBezTo>
                    <a:pt x="165354" y="153599"/>
                    <a:pt x="173546" y="145424"/>
                    <a:pt x="173546" y="135335"/>
                  </a:cubicBezTo>
                  <a:cubicBezTo>
                    <a:pt x="173546" y="125245"/>
                    <a:pt x="165354" y="117070"/>
                    <a:pt x="155258" y="117070"/>
                  </a:cubicBezTo>
                  <a:close/>
                  <a:moveTo>
                    <a:pt x="200978" y="254054"/>
                  </a:moveTo>
                  <a:cubicBezTo>
                    <a:pt x="190881" y="254054"/>
                    <a:pt x="182690" y="262228"/>
                    <a:pt x="182690" y="272318"/>
                  </a:cubicBezTo>
                  <a:cubicBezTo>
                    <a:pt x="182690" y="282408"/>
                    <a:pt x="190881" y="290583"/>
                    <a:pt x="200978" y="290583"/>
                  </a:cubicBezTo>
                  <a:cubicBezTo>
                    <a:pt x="211075" y="290583"/>
                    <a:pt x="219266" y="282408"/>
                    <a:pt x="219266" y="272318"/>
                  </a:cubicBezTo>
                  <a:cubicBezTo>
                    <a:pt x="219139" y="262304"/>
                    <a:pt x="211011" y="254244"/>
                    <a:pt x="200978" y="254244"/>
                  </a:cubicBezTo>
                  <a:close/>
                  <a:moveTo>
                    <a:pt x="155258" y="208392"/>
                  </a:moveTo>
                  <a:cubicBezTo>
                    <a:pt x="145162" y="208392"/>
                    <a:pt x="136970" y="216567"/>
                    <a:pt x="136970" y="226657"/>
                  </a:cubicBezTo>
                  <a:cubicBezTo>
                    <a:pt x="136970" y="236747"/>
                    <a:pt x="145162" y="244921"/>
                    <a:pt x="155258" y="244921"/>
                  </a:cubicBezTo>
                  <a:cubicBezTo>
                    <a:pt x="165354" y="244921"/>
                    <a:pt x="173546" y="236747"/>
                    <a:pt x="173546" y="226657"/>
                  </a:cubicBezTo>
                  <a:cubicBezTo>
                    <a:pt x="173546" y="216567"/>
                    <a:pt x="165354" y="208392"/>
                    <a:pt x="155258" y="208392"/>
                  </a:cubicBezTo>
                  <a:close/>
                  <a:moveTo>
                    <a:pt x="200978" y="162731"/>
                  </a:moveTo>
                  <a:cubicBezTo>
                    <a:pt x="190881" y="162731"/>
                    <a:pt x="182690" y="170906"/>
                    <a:pt x="182690" y="180996"/>
                  </a:cubicBezTo>
                  <a:cubicBezTo>
                    <a:pt x="182690" y="191086"/>
                    <a:pt x="190881" y="199260"/>
                    <a:pt x="200978" y="199260"/>
                  </a:cubicBezTo>
                  <a:cubicBezTo>
                    <a:pt x="211075" y="199260"/>
                    <a:pt x="219266" y="191086"/>
                    <a:pt x="219266" y="180996"/>
                  </a:cubicBezTo>
                  <a:cubicBezTo>
                    <a:pt x="219266" y="170906"/>
                    <a:pt x="211075" y="162731"/>
                    <a:pt x="200978" y="162731"/>
                  </a:cubicBezTo>
                  <a:close/>
                  <a:moveTo>
                    <a:pt x="246698" y="208392"/>
                  </a:moveTo>
                  <a:cubicBezTo>
                    <a:pt x="236601" y="208392"/>
                    <a:pt x="228410" y="216567"/>
                    <a:pt x="228410" y="226657"/>
                  </a:cubicBezTo>
                  <a:cubicBezTo>
                    <a:pt x="228410" y="236747"/>
                    <a:pt x="236601" y="244921"/>
                    <a:pt x="246698" y="244921"/>
                  </a:cubicBezTo>
                  <a:cubicBezTo>
                    <a:pt x="256794" y="244921"/>
                    <a:pt x="264986" y="236747"/>
                    <a:pt x="264986" y="226657"/>
                  </a:cubicBezTo>
                  <a:cubicBezTo>
                    <a:pt x="264986" y="216567"/>
                    <a:pt x="256794" y="208392"/>
                    <a:pt x="246698" y="208392"/>
                  </a:cubicBezTo>
                  <a:close/>
                  <a:moveTo>
                    <a:pt x="246698" y="299715"/>
                  </a:moveTo>
                  <a:cubicBezTo>
                    <a:pt x="236601" y="299715"/>
                    <a:pt x="228410" y="307890"/>
                    <a:pt x="228410" y="317979"/>
                  </a:cubicBezTo>
                  <a:cubicBezTo>
                    <a:pt x="228410" y="328069"/>
                    <a:pt x="236601" y="336244"/>
                    <a:pt x="246698" y="336244"/>
                  </a:cubicBezTo>
                  <a:cubicBezTo>
                    <a:pt x="256794" y="336244"/>
                    <a:pt x="264986" y="328069"/>
                    <a:pt x="264986" y="317979"/>
                  </a:cubicBezTo>
                  <a:cubicBezTo>
                    <a:pt x="264986" y="307890"/>
                    <a:pt x="256794" y="299715"/>
                    <a:pt x="246698" y="299715"/>
                  </a:cubicBezTo>
                  <a:close/>
                  <a:moveTo>
                    <a:pt x="338138" y="25748"/>
                  </a:moveTo>
                  <a:cubicBezTo>
                    <a:pt x="328041" y="25748"/>
                    <a:pt x="319849" y="33922"/>
                    <a:pt x="319849" y="44012"/>
                  </a:cubicBezTo>
                  <a:cubicBezTo>
                    <a:pt x="319849" y="54102"/>
                    <a:pt x="328041" y="62277"/>
                    <a:pt x="338138" y="62277"/>
                  </a:cubicBezTo>
                  <a:cubicBezTo>
                    <a:pt x="348235" y="62277"/>
                    <a:pt x="356426" y="54102"/>
                    <a:pt x="356426" y="44012"/>
                  </a:cubicBezTo>
                  <a:cubicBezTo>
                    <a:pt x="356299" y="33998"/>
                    <a:pt x="348171" y="25938"/>
                    <a:pt x="338138" y="25938"/>
                  </a:cubicBezTo>
                  <a:close/>
                  <a:moveTo>
                    <a:pt x="246698" y="117070"/>
                  </a:moveTo>
                  <a:cubicBezTo>
                    <a:pt x="236601" y="117070"/>
                    <a:pt x="228410" y="125245"/>
                    <a:pt x="228410" y="135335"/>
                  </a:cubicBezTo>
                  <a:cubicBezTo>
                    <a:pt x="228410" y="145424"/>
                    <a:pt x="236601" y="153599"/>
                    <a:pt x="246698" y="153599"/>
                  </a:cubicBezTo>
                  <a:cubicBezTo>
                    <a:pt x="256794" y="153599"/>
                    <a:pt x="264986" y="145424"/>
                    <a:pt x="264986" y="135335"/>
                  </a:cubicBezTo>
                  <a:cubicBezTo>
                    <a:pt x="264986" y="125245"/>
                    <a:pt x="256794" y="117070"/>
                    <a:pt x="246698" y="117070"/>
                  </a:cubicBezTo>
                  <a:close/>
                  <a:moveTo>
                    <a:pt x="1023938" y="345376"/>
                  </a:moveTo>
                  <a:cubicBezTo>
                    <a:pt x="1013841" y="345376"/>
                    <a:pt x="1005650" y="353551"/>
                    <a:pt x="1005650" y="363640"/>
                  </a:cubicBezTo>
                  <a:cubicBezTo>
                    <a:pt x="1005650" y="373730"/>
                    <a:pt x="1013841" y="381905"/>
                    <a:pt x="1023938" y="381905"/>
                  </a:cubicBezTo>
                  <a:cubicBezTo>
                    <a:pt x="1034035" y="381905"/>
                    <a:pt x="1042226" y="373730"/>
                    <a:pt x="1042226" y="363640"/>
                  </a:cubicBezTo>
                  <a:cubicBezTo>
                    <a:pt x="1042226" y="353551"/>
                    <a:pt x="1034035" y="345376"/>
                    <a:pt x="1023938" y="345376"/>
                  </a:cubicBezTo>
                  <a:close/>
                  <a:moveTo>
                    <a:pt x="978218" y="25748"/>
                  </a:moveTo>
                  <a:cubicBezTo>
                    <a:pt x="968122" y="25748"/>
                    <a:pt x="959930" y="33922"/>
                    <a:pt x="959930" y="44012"/>
                  </a:cubicBezTo>
                  <a:cubicBezTo>
                    <a:pt x="959930" y="54102"/>
                    <a:pt x="968122" y="62277"/>
                    <a:pt x="978218" y="62277"/>
                  </a:cubicBezTo>
                  <a:cubicBezTo>
                    <a:pt x="988314" y="62277"/>
                    <a:pt x="996506" y="54102"/>
                    <a:pt x="996506" y="44012"/>
                  </a:cubicBezTo>
                  <a:cubicBezTo>
                    <a:pt x="996379" y="33998"/>
                    <a:pt x="988251" y="25938"/>
                    <a:pt x="978218" y="25938"/>
                  </a:cubicBezTo>
                  <a:close/>
                  <a:moveTo>
                    <a:pt x="1023938" y="436698"/>
                  </a:moveTo>
                  <a:cubicBezTo>
                    <a:pt x="1013841" y="436698"/>
                    <a:pt x="1005650" y="444873"/>
                    <a:pt x="1005650" y="454963"/>
                  </a:cubicBezTo>
                  <a:cubicBezTo>
                    <a:pt x="1005650" y="465053"/>
                    <a:pt x="1013841" y="473227"/>
                    <a:pt x="1023938" y="473227"/>
                  </a:cubicBezTo>
                  <a:cubicBezTo>
                    <a:pt x="1034035" y="473227"/>
                    <a:pt x="1042226" y="465053"/>
                    <a:pt x="1042226" y="454963"/>
                  </a:cubicBezTo>
                  <a:cubicBezTo>
                    <a:pt x="1042226" y="444873"/>
                    <a:pt x="1034035" y="436698"/>
                    <a:pt x="1023938" y="436698"/>
                  </a:cubicBezTo>
                  <a:close/>
                  <a:moveTo>
                    <a:pt x="978218" y="117070"/>
                  </a:moveTo>
                  <a:cubicBezTo>
                    <a:pt x="968122" y="117070"/>
                    <a:pt x="959930" y="125245"/>
                    <a:pt x="959930" y="135335"/>
                  </a:cubicBezTo>
                  <a:cubicBezTo>
                    <a:pt x="959930" y="145424"/>
                    <a:pt x="968122" y="153599"/>
                    <a:pt x="978218" y="153599"/>
                  </a:cubicBezTo>
                  <a:cubicBezTo>
                    <a:pt x="988314" y="153599"/>
                    <a:pt x="996506" y="145424"/>
                    <a:pt x="996506" y="135335"/>
                  </a:cubicBezTo>
                  <a:cubicBezTo>
                    <a:pt x="996506" y="125245"/>
                    <a:pt x="988314" y="117070"/>
                    <a:pt x="978218" y="117070"/>
                  </a:cubicBezTo>
                  <a:close/>
                  <a:moveTo>
                    <a:pt x="1069658" y="391037"/>
                  </a:moveTo>
                  <a:cubicBezTo>
                    <a:pt x="1059562" y="391037"/>
                    <a:pt x="1051370" y="399212"/>
                    <a:pt x="1051370" y="409302"/>
                  </a:cubicBezTo>
                  <a:cubicBezTo>
                    <a:pt x="1051370" y="419391"/>
                    <a:pt x="1059562" y="427566"/>
                    <a:pt x="1069658" y="427566"/>
                  </a:cubicBezTo>
                  <a:cubicBezTo>
                    <a:pt x="1079754" y="427566"/>
                    <a:pt x="1087946" y="419391"/>
                    <a:pt x="1087946" y="409302"/>
                  </a:cubicBezTo>
                  <a:cubicBezTo>
                    <a:pt x="1087946" y="399212"/>
                    <a:pt x="1079754" y="391037"/>
                    <a:pt x="1069658" y="391037"/>
                  </a:cubicBezTo>
                  <a:close/>
                  <a:moveTo>
                    <a:pt x="1023938" y="254054"/>
                  </a:moveTo>
                  <a:cubicBezTo>
                    <a:pt x="1013841" y="254054"/>
                    <a:pt x="1005650" y="262228"/>
                    <a:pt x="1005650" y="272318"/>
                  </a:cubicBezTo>
                  <a:cubicBezTo>
                    <a:pt x="1005650" y="282408"/>
                    <a:pt x="1013841" y="290583"/>
                    <a:pt x="1023938" y="290583"/>
                  </a:cubicBezTo>
                  <a:cubicBezTo>
                    <a:pt x="1034035" y="290583"/>
                    <a:pt x="1042226" y="282408"/>
                    <a:pt x="1042226" y="272318"/>
                  </a:cubicBezTo>
                  <a:cubicBezTo>
                    <a:pt x="1042099" y="262304"/>
                    <a:pt x="1033971" y="254244"/>
                    <a:pt x="1023938" y="254244"/>
                  </a:cubicBezTo>
                  <a:close/>
                  <a:moveTo>
                    <a:pt x="1023938" y="71409"/>
                  </a:moveTo>
                  <a:cubicBezTo>
                    <a:pt x="1013841" y="71409"/>
                    <a:pt x="1005650" y="79584"/>
                    <a:pt x="1005650" y="89673"/>
                  </a:cubicBezTo>
                  <a:cubicBezTo>
                    <a:pt x="1005650" y="99763"/>
                    <a:pt x="1013841" y="107938"/>
                    <a:pt x="1023938" y="107938"/>
                  </a:cubicBezTo>
                  <a:cubicBezTo>
                    <a:pt x="1034035" y="107938"/>
                    <a:pt x="1042226" y="99763"/>
                    <a:pt x="1042226" y="89673"/>
                  </a:cubicBezTo>
                  <a:cubicBezTo>
                    <a:pt x="1042226" y="79584"/>
                    <a:pt x="1034035" y="71409"/>
                    <a:pt x="1023938" y="71409"/>
                  </a:cubicBezTo>
                  <a:close/>
                  <a:moveTo>
                    <a:pt x="978218" y="208392"/>
                  </a:moveTo>
                  <a:cubicBezTo>
                    <a:pt x="968122" y="208392"/>
                    <a:pt x="959930" y="216567"/>
                    <a:pt x="959930" y="226657"/>
                  </a:cubicBezTo>
                  <a:cubicBezTo>
                    <a:pt x="959930" y="236747"/>
                    <a:pt x="968122" y="244921"/>
                    <a:pt x="978218" y="244921"/>
                  </a:cubicBezTo>
                  <a:cubicBezTo>
                    <a:pt x="988314" y="244921"/>
                    <a:pt x="996506" y="236747"/>
                    <a:pt x="996506" y="226657"/>
                  </a:cubicBezTo>
                  <a:cubicBezTo>
                    <a:pt x="996506" y="216567"/>
                    <a:pt x="988314" y="208392"/>
                    <a:pt x="978218" y="208392"/>
                  </a:cubicBezTo>
                  <a:close/>
                  <a:moveTo>
                    <a:pt x="1023938" y="162731"/>
                  </a:moveTo>
                  <a:cubicBezTo>
                    <a:pt x="1013841" y="162731"/>
                    <a:pt x="1005650" y="170906"/>
                    <a:pt x="1005650" y="180996"/>
                  </a:cubicBezTo>
                  <a:cubicBezTo>
                    <a:pt x="1005650" y="191086"/>
                    <a:pt x="1013841" y="199260"/>
                    <a:pt x="1023938" y="199260"/>
                  </a:cubicBezTo>
                  <a:cubicBezTo>
                    <a:pt x="1034035" y="199260"/>
                    <a:pt x="1042226" y="191086"/>
                    <a:pt x="1042226" y="180996"/>
                  </a:cubicBezTo>
                  <a:cubicBezTo>
                    <a:pt x="1042226" y="170906"/>
                    <a:pt x="1034035" y="162731"/>
                    <a:pt x="1023938" y="162731"/>
                  </a:cubicBezTo>
                  <a:close/>
                  <a:moveTo>
                    <a:pt x="932498" y="528021"/>
                  </a:moveTo>
                  <a:cubicBezTo>
                    <a:pt x="922338" y="527983"/>
                    <a:pt x="914147" y="536164"/>
                    <a:pt x="914083" y="546285"/>
                  </a:cubicBezTo>
                  <a:cubicBezTo>
                    <a:pt x="914019" y="556407"/>
                    <a:pt x="922211" y="564638"/>
                    <a:pt x="932371" y="564676"/>
                  </a:cubicBezTo>
                  <a:cubicBezTo>
                    <a:pt x="942531" y="564714"/>
                    <a:pt x="950723" y="556533"/>
                    <a:pt x="950786" y="546412"/>
                  </a:cubicBezTo>
                  <a:cubicBezTo>
                    <a:pt x="950786" y="546367"/>
                    <a:pt x="950786" y="546330"/>
                    <a:pt x="950786" y="546285"/>
                  </a:cubicBezTo>
                  <a:cubicBezTo>
                    <a:pt x="950786" y="536195"/>
                    <a:pt x="942594" y="528021"/>
                    <a:pt x="932498" y="528021"/>
                  </a:cubicBezTo>
                  <a:close/>
                  <a:moveTo>
                    <a:pt x="932498" y="436698"/>
                  </a:moveTo>
                  <a:cubicBezTo>
                    <a:pt x="922401" y="436698"/>
                    <a:pt x="914210" y="444873"/>
                    <a:pt x="914210" y="454963"/>
                  </a:cubicBezTo>
                  <a:cubicBezTo>
                    <a:pt x="914210" y="465053"/>
                    <a:pt x="922401" y="473227"/>
                    <a:pt x="932498" y="473227"/>
                  </a:cubicBezTo>
                  <a:cubicBezTo>
                    <a:pt x="942594" y="473227"/>
                    <a:pt x="950786" y="465053"/>
                    <a:pt x="950786" y="454963"/>
                  </a:cubicBezTo>
                  <a:cubicBezTo>
                    <a:pt x="950786" y="444873"/>
                    <a:pt x="942594" y="436698"/>
                    <a:pt x="932498" y="436698"/>
                  </a:cubicBezTo>
                  <a:close/>
                  <a:moveTo>
                    <a:pt x="932498" y="345376"/>
                  </a:moveTo>
                  <a:cubicBezTo>
                    <a:pt x="922401" y="345376"/>
                    <a:pt x="914210" y="353551"/>
                    <a:pt x="914210" y="363640"/>
                  </a:cubicBezTo>
                  <a:cubicBezTo>
                    <a:pt x="914210" y="373730"/>
                    <a:pt x="922401" y="381905"/>
                    <a:pt x="932498" y="381905"/>
                  </a:cubicBezTo>
                  <a:cubicBezTo>
                    <a:pt x="942594" y="381905"/>
                    <a:pt x="950786" y="373730"/>
                    <a:pt x="950786" y="363640"/>
                  </a:cubicBezTo>
                  <a:cubicBezTo>
                    <a:pt x="950786" y="353551"/>
                    <a:pt x="942594" y="345376"/>
                    <a:pt x="932498" y="345376"/>
                  </a:cubicBezTo>
                  <a:close/>
                  <a:moveTo>
                    <a:pt x="1069658" y="299715"/>
                  </a:moveTo>
                  <a:cubicBezTo>
                    <a:pt x="1059562" y="299715"/>
                    <a:pt x="1051370" y="307890"/>
                    <a:pt x="1051370" y="317979"/>
                  </a:cubicBezTo>
                  <a:cubicBezTo>
                    <a:pt x="1051370" y="328069"/>
                    <a:pt x="1059562" y="336244"/>
                    <a:pt x="1069658" y="336244"/>
                  </a:cubicBezTo>
                  <a:cubicBezTo>
                    <a:pt x="1079754" y="336244"/>
                    <a:pt x="1087946" y="328069"/>
                    <a:pt x="1087946" y="317979"/>
                  </a:cubicBezTo>
                  <a:cubicBezTo>
                    <a:pt x="1087946" y="307890"/>
                    <a:pt x="1079754" y="299715"/>
                    <a:pt x="1069658" y="299715"/>
                  </a:cubicBezTo>
                  <a:close/>
                  <a:moveTo>
                    <a:pt x="886778" y="25748"/>
                  </a:moveTo>
                  <a:cubicBezTo>
                    <a:pt x="876681" y="25748"/>
                    <a:pt x="868490" y="33922"/>
                    <a:pt x="868490" y="44012"/>
                  </a:cubicBezTo>
                  <a:cubicBezTo>
                    <a:pt x="868490" y="54102"/>
                    <a:pt x="876681" y="62277"/>
                    <a:pt x="886778" y="62277"/>
                  </a:cubicBezTo>
                  <a:cubicBezTo>
                    <a:pt x="896875" y="62277"/>
                    <a:pt x="905066" y="54102"/>
                    <a:pt x="905066" y="44012"/>
                  </a:cubicBezTo>
                  <a:cubicBezTo>
                    <a:pt x="904939" y="33998"/>
                    <a:pt x="896811" y="25938"/>
                    <a:pt x="886778" y="25938"/>
                  </a:cubicBezTo>
                  <a:close/>
                  <a:moveTo>
                    <a:pt x="932498" y="162731"/>
                  </a:moveTo>
                  <a:cubicBezTo>
                    <a:pt x="922401" y="162731"/>
                    <a:pt x="914210" y="170906"/>
                    <a:pt x="914210" y="180996"/>
                  </a:cubicBezTo>
                  <a:cubicBezTo>
                    <a:pt x="914210" y="191086"/>
                    <a:pt x="922401" y="199260"/>
                    <a:pt x="932498" y="199260"/>
                  </a:cubicBezTo>
                  <a:cubicBezTo>
                    <a:pt x="942594" y="199260"/>
                    <a:pt x="950786" y="191086"/>
                    <a:pt x="950786" y="180996"/>
                  </a:cubicBezTo>
                  <a:cubicBezTo>
                    <a:pt x="950786" y="170906"/>
                    <a:pt x="942594" y="162731"/>
                    <a:pt x="932498" y="162731"/>
                  </a:cubicBezTo>
                  <a:close/>
                  <a:moveTo>
                    <a:pt x="978218" y="482359"/>
                  </a:moveTo>
                  <a:cubicBezTo>
                    <a:pt x="968122" y="482359"/>
                    <a:pt x="959930" y="490534"/>
                    <a:pt x="959930" y="500624"/>
                  </a:cubicBezTo>
                  <a:cubicBezTo>
                    <a:pt x="959930" y="510714"/>
                    <a:pt x="968122" y="518888"/>
                    <a:pt x="978218" y="518888"/>
                  </a:cubicBezTo>
                  <a:cubicBezTo>
                    <a:pt x="988314" y="518888"/>
                    <a:pt x="996506" y="510714"/>
                    <a:pt x="996506" y="500624"/>
                  </a:cubicBezTo>
                  <a:cubicBezTo>
                    <a:pt x="996379" y="490610"/>
                    <a:pt x="988251" y="482550"/>
                    <a:pt x="978218" y="482550"/>
                  </a:cubicBezTo>
                  <a:close/>
                  <a:moveTo>
                    <a:pt x="978218" y="299715"/>
                  </a:moveTo>
                  <a:cubicBezTo>
                    <a:pt x="968122" y="299715"/>
                    <a:pt x="959930" y="307890"/>
                    <a:pt x="959930" y="317979"/>
                  </a:cubicBezTo>
                  <a:cubicBezTo>
                    <a:pt x="959930" y="328069"/>
                    <a:pt x="968122" y="336244"/>
                    <a:pt x="978218" y="336244"/>
                  </a:cubicBezTo>
                  <a:cubicBezTo>
                    <a:pt x="988314" y="336244"/>
                    <a:pt x="996506" y="328069"/>
                    <a:pt x="996506" y="317979"/>
                  </a:cubicBezTo>
                  <a:cubicBezTo>
                    <a:pt x="996506" y="307890"/>
                    <a:pt x="988314" y="299715"/>
                    <a:pt x="978218" y="299715"/>
                  </a:cubicBezTo>
                  <a:close/>
                  <a:moveTo>
                    <a:pt x="978218" y="391037"/>
                  </a:moveTo>
                  <a:cubicBezTo>
                    <a:pt x="968122" y="391037"/>
                    <a:pt x="959930" y="399212"/>
                    <a:pt x="959930" y="409302"/>
                  </a:cubicBezTo>
                  <a:cubicBezTo>
                    <a:pt x="959930" y="419391"/>
                    <a:pt x="968122" y="427566"/>
                    <a:pt x="978218" y="427566"/>
                  </a:cubicBezTo>
                  <a:cubicBezTo>
                    <a:pt x="988314" y="427566"/>
                    <a:pt x="996506" y="419391"/>
                    <a:pt x="996506" y="409302"/>
                  </a:cubicBezTo>
                  <a:cubicBezTo>
                    <a:pt x="996506" y="399212"/>
                    <a:pt x="988314" y="391037"/>
                    <a:pt x="978218" y="391037"/>
                  </a:cubicBezTo>
                  <a:close/>
                  <a:moveTo>
                    <a:pt x="932498" y="71409"/>
                  </a:moveTo>
                  <a:cubicBezTo>
                    <a:pt x="922401" y="71409"/>
                    <a:pt x="914210" y="79584"/>
                    <a:pt x="914210" y="89673"/>
                  </a:cubicBezTo>
                  <a:cubicBezTo>
                    <a:pt x="914210" y="99763"/>
                    <a:pt x="922401" y="107938"/>
                    <a:pt x="932498" y="107938"/>
                  </a:cubicBezTo>
                  <a:cubicBezTo>
                    <a:pt x="942594" y="107938"/>
                    <a:pt x="950786" y="99763"/>
                    <a:pt x="950786" y="89673"/>
                  </a:cubicBezTo>
                  <a:cubicBezTo>
                    <a:pt x="950786" y="79584"/>
                    <a:pt x="942594" y="71409"/>
                    <a:pt x="932498" y="71409"/>
                  </a:cubicBezTo>
                  <a:close/>
                  <a:moveTo>
                    <a:pt x="932498" y="254054"/>
                  </a:moveTo>
                  <a:cubicBezTo>
                    <a:pt x="922401" y="254054"/>
                    <a:pt x="914210" y="262228"/>
                    <a:pt x="914210" y="272318"/>
                  </a:cubicBezTo>
                  <a:cubicBezTo>
                    <a:pt x="914210" y="282408"/>
                    <a:pt x="922401" y="290583"/>
                    <a:pt x="932498" y="290583"/>
                  </a:cubicBezTo>
                  <a:cubicBezTo>
                    <a:pt x="942594" y="290583"/>
                    <a:pt x="950786" y="282408"/>
                    <a:pt x="950786" y="272318"/>
                  </a:cubicBezTo>
                  <a:cubicBezTo>
                    <a:pt x="950659" y="262304"/>
                    <a:pt x="942531" y="254244"/>
                    <a:pt x="932498" y="254244"/>
                  </a:cubicBezTo>
                  <a:close/>
                  <a:moveTo>
                    <a:pt x="1206818" y="162731"/>
                  </a:moveTo>
                  <a:cubicBezTo>
                    <a:pt x="1196722" y="162731"/>
                    <a:pt x="1188530" y="170906"/>
                    <a:pt x="1188530" y="180996"/>
                  </a:cubicBezTo>
                  <a:cubicBezTo>
                    <a:pt x="1188530" y="191086"/>
                    <a:pt x="1196722" y="199260"/>
                    <a:pt x="1206818" y="199260"/>
                  </a:cubicBezTo>
                  <a:cubicBezTo>
                    <a:pt x="1216914" y="199260"/>
                    <a:pt x="1225106" y="191086"/>
                    <a:pt x="1225106" y="180996"/>
                  </a:cubicBezTo>
                  <a:cubicBezTo>
                    <a:pt x="1225106" y="170906"/>
                    <a:pt x="1216914" y="162731"/>
                    <a:pt x="1206818" y="162731"/>
                  </a:cubicBezTo>
                  <a:close/>
                  <a:moveTo>
                    <a:pt x="1206818" y="71409"/>
                  </a:moveTo>
                  <a:cubicBezTo>
                    <a:pt x="1196722" y="71409"/>
                    <a:pt x="1188530" y="79584"/>
                    <a:pt x="1188530" y="89673"/>
                  </a:cubicBezTo>
                  <a:cubicBezTo>
                    <a:pt x="1188530" y="99763"/>
                    <a:pt x="1196722" y="107938"/>
                    <a:pt x="1206818" y="107938"/>
                  </a:cubicBezTo>
                  <a:cubicBezTo>
                    <a:pt x="1216914" y="107938"/>
                    <a:pt x="1225106" y="99763"/>
                    <a:pt x="1225106" y="89673"/>
                  </a:cubicBezTo>
                  <a:cubicBezTo>
                    <a:pt x="1225106" y="79584"/>
                    <a:pt x="1216914" y="71409"/>
                    <a:pt x="1206818" y="71409"/>
                  </a:cubicBezTo>
                  <a:close/>
                  <a:moveTo>
                    <a:pt x="1188593" y="272318"/>
                  </a:moveTo>
                  <a:cubicBezTo>
                    <a:pt x="1188593" y="276599"/>
                    <a:pt x="1190117" y="280734"/>
                    <a:pt x="1192912" y="283987"/>
                  </a:cubicBezTo>
                  <a:cubicBezTo>
                    <a:pt x="1198309" y="274221"/>
                    <a:pt x="1203706" y="264327"/>
                    <a:pt x="1209104" y="254307"/>
                  </a:cubicBezTo>
                  <a:cubicBezTo>
                    <a:pt x="1208342" y="254244"/>
                    <a:pt x="1207643" y="254244"/>
                    <a:pt x="1206881" y="254307"/>
                  </a:cubicBezTo>
                  <a:cubicBezTo>
                    <a:pt x="1196849" y="254307"/>
                    <a:pt x="1188721" y="262330"/>
                    <a:pt x="1188593" y="272318"/>
                  </a:cubicBezTo>
                  <a:close/>
                  <a:moveTo>
                    <a:pt x="658241" y="436698"/>
                  </a:moveTo>
                  <a:cubicBezTo>
                    <a:pt x="648145" y="436698"/>
                    <a:pt x="639953" y="444873"/>
                    <a:pt x="639953" y="454963"/>
                  </a:cubicBezTo>
                  <a:cubicBezTo>
                    <a:pt x="639953" y="465053"/>
                    <a:pt x="648145" y="473227"/>
                    <a:pt x="658241" y="473227"/>
                  </a:cubicBezTo>
                  <a:cubicBezTo>
                    <a:pt x="668338" y="473227"/>
                    <a:pt x="676529" y="465053"/>
                    <a:pt x="676529" y="454963"/>
                  </a:cubicBezTo>
                  <a:cubicBezTo>
                    <a:pt x="676529" y="444873"/>
                    <a:pt x="668338" y="436698"/>
                    <a:pt x="658241" y="436698"/>
                  </a:cubicBezTo>
                  <a:cubicBezTo>
                    <a:pt x="658241" y="436698"/>
                    <a:pt x="658178" y="436698"/>
                    <a:pt x="658178" y="436698"/>
                  </a:cubicBezTo>
                  <a:close/>
                  <a:moveTo>
                    <a:pt x="1161162" y="25748"/>
                  </a:moveTo>
                  <a:cubicBezTo>
                    <a:pt x="1151065" y="25748"/>
                    <a:pt x="1142874" y="33922"/>
                    <a:pt x="1142874" y="44012"/>
                  </a:cubicBezTo>
                  <a:cubicBezTo>
                    <a:pt x="1142874" y="54102"/>
                    <a:pt x="1151065" y="62277"/>
                    <a:pt x="1161162" y="62277"/>
                  </a:cubicBezTo>
                  <a:cubicBezTo>
                    <a:pt x="1171258" y="62277"/>
                    <a:pt x="1179450" y="54102"/>
                    <a:pt x="1179450" y="44012"/>
                  </a:cubicBezTo>
                  <a:cubicBezTo>
                    <a:pt x="1179323" y="33973"/>
                    <a:pt x="1171131" y="25900"/>
                    <a:pt x="1161098" y="25938"/>
                  </a:cubicBezTo>
                  <a:close/>
                  <a:moveTo>
                    <a:pt x="1280034" y="89673"/>
                  </a:moveTo>
                  <a:cubicBezTo>
                    <a:pt x="1280034" y="93859"/>
                    <a:pt x="1281494" y="97911"/>
                    <a:pt x="1284161" y="101152"/>
                  </a:cubicBezTo>
                  <a:cubicBezTo>
                    <a:pt x="1288606" y="91322"/>
                    <a:pt x="1293051" y="81493"/>
                    <a:pt x="1297432" y="71536"/>
                  </a:cubicBezTo>
                  <a:cubicBezTo>
                    <a:pt x="1287717" y="71942"/>
                    <a:pt x="1279970" y="79939"/>
                    <a:pt x="1279970" y="89673"/>
                  </a:cubicBezTo>
                  <a:close/>
                  <a:moveTo>
                    <a:pt x="1069722" y="208392"/>
                  </a:moveTo>
                  <a:cubicBezTo>
                    <a:pt x="1059625" y="208392"/>
                    <a:pt x="1051434" y="216567"/>
                    <a:pt x="1051434" y="226657"/>
                  </a:cubicBezTo>
                  <a:cubicBezTo>
                    <a:pt x="1051434" y="236747"/>
                    <a:pt x="1059625" y="244921"/>
                    <a:pt x="1069722" y="244921"/>
                  </a:cubicBezTo>
                  <a:cubicBezTo>
                    <a:pt x="1079818" y="244921"/>
                    <a:pt x="1088010" y="236747"/>
                    <a:pt x="1088010" y="226657"/>
                  </a:cubicBezTo>
                  <a:cubicBezTo>
                    <a:pt x="1088010" y="216567"/>
                    <a:pt x="1079818" y="208392"/>
                    <a:pt x="1069722" y="208392"/>
                  </a:cubicBezTo>
                  <a:cubicBezTo>
                    <a:pt x="1069722" y="208392"/>
                    <a:pt x="1069658" y="208392"/>
                    <a:pt x="1069658" y="208392"/>
                  </a:cubicBezTo>
                  <a:close/>
                  <a:moveTo>
                    <a:pt x="1252601" y="25748"/>
                  </a:moveTo>
                  <a:cubicBezTo>
                    <a:pt x="1242505" y="25748"/>
                    <a:pt x="1234313" y="33922"/>
                    <a:pt x="1234313" y="44012"/>
                  </a:cubicBezTo>
                  <a:cubicBezTo>
                    <a:pt x="1234313" y="54102"/>
                    <a:pt x="1242505" y="62277"/>
                    <a:pt x="1252601" y="62277"/>
                  </a:cubicBezTo>
                  <a:cubicBezTo>
                    <a:pt x="1262698" y="62277"/>
                    <a:pt x="1270889" y="54102"/>
                    <a:pt x="1270889" y="44012"/>
                  </a:cubicBezTo>
                  <a:cubicBezTo>
                    <a:pt x="1270762" y="33973"/>
                    <a:pt x="1262571" y="25900"/>
                    <a:pt x="1252538" y="25938"/>
                  </a:cubicBezTo>
                  <a:close/>
                  <a:moveTo>
                    <a:pt x="1252601" y="117070"/>
                  </a:moveTo>
                  <a:cubicBezTo>
                    <a:pt x="1242505" y="117070"/>
                    <a:pt x="1234313" y="125245"/>
                    <a:pt x="1234313" y="135335"/>
                  </a:cubicBezTo>
                  <a:cubicBezTo>
                    <a:pt x="1234313" y="145424"/>
                    <a:pt x="1242505" y="153599"/>
                    <a:pt x="1252601" y="153599"/>
                  </a:cubicBezTo>
                  <a:cubicBezTo>
                    <a:pt x="1255396" y="153574"/>
                    <a:pt x="1258189" y="152901"/>
                    <a:pt x="1260729" y="151633"/>
                  </a:cubicBezTo>
                  <a:cubicBezTo>
                    <a:pt x="1263904" y="144847"/>
                    <a:pt x="1267079" y="138062"/>
                    <a:pt x="1270318" y="131149"/>
                  </a:cubicBezTo>
                  <a:cubicBezTo>
                    <a:pt x="1268413" y="122879"/>
                    <a:pt x="1261047" y="117032"/>
                    <a:pt x="1252538" y="117070"/>
                  </a:cubicBezTo>
                  <a:close/>
                  <a:moveTo>
                    <a:pt x="1280224" y="0"/>
                  </a:moveTo>
                  <a:cubicBezTo>
                    <a:pt x="1281050" y="9982"/>
                    <a:pt x="1289812" y="17396"/>
                    <a:pt x="1299846" y="16558"/>
                  </a:cubicBezTo>
                  <a:cubicBezTo>
                    <a:pt x="1308672" y="15816"/>
                    <a:pt x="1315657" y="8821"/>
                    <a:pt x="1316419" y="0"/>
                  </a:cubicBezTo>
                  <a:close/>
                  <a:moveTo>
                    <a:pt x="1115124" y="345376"/>
                  </a:moveTo>
                  <a:cubicBezTo>
                    <a:pt x="1105027" y="345376"/>
                    <a:pt x="1096836" y="353551"/>
                    <a:pt x="1096836" y="363640"/>
                  </a:cubicBezTo>
                  <a:cubicBezTo>
                    <a:pt x="1096836" y="373730"/>
                    <a:pt x="1105027" y="381905"/>
                    <a:pt x="1115124" y="381905"/>
                  </a:cubicBezTo>
                  <a:cubicBezTo>
                    <a:pt x="1125221" y="381905"/>
                    <a:pt x="1133412" y="373730"/>
                    <a:pt x="1133412" y="363640"/>
                  </a:cubicBezTo>
                  <a:cubicBezTo>
                    <a:pt x="1133412" y="353652"/>
                    <a:pt x="1125411" y="345515"/>
                    <a:pt x="1115378" y="345376"/>
                  </a:cubicBezTo>
                  <a:close/>
                  <a:moveTo>
                    <a:pt x="1115124" y="254054"/>
                  </a:moveTo>
                  <a:cubicBezTo>
                    <a:pt x="1105027" y="254054"/>
                    <a:pt x="1096836" y="262228"/>
                    <a:pt x="1096836" y="272318"/>
                  </a:cubicBezTo>
                  <a:cubicBezTo>
                    <a:pt x="1096836" y="282408"/>
                    <a:pt x="1105027" y="290583"/>
                    <a:pt x="1115124" y="290583"/>
                  </a:cubicBezTo>
                  <a:cubicBezTo>
                    <a:pt x="1125221" y="290583"/>
                    <a:pt x="1133412" y="282408"/>
                    <a:pt x="1133412" y="272318"/>
                  </a:cubicBezTo>
                  <a:cubicBezTo>
                    <a:pt x="1133285" y="262406"/>
                    <a:pt x="1125284" y="254383"/>
                    <a:pt x="1115378" y="254244"/>
                  </a:cubicBezTo>
                  <a:close/>
                  <a:moveTo>
                    <a:pt x="1069404" y="25748"/>
                  </a:moveTo>
                  <a:cubicBezTo>
                    <a:pt x="1059307" y="25748"/>
                    <a:pt x="1051116" y="33922"/>
                    <a:pt x="1051116" y="44012"/>
                  </a:cubicBezTo>
                  <a:cubicBezTo>
                    <a:pt x="1051116" y="54102"/>
                    <a:pt x="1059307" y="62277"/>
                    <a:pt x="1069404" y="62277"/>
                  </a:cubicBezTo>
                  <a:cubicBezTo>
                    <a:pt x="1079500" y="62277"/>
                    <a:pt x="1087692" y="54102"/>
                    <a:pt x="1087692" y="44012"/>
                  </a:cubicBezTo>
                  <a:cubicBezTo>
                    <a:pt x="1087565" y="34100"/>
                    <a:pt x="1079564" y="26078"/>
                    <a:pt x="1069658" y="25938"/>
                  </a:cubicBezTo>
                  <a:close/>
                  <a:moveTo>
                    <a:pt x="1069404" y="117070"/>
                  </a:moveTo>
                  <a:cubicBezTo>
                    <a:pt x="1059307" y="117070"/>
                    <a:pt x="1051116" y="125245"/>
                    <a:pt x="1051116" y="135335"/>
                  </a:cubicBezTo>
                  <a:cubicBezTo>
                    <a:pt x="1051116" y="145424"/>
                    <a:pt x="1059307" y="153599"/>
                    <a:pt x="1069404" y="153599"/>
                  </a:cubicBezTo>
                  <a:cubicBezTo>
                    <a:pt x="1079500" y="153599"/>
                    <a:pt x="1087692" y="145424"/>
                    <a:pt x="1087692" y="135335"/>
                  </a:cubicBezTo>
                  <a:cubicBezTo>
                    <a:pt x="1087692" y="125346"/>
                    <a:pt x="1079627" y="117210"/>
                    <a:pt x="1069658" y="117070"/>
                  </a:cubicBezTo>
                  <a:close/>
                  <a:moveTo>
                    <a:pt x="1160844" y="299715"/>
                  </a:moveTo>
                  <a:cubicBezTo>
                    <a:pt x="1150748" y="299715"/>
                    <a:pt x="1142556" y="307890"/>
                    <a:pt x="1142556" y="317979"/>
                  </a:cubicBezTo>
                  <a:cubicBezTo>
                    <a:pt x="1142556" y="328069"/>
                    <a:pt x="1150748" y="336244"/>
                    <a:pt x="1160844" y="336244"/>
                  </a:cubicBezTo>
                  <a:lnTo>
                    <a:pt x="1162495" y="336244"/>
                  </a:lnTo>
                  <a:cubicBezTo>
                    <a:pt x="1167512" y="327790"/>
                    <a:pt x="1172528" y="319330"/>
                    <a:pt x="1177544" y="310876"/>
                  </a:cubicBezTo>
                  <a:cubicBezTo>
                    <a:pt x="1174750" y="304255"/>
                    <a:pt x="1168274" y="299892"/>
                    <a:pt x="1161098" y="299715"/>
                  </a:cubicBezTo>
                  <a:close/>
                  <a:moveTo>
                    <a:pt x="1160844" y="208392"/>
                  </a:moveTo>
                  <a:cubicBezTo>
                    <a:pt x="1150748" y="208392"/>
                    <a:pt x="1142556" y="216567"/>
                    <a:pt x="1142556" y="226657"/>
                  </a:cubicBezTo>
                  <a:cubicBezTo>
                    <a:pt x="1142556" y="236747"/>
                    <a:pt x="1150748" y="244921"/>
                    <a:pt x="1160844" y="244921"/>
                  </a:cubicBezTo>
                  <a:cubicBezTo>
                    <a:pt x="1170940" y="244921"/>
                    <a:pt x="1179132" y="236747"/>
                    <a:pt x="1179132" y="226657"/>
                  </a:cubicBezTo>
                  <a:cubicBezTo>
                    <a:pt x="1179132" y="216669"/>
                    <a:pt x="1171067" y="208532"/>
                    <a:pt x="1161098" y="208392"/>
                  </a:cubicBezTo>
                  <a:close/>
                  <a:moveTo>
                    <a:pt x="1115124" y="162731"/>
                  </a:moveTo>
                  <a:cubicBezTo>
                    <a:pt x="1105027" y="162731"/>
                    <a:pt x="1096836" y="170906"/>
                    <a:pt x="1096836" y="180996"/>
                  </a:cubicBezTo>
                  <a:cubicBezTo>
                    <a:pt x="1096836" y="191086"/>
                    <a:pt x="1105027" y="199260"/>
                    <a:pt x="1115124" y="199260"/>
                  </a:cubicBezTo>
                  <a:cubicBezTo>
                    <a:pt x="1125221" y="199260"/>
                    <a:pt x="1133412" y="191086"/>
                    <a:pt x="1133412" y="180996"/>
                  </a:cubicBezTo>
                  <a:cubicBezTo>
                    <a:pt x="1133412" y="171007"/>
                    <a:pt x="1125411" y="162871"/>
                    <a:pt x="1115378" y="162731"/>
                  </a:cubicBezTo>
                  <a:close/>
                  <a:moveTo>
                    <a:pt x="1115124" y="71409"/>
                  </a:moveTo>
                  <a:cubicBezTo>
                    <a:pt x="1105027" y="71409"/>
                    <a:pt x="1096836" y="79584"/>
                    <a:pt x="1096836" y="89673"/>
                  </a:cubicBezTo>
                  <a:cubicBezTo>
                    <a:pt x="1096836" y="99763"/>
                    <a:pt x="1105027" y="107938"/>
                    <a:pt x="1115124" y="107938"/>
                  </a:cubicBezTo>
                  <a:cubicBezTo>
                    <a:pt x="1125221" y="107938"/>
                    <a:pt x="1133412" y="99763"/>
                    <a:pt x="1133412" y="89673"/>
                  </a:cubicBezTo>
                  <a:cubicBezTo>
                    <a:pt x="1133412" y="79685"/>
                    <a:pt x="1125411" y="71548"/>
                    <a:pt x="1115378" y="71409"/>
                  </a:cubicBezTo>
                  <a:close/>
                  <a:moveTo>
                    <a:pt x="1160844" y="117070"/>
                  </a:moveTo>
                  <a:cubicBezTo>
                    <a:pt x="1150748" y="117070"/>
                    <a:pt x="1142556" y="125245"/>
                    <a:pt x="1142556" y="135335"/>
                  </a:cubicBezTo>
                  <a:cubicBezTo>
                    <a:pt x="1142556" y="145424"/>
                    <a:pt x="1150748" y="153599"/>
                    <a:pt x="1160844" y="153599"/>
                  </a:cubicBezTo>
                  <a:cubicBezTo>
                    <a:pt x="1170940" y="153599"/>
                    <a:pt x="1179132" y="145424"/>
                    <a:pt x="1179132" y="135335"/>
                  </a:cubicBezTo>
                  <a:cubicBezTo>
                    <a:pt x="1179132" y="125346"/>
                    <a:pt x="1171067" y="117210"/>
                    <a:pt x="1161098" y="117070"/>
                  </a:cubicBezTo>
                  <a:close/>
                  <a:moveTo>
                    <a:pt x="749364" y="619343"/>
                  </a:moveTo>
                  <a:cubicBezTo>
                    <a:pt x="739267" y="619343"/>
                    <a:pt x="731076" y="627518"/>
                    <a:pt x="731076" y="637607"/>
                  </a:cubicBezTo>
                  <a:cubicBezTo>
                    <a:pt x="731076" y="640747"/>
                    <a:pt x="731965" y="643822"/>
                    <a:pt x="733489" y="646549"/>
                  </a:cubicBezTo>
                  <a:cubicBezTo>
                    <a:pt x="743776" y="647057"/>
                    <a:pt x="754190" y="647310"/>
                    <a:pt x="764794" y="647374"/>
                  </a:cubicBezTo>
                  <a:cubicBezTo>
                    <a:pt x="770192" y="638850"/>
                    <a:pt x="767652" y="627568"/>
                    <a:pt x="759143" y="622171"/>
                  </a:cubicBezTo>
                  <a:cubicBezTo>
                    <a:pt x="756222" y="620326"/>
                    <a:pt x="752793" y="619349"/>
                    <a:pt x="749364" y="619343"/>
                  </a:cubicBezTo>
                  <a:close/>
                  <a:moveTo>
                    <a:pt x="749364" y="436698"/>
                  </a:moveTo>
                  <a:cubicBezTo>
                    <a:pt x="739267" y="436698"/>
                    <a:pt x="731076" y="444873"/>
                    <a:pt x="731076" y="454963"/>
                  </a:cubicBezTo>
                  <a:cubicBezTo>
                    <a:pt x="731076" y="465053"/>
                    <a:pt x="739267" y="473227"/>
                    <a:pt x="749364" y="473227"/>
                  </a:cubicBezTo>
                  <a:cubicBezTo>
                    <a:pt x="759461" y="473227"/>
                    <a:pt x="767652" y="465053"/>
                    <a:pt x="767652" y="454963"/>
                  </a:cubicBezTo>
                  <a:cubicBezTo>
                    <a:pt x="767652" y="444974"/>
                    <a:pt x="759587" y="436838"/>
                    <a:pt x="749618" y="436698"/>
                  </a:cubicBezTo>
                  <a:close/>
                  <a:moveTo>
                    <a:pt x="749364" y="528021"/>
                  </a:moveTo>
                  <a:cubicBezTo>
                    <a:pt x="739204" y="527983"/>
                    <a:pt x="731012" y="536164"/>
                    <a:pt x="730949" y="546285"/>
                  </a:cubicBezTo>
                  <a:cubicBezTo>
                    <a:pt x="730886" y="556407"/>
                    <a:pt x="739077" y="564638"/>
                    <a:pt x="749237" y="564676"/>
                  </a:cubicBezTo>
                  <a:cubicBezTo>
                    <a:pt x="759397" y="564714"/>
                    <a:pt x="767588" y="556533"/>
                    <a:pt x="767652" y="546412"/>
                  </a:cubicBezTo>
                  <a:cubicBezTo>
                    <a:pt x="767652" y="546367"/>
                    <a:pt x="767652" y="546330"/>
                    <a:pt x="767652" y="546285"/>
                  </a:cubicBezTo>
                  <a:cubicBezTo>
                    <a:pt x="767652" y="536297"/>
                    <a:pt x="759587" y="528160"/>
                    <a:pt x="749618" y="528021"/>
                  </a:cubicBezTo>
                  <a:close/>
                  <a:moveTo>
                    <a:pt x="703644" y="25748"/>
                  </a:moveTo>
                  <a:cubicBezTo>
                    <a:pt x="693548" y="25748"/>
                    <a:pt x="685356" y="33922"/>
                    <a:pt x="685356" y="44012"/>
                  </a:cubicBezTo>
                  <a:cubicBezTo>
                    <a:pt x="685356" y="54102"/>
                    <a:pt x="693548" y="62277"/>
                    <a:pt x="703644" y="62277"/>
                  </a:cubicBezTo>
                  <a:cubicBezTo>
                    <a:pt x="713740" y="62277"/>
                    <a:pt x="721932" y="54102"/>
                    <a:pt x="721932" y="44012"/>
                  </a:cubicBezTo>
                  <a:cubicBezTo>
                    <a:pt x="721805" y="34100"/>
                    <a:pt x="713804" y="26078"/>
                    <a:pt x="703898" y="25938"/>
                  </a:cubicBezTo>
                  <a:close/>
                  <a:moveTo>
                    <a:pt x="749364" y="162731"/>
                  </a:moveTo>
                  <a:cubicBezTo>
                    <a:pt x="739267" y="162731"/>
                    <a:pt x="731076" y="170906"/>
                    <a:pt x="731076" y="180996"/>
                  </a:cubicBezTo>
                  <a:cubicBezTo>
                    <a:pt x="731076" y="191086"/>
                    <a:pt x="739267" y="199260"/>
                    <a:pt x="749364" y="199260"/>
                  </a:cubicBezTo>
                  <a:cubicBezTo>
                    <a:pt x="759461" y="199260"/>
                    <a:pt x="767652" y="191086"/>
                    <a:pt x="767652" y="180996"/>
                  </a:cubicBezTo>
                  <a:cubicBezTo>
                    <a:pt x="767652" y="171007"/>
                    <a:pt x="759587" y="162871"/>
                    <a:pt x="749618" y="162731"/>
                  </a:cubicBezTo>
                  <a:close/>
                  <a:moveTo>
                    <a:pt x="749364" y="345376"/>
                  </a:moveTo>
                  <a:cubicBezTo>
                    <a:pt x="739267" y="345376"/>
                    <a:pt x="731076" y="353551"/>
                    <a:pt x="731076" y="363640"/>
                  </a:cubicBezTo>
                  <a:cubicBezTo>
                    <a:pt x="731076" y="373730"/>
                    <a:pt x="739267" y="381905"/>
                    <a:pt x="749364" y="381905"/>
                  </a:cubicBezTo>
                  <a:cubicBezTo>
                    <a:pt x="759461" y="381905"/>
                    <a:pt x="767652" y="373730"/>
                    <a:pt x="767652" y="363640"/>
                  </a:cubicBezTo>
                  <a:cubicBezTo>
                    <a:pt x="767652" y="353652"/>
                    <a:pt x="759587" y="345515"/>
                    <a:pt x="749618" y="345376"/>
                  </a:cubicBezTo>
                  <a:close/>
                  <a:moveTo>
                    <a:pt x="749364" y="71409"/>
                  </a:moveTo>
                  <a:cubicBezTo>
                    <a:pt x="739267" y="71409"/>
                    <a:pt x="731076" y="79584"/>
                    <a:pt x="731076" y="89673"/>
                  </a:cubicBezTo>
                  <a:cubicBezTo>
                    <a:pt x="731076" y="99763"/>
                    <a:pt x="739267" y="107938"/>
                    <a:pt x="749364" y="107938"/>
                  </a:cubicBezTo>
                  <a:cubicBezTo>
                    <a:pt x="759461" y="107938"/>
                    <a:pt x="767652" y="99763"/>
                    <a:pt x="767652" y="89673"/>
                  </a:cubicBezTo>
                  <a:cubicBezTo>
                    <a:pt x="767652" y="79685"/>
                    <a:pt x="759587" y="71548"/>
                    <a:pt x="749618" y="71409"/>
                  </a:cubicBezTo>
                  <a:close/>
                  <a:moveTo>
                    <a:pt x="703644" y="117070"/>
                  </a:moveTo>
                  <a:cubicBezTo>
                    <a:pt x="693548" y="117070"/>
                    <a:pt x="685356" y="125245"/>
                    <a:pt x="685356" y="135335"/>
                  </a:cubicBezTo>
                  <a:cubicBezTo>
                    <a:pt x="685356" y="145424"/>
                    <a:pt x="693548" y="153599"/>
                    <a:pt x="703644" y="153599"/>
                  </a:cubicBezTo>
                  <a:cubicBezTo>
                    <a:pt x="713740" y="153599"/>
                    <a:pt x="721932" y="145424"/>
                    <a:pt x="721932" y="135335"/>
                  </a:cubicBezTo>
                  <a:cubicBezTo>
                    <a:pt x="721932" y="125346"/>
                    <a:pt x="713867" y="117210"/>
                    <a:pt x="703898" y="117070"/>
                  </a:cubicBezTo>
                  <a:close/>
                  <a:moveTo>
                    <a:pt x="749364" y="254054"/>
                  </a:moveTo>
                  <a:cubicBezTo>
                    <a:pt x="739267" y="254054"/>
                    <a:pt x="731076" y="262228"/>
                    <a:pt x="731076" y="272318"/>
                  </a:cubicBezTo>
                  <a:cubicBezTo>
                    <a:pt x="731076" y="282408"/>
                    <a:pt x="739267" y="290583"/>
                    <a:pt x="749364" y="290583"/>
                  </a:cubicBezTo>
                  <a:cubicBezTo>
                    <a:pt x="759461" y="290583"/>
                    <a:pt x="767652" y="282408"/>
                    <a:pt x="767652" y="272318"/>
                  </a:cubicBezTo>
                  <a:cubicBezTo>
                    <a:pt x="767525" y="262406"/>
                    <a:pt x="759524" y="254383"/>
                    <a:pt x="749618" y="254244"/>
                  </a:cubicBezTo>
                  <a:close/>
                  <a:moveTo>
                    <a:pt x="703644" y="482359"/>
                  </a:moveTo>
                  <a:cubicBezTo>
                    <a:pt x="693548" y="482359"/>
                    <a:pt x="685356" y="490534"/>
                    <a:pt x="685356" y="500624"/>
                  </a:cubicBezTo>
                  <a:cubicBezTo>
                    <a:pt x="685356" y="510714"/>
                    <a:pt x="693548" y="518888"/>
                    <a:pt x="703644" y="518888"/>
                  </a:cubicBezTo>
                  <a:cubicBezTo>
                    <a:pt x="713740" y="518888"/>
                    <a:pt x="721932" y="510714"/>
                    <a:pt x="721932" y="500624"/>
                  </a:cubicBezTo>
                  <a:cubicBezTo>
                    <a:pt x="721805" y="490712"/>
                    <a:pt x="713804" y="482689"/>
                    <a:pt x="703898" y="482550"/>
                  </a:cubicBezTo>
                  <a:close/>
                  <a:moveTo>
                    <a:pt x="657924" y="71409"/>
                  </a:moveTo>
                  <a:cubicBezTo>
                    <a:pt x="647827" y="71409"/>
                    <a:pt x="639636" y="79584"/>
                    <a:pt x="639636" y="89673"/>
                  </a:cubicBezTo>
                  <a:cubicBezTo>
                    <a:pt x="639636" y="99763"/>
                    <a:pt x="647827" y="107938"/>
                    <a:pt x="657924" y="107938"/>
                  </a:cubicBezTo>
                  <a:cubicBezTo>
                    <a:pt x="668020" y="107938"/>
                    <a:pt x="676212" y="99763"/>
                    <a:pt x="676212" y="89673"/>
                  </a:cubicBezTo>
                  <a:cubicBezTo>
                    <a:pt x="676212" y="79685"/>
                    <a:pt x="668211" y="71548"/>
                    <a:pt x="658178" y="71409"/>
                  </a:cubicBezTo>
                  <a:close/>
                  <a:moveTo>
                    <a:pt x="886524" y="117070"/>
                  </a:moveTo>
                  <a:cubicBezTo>
                    <a:pt x="876427" y="117070"/>
                    <a:pt x="868236" y="125245"/>
                    <a:pt x="868236" y="135335"/>
                  </a:cubicBezTo>
                  <a:cubicBezTo>
                    <a:pt x="868236" y="145424"/>
                    <a:pt x="876427" y="153599"/>
                    <a:pt x="886524" y="153599"/>
                  </a:cubicBezTo>
                  <a:cubicBezTo>
                    <a:pt x="896620" y="153599"/>
                    <a:pt x="904812" y="145424"/>
                    <a:pt x="904812" y="135335"/>
                  </a:cubicBezTo>
                  <a:cubicBezTo>
                    <a:pt x="904812" y="125346"/>
                    <a:pt x="896811" y="117210"/>
                    <a:pt x="886778" y="117070"/>
                  </a:cubicBezTo>
                  <a:close/>
                  <a:moveTo>
                    <a:pt x="657924" y="162731"/>
                  </a:moveTo>
                  <a:cubicBezTo>
                    <a:pt x="647827" y="162731"/>
                    <a:pt x="639636" y="170906"/>
                    <a:pt x="639636" y="180996"/>
                  </a:cubicBezTo>
                  <a:cubicBezTo>
                    <a:pt x="639636" y="191086"/>
                    <a:pt x="647827" y="199260"/>
                    <a:pt x="657924" y="199260"/>
                  </a:cubicBezTo>
                  <a:cubicBezTo>
                    <a:pt x="668020" y="199260"/>
                    <a:pt x="676212" y="191086"/>
                    <a:pt x="676212" y="180996"/>
                  </a:cubicBezTo>
                  <a:cubicBezTo>
                    <a:pt x="676212" y="171007"/>
                    <a:pt x="668211" y="162871"/>
                    <a:pt x="658178" y="162731"/>
                  </a:cubicBezTo>
                  <a:close/>
                  <a:moveTo>
                    <a:pt x="657924" y="345376"/>
                  </a:moveTo>
                  <a:cubicBezTo>
                    <a:pt x="647827" y="345376"/>
                    <a:pt x="639636" y="353551"/>
                    <a:pt x="639636" y="363640"/>
                  </a:cubicBezTo>
                  <a:cubicBezTo>
                    <a:pt x="639636" y="373730"/>
                    <a:pt x="647827" y="381905"/>
                    <a:pt x="657924" y="381905"/>
                  </a:cubicBezTo>
                  <a:cubicBezTo>
                    <a:pt x="668020" y="381905"/>
                    <a:pt x="676212" y="373730"/>
                    <a:pt x="676212" y="363640"/>
                  </a:cubicBezTo>
                  <a:cubicBezTo>
                    <a:pt x="676212" y="353652"/>
                    <a:pt x="668211" y="345515"/>
                    <a:pt x="658178" y="345376"/>
                  </a:cubicBezTo>
                  <a:close/>
                  <a:moveTo>
                    <a:pt x="703644" y="391037"/>
                  </a:moveTo>
                  <a:cubicBezTo>
                    <a:pt x="693548" y="391037"/>
                    <a:pt x="685356" y="399212"/>
                    <a:pt x="685356" y="409302"/>
                  </a:cubicBezTo>
                  <a:cubicBezTo>
                    <a:pt x="685356" y="419391"/>
                    <a:pt x="693548" y="427566"/>
                    <a:pt x="703644" y="427566"/>
                  </a:cubicBezTo>
                  <a:cubicBezTo>
                    <a:pt x="713740" y="427566"/>
                    <a:pt x="721932" y="419391"/>
                    <a:pt x="721932" y="409302"/>
                  </a:cubicBezTo>
                  <a:cubicBezTo>
                    <a:pt x="721932" y="399313"/>
                    <a:pt x="713867" y="391177"/>
                    <a:pt x="703898" y="391037"/>
                  </a:cubicBezTo>
                  <a:close/>
                  <a:moveTo>
                    <a:pt x="703644" y="573682"/>
                  </a:moveTo>
                  <a:cubicBezTo>
                    <a:pt x="693548" y="573682"/>
                    <a:pt x="685356" y="581856"/>
                    <a:pt x="685356" y="591946"/>
                  </a:cubicBezTo>
                  <a:cubicBezTo>
                    <a:pt x="685356" y="602036"/>
                    <a:pt x="693548" y="610211"/>
                    <a:pt x="703644" y="610211"/>
                  </a:cubicBezTo>
                  <a:cubicBezTo>
                    <a:pt x="713740" y="610211"/>
                    <a:pt x="721932" y="602036"/>
                    <a:pt x="721932" y="591946"/>
                  </a:cubicBezTo>
                  <a:cubicBezTo>
                    <a:pt x="721932" y="581958"/>
                    <a:pt x="713867" y="573821"/>
                    <a:pt x="703898" y="573682"/>
                  </a:cubicBezTo>
                  <a:close/>
                  <a:moveTo>
                    <a:pt x="703644" y="208392"/>
                  </a:moveTo>
                  <a:cubicBezTo>
                    <a:pt x="693548" y="208392"/>
                    <a:pt x="685356" y="216567"/>
                    <a:pt x="685356" y="226657"/>
                  </a:cubicBezTo>
                  <a:cubicBezTo>
                    <a:pt x="685356" y="236747"/>
                    <a:pt x="693548" y="244921"/>
                    <a:pt x="703644" y="244921"/>
                  </a:cubicBezTo>
                  <a:cubicBezTo>
                    <a:pt x="713740" y="244921"/>
                    <a:pt x="721932" y="236747"/>
                    <a:pt x="721932" y="226657"/>
                  </a:cubicBezTo>
                  <a:cubicBezTo>
                    <a:pt x="721932" y="216669"/>
                    <a:pt x="713867" y="208532"/>
                    <a:pt x="703898" y="208392"/>
                  </a:cubicBezTo>
                  <a:close/>
                  <a:moveTo>
                    <a:pt x="703644" y="299715"/>
                  </a:moveTo>
                  <a:cubicBezTo>
                    <a:pt x="693548" y="299715"/>
                    <a:pt x="685356" y="307890"/>
                    <a:pt x="685356" y="317979"/>
                  </a:cubicBezTo>
                  <a:cubicBezTo>
                    <a:pt x="685356" y="328069"/>
                    <a:pt x="693548" y="336244"/>
                    <a:pt x="703644" y="336244"/>
                  </a:cubicBezTo>
                  <a:cubicBezTo>
                    <a:pt x="713740" y="336244"/>
                    <a:pt x="721932" y="328069"/>
                    <a:pt x="721932" y="317979"/>
                  </a:cubicBezTo>
                  <a:cubicBezTo>
                    <a:pt x="721932" y="307991"/>
                    <a:pt x="713867" y="299854"/>
                    <a:pt x="703898" y="299715"/>
                  </a:cubicBezTo>
                  <a:close/>
                  <a:moveTo>
                    <a:pt x="795084" y="573682"/>
                  </a:moveTo>
                  <a:cubicBezTo>
                    <a:pt x="784987" y="573682"/>
                    <a:pt x="776796" y="581856"/>
                    <a:pt x="776796" y="591946"/>
                  </a:cubicBezTo>
                  <a:cubicBezTo>
                    <a:pt x="776796" y="602036"/>
                    <a:pt x="784987" y="610211"/>
                    <a:pt x="795084" y="610211"/>
                  </a:cubicBezTo>
                  <a:cubicBezTo>
                    <a:pt x="805180" y="610211"/>
                    <a:pt x="813372" y="602036"/>
                    <a:pt x="813372" y="591946"/>
                  </a:cubicBezTo>
                  <a:cubicBezTo>
                    <a:pt x="813372" y="581958"/>
                    <a:pt x="805371" y="573821"/>
                    <a:pt x="795338" y="573682"/>
                  </a:cubicBezTo>
                  <a:close/>
                  <a:moveTo>
                    <a:pt x="657924" y="254054"/>
                  </a:moveTo>
                  <a:cubicBezTo>
                    <a:pt x="647827" y="254054"/>
                    <a:pt x="639636" y="262228"/>
                    <a:pt x="639636" y="272318"/>
                  </a:cubicBezTo>
                  <a:cubicBezTo>
                    <a:pt x="639636" y="282408"/>
                    <a:pt x="647827" y="290583"/>
                    <a:pt x="657924" y="290583"/>
                  </a:cubicBezTo>
                  <a:cubicBezTo>
                    <a:pt x="668020" y="290583"/>
                    <a:pt x="676212" y="282408"/>
                    <a:pt x="676212" y="272318"/>
                  </a:cubicBezTo>
                  <a:cubicBezTo>
                    <a:pt x="676085" y="262406"/>
                    <a:pt x="668084" y="254383"/>
                    <a:pt x="658178" y="254244"/>
                  </a:cubicBezTo>
                  <a:close/>
                  <a:moveTo>
                    <a:pt x="840804" y="162731"/>
                  </a:moveTo>
                  <a:cubicBezTo>
                    <a:pt x="830707" y="162731"/>
                    <a:pt x="822516" y="170906"/>
                    <a:pt x="822516" y="180996"/>
                  </a:cubicBezTo>
                  <a:cubicBezTo>
                    <a:pt x="822516" y="191086"/>
                    <a:pt x="830707" y="199260"/>
                    <a:pt x="840804" y="199260"/>
                  </a:cubicBezTo>
                  <a:cubicBezTo>
                    <a:pt x="850900" y="199260"/>
                    <a:pt x="859092" y="191086"/>
                    <a:pt x="859092" y="180996"/>
                  </a:cubicBezTo>
                  <a:cubicBezTo>
                    <a:pt x="859092" y="171007"/>
                    <a:pt x="851027" y="162871"/>
                    <a:pt x="841058" y="162731"/>
                  </a:cubicBezTo>
                  <a:close/>
                  <a:moveTo>
                    <a:pt x="840804" y="71409"/>
                  </a:moveTo>
                  <a:cubicBezTo>
                    <a:pt x="830707" y="71409"/>
                    <a:pt x="822516" y="79584"/>
                    <a:pt x="822516" y="89673"/>
                  </a:cubicBezTo>
                  <a:cubicBezTo>
                    <a:pt x="822516" y="99763"/>
                    <a:pt x="830707" y="107938"/>
                    <a:pt x="840804" y="107938"/>
                  </a:cubicBezTo>
                  <a:cubicBezTo>
                    <a:pt x="850900" y="107938"/>
                    <a:pt x="859092" y="99763"/>
                    <a:pt x="859092" y="89673"/>
                  </a:cubicBezTo>
                  <a:cubicBezTo>
                    <a:pt x="859092" y="79685"/>
                    <a:pt x="851027" y="71548"/>
                    <a:pt x="841058" y="71409"/>
                  </a:cubicBezTo>
                  <a:close/>
                  <a:moveTo>
                    <a:pt x="840804" y="345376"/>
                  </a:moveTo>
                  <a:cubicBezTo>
                    <a:pt x="830707" y="345376"/>
                    <a:pt x="822516" y="353551"/>
                    <a:pt x="822516" y="363640"/>
                  </a:cubicBezTo>
                  <a:cubicBezTo>
                    <a:pt x="822516" y="373730"/>
                    <a:pt x="830707" y="381905"/>
                    <a:pt x="840804" y="381905"/>
                  </a:cubicBezTo>
                  <a:cubicBezTo>
                    <a:pt x="850900" y="381905"/>
                    <a:pt x="859092" y="373730"/>
                    <a:pt x="859092" y="363640"/>
                  </a:cubicBezTo>
                  <a:cubicBezTo>
                    <a:pt x="859092" y="353652"/>
                    <a:pt x="851027" y="345515"/>
                    <a:pt x="841058" y="345376"/>
                  </a:cubicBezTo>
                  <a:close/>
                  <a:moveTo>
                    <a:pt x="886524" y="573682"/>
                  </a:moveTo>
                  <a:cubicBezTo>
                    <a:pt x="876427" y="573682"/>
                    <a:pt x="868236" y="581856"/>
                    <a:pt x="868236" y="591946"/>
                  </a:cubicBezTo>
                  <a:cubicBezTo>
                    <a:pt x="868236" y="602036"/>
                    <a:pt x="876427" y="610211"/>
                    <a:pt x="886524" y="610211"/>
                  </a:cubicBezTo>
                  <a:cubicBezTo>
                    <a:pt x="896620" y="610211"/>
                    <a:pt x="904812" y="602036"/>
                    <a:pt x="904812" y="591946"/>
                  </a:cubicBezTo>
                  <a:cubicBezTo>
                    <a:pt x="904812" y="581958"/>
                    <a:pt x="896811" y="573821"/>
                    <a:pt x="886778" y="573682"/>
                  </a:cubicBezTo>
                  <a:close/>
                  <a:moveTo>
                    <a:pt x="840804" y="254054"/>
                  </a:moveTo>
                  <a:cubicBezTo>
                    <a:pt x="830707" y="254054"/>
                    <a:pt x="822516" y="262228"/>
                    <a:pt x="822516" y="272318"/>
                  </a:cubicBezTo>
                  <a:cubicBezTo>
                    <a:pt x="822516" y="282408"/>
                    <a:pt x="830707" y="290583"/>
                    <a:pt x="840804" y="290583"/>
                  </a:cubicBezTo>
                  <a:cubicBezTo>
                    <a:pt x="850900" y="290583"/>
                    <a:pt x="859092" y="282408"/>
                    <a:pt x="859092" y="272318"/>
                  </a:cubicBezTo>
                  <a:cubicBezTo>
                    <a:pt x="858965" y="262406"/>
                    <a:pt x="850964" y="254383"/>
                    <a:pt x="841058" y="254244"/>
                  </a:cubicBezTo>
                  <a:close/>
                  <a:moveTo>
                    <a:pt x="886524" y="208392"/>
                  </a:moveTo>
                  <a:cubicBezTo>
                    <a:pt x="876427" y="208392"/>
                    <a:pt x="868236" y="216567"/>
                    <a:pt x="868236" y="226657"/>
                  </a:cubicBezTo>
                  <a:cubicBezTo>
                    <a:pt x="868236" y="236747"/>
                    <a:pt x="876427" y="244921"/>
                    <a:pt x="886524" y="244921"/>
                  </a:cubicBezTo>
                  <a:cubicBezTo>
                    <a:pt x="896620" y="244921"/>
                    <a:pt x="904812" y="236747"/>
                    <a:pt x="904812" y="226657"/>
                  </a:cubicBezTo>
                  <a:cubicBezTo>
                    <a:pt x="904812" y="216669"/>
                    <a:pt x="896811" y="208532"/>
                    <a:pt x="886778" y="208392"/>
                  </a:cubicBezTo>
                  <a:close/>
                  <a:moveTo>
                    <a:pt x="886524" y="299715"/>
                  </a:moveTo>
                  <a:cubicBezTo>
                    <a:pt x="876427" y="299715"/>
                    <a:pt x="868236" y="307890"/>
                    <a:pt x="868236" y="317979"/>
                  </a:cubicBezTo>
                  <a:cubicBezTo>
                    <a:pt x="868236" y="328069"/>
                    <a:pt x="876427" y="336244"/>
                    <a:pt x="886524" y="336244"/>
                  </a:cubicBezTo>
                  <a:cubicBezTo>
                    <a:pt x="896620" y="336244"/>
                    <a:pt x="904812" y="328069"/>
                    <a:pt x="904812" y="317979"/>
                  </a:cubicBezTo>
                  <a:cubicBezTo>
                    <a:pt x="904812" y="307991"/>
                    <a:pt x="896811" y="299854"/>
                    <a:pt x="886778" y="299715"/>
                  </a:cubicBezTo>
                  <a:close/>
                  <a:moveTo>
                    <a:pt x="886524" y="391037"/>
                  </a:moveTo>
                  <a:cubicBezTo>
                    <a:pt x="876427" y="391037"/>
                    <a:pt x="868236" y="399212"/>
                    <a:pt x="868236" y="409302"/>
                  </a:cubicBezTo>
                  <a:cubicBezTo>
                    <a:pt x="868236" y="419391"/>
                    <a:pt x="876427" y="427566"/>
                    <a:pt x="886524" y="427566"/>
                  </a:cubicBezTo>
                  <a:cubicBezTo>
                    <a:pt x="896620" y="427566"/>
                    <a:pt x="904812" y="419391"/>
                    <a:pt x="904812" y="409302"/>
                  </a:cubicBezTo>
                  <a:cubicBezTo>
                    <a:pt x="904812" y="399313"/>
                    <a:pt x="896811" y="391177"/>
                    <a:pt x="886778" y="391037"/>
                  </a:cubicBezTo>
                  <a:close/>
                  <a:moveTo>
                    <a:pt x="886524" y="482359"/>
                  </a:moveTo>
                  <a:cubicBezTo>
                    <a:pt x="876427" y="482359"/>
                    <a:pt x="868236" y="490534"/>
                    <a:pt x="868236" y="500624"/>
                  </a:cubicBezTo>
                  <a:cubicBezTo>
                    <a:pt x="868236" y="510714"/>
                    <a:pt x="876427" y="518888"/>
                    <a:pt x="886524" y="518888"/>
                  </a:cubicBezTo>
                  <a:cubicBezTo>
                    <a:pt x="896620" y="518888"/>
                    <a:pt x="904812" y="510714"/>
                    <a:pt x="904812" y="500624"/>
                  </a:cubicBezTo>
                  <a:cubicBezTo>
                    <a:pt x="904685" y="490712"/>
                    <a:pt x="896684" y="482689"/>
                    <a:pt x="886778" y="482550"/>
                  </a:cubicBezTo>
                  <a:close/>
                  <a:moveTo>
                    <a:pt x="795084" y="391037"/>
                  </a:moveTo>
                  <a:cubicBezTo>
                    <a:pt x="784987" y="391037"/>
                    <a:pt x="776796" y="399212"/>
                    <a:pt x="776796" y="409302"/>
                  </a:cubicBezTo>
                  <a:cubicBezTo>
                    <a:pt x="776796" y="419391"/>
                    <a:pt x="784987" y="427566"/>
                    <a:pt x="795084" y="427566"/>
                  </a:cubicBezTo>
                  <a:cubicBezTo>
                    <a:pt x="805180" y="427566"/>
                    <a:pt x="813372" y="419391"/>
                    <a:pt x="813372" y="409302"/>
                  </a:cubicBezTo>
                  <a:cubicBezTo>
                    <a:pt x="813372" y="399313"/>
                    <a:pt x="805371" y="391177"/>
                    <a:pt x="795338" y="391037"/>
                  </a:cubicBezTo>
                  <a:close/>
                  <a:moveTo>
                    <a:pt x="795084" y="299715"/>
                  </a:moveTo>
                  <a:cubicBezTo>
                    <a:pt x="784987" y="299715"/>
                    <a:pt x="776796" y="307890"/>
                    <a:pt x="776796" y="317979"/>
                  </a:cubicBezTo>
                  <a:cubicBezTo>
                    <a:pt x="776796" y="328069"/>
                    <a:pt x="784987" y="336244"/>
                    <a:pt x="795084" y="336244"/>
                  </a:cubicBezTo>
                  <a:cubicBezTo>
                    <a:pt x="805180" y="336244"/>
                    <a:pt x="813372" y="328069"/>
                    <a:pt x="813372" y="317979"/>
                  </a:cubicBezTo>
                  <a:cubicBezTo>
                    <a:pt x="813372" y="307991"/>
                    <a:pt x="805371" y="299854"/>
                    <a:pt x="795338" y="299715"/>
                  </a:cubicBezTo>
                  <a:close/>
                  <a:moveTo>
                    <a:pt x="840804" y="436698"/>
                  </a:moveTo>
                  <a:cubicBezTo>
                    <a:pt x="830707" y="436698"/>
                    <a:pt x="822516" y="444873"/>
                    <a:pt x="822516" y="454963"/>
                  </a:cubicBezTo>
                  <a:cubicBezTo>
                    <a:pt x="822516" y="465053"/>
                    <a:pt x="830707" y="473227"/>
                    <a:pt x="840804" y="473227"/>
                  </a:cubicBezTo>
                  <a:cubicBezTo>
                    <a:pt x="850900" y="473227"/>
                    <a:pt x="859092" y="465053"/>
                    <a:pt x="859092" y="454963"/>
                  </a:cubicBezTo>
                  <a:cubicBezTo>
                    <a:pt x="859092" y="444974"/>
                    <a:pt x="851027" y="436838"/>
                    <a:pt x="841058" y="436698"/>
                  </a:cubicBezTo>
                  <a:close/>
                  <a:moveTo>
                    <a:pt x="795084" y="208392"/>
                  </a:moveTo>
                  <a:cubicBezTo>
                    <a:pt x="784987" y="208392"/>
                    <a:pt x="776796" y="216567"/>
                    <a:pt x="776796" y="226657"/>
                  </a:cubicBezTo>
                  <a:cubicBezTo>
                    <a:pt x="776796" y="236747"/>
                    <a:pt x="784987" y="244921"/>
                    <a:pt x="795084" y="244921"/>
                  </a:cubicBezTo>
                  <a:cubicBezTo>
                    <a:pt x="805180" y="244921"/>
                    <a:pt x="813372" y="236747"/>
                    <a:pt x="813372" y="226657"/>
                  </a:cubicBezTo>
                  <a:cubicBezTo>
                    <a:pt x="813372" y="216669"/>
                    <a:pt x="805371" y="208532"/>
                    <a:pt x="795338" y="208392"/>
                  </a:cubicBezTo>
                  <a:close/>
                  <a:moveTo>
                    <a:pt x="795084" y="482359"/>
                  </a:moveTo>
                  <a:cubicBezTo>
                    <a:pt x="784987" y="482359"/>
                    <a:pt x="776796" y="490534"/>
                    <a:pt x="776796" y="500624"/>
                  </a:cubicBezTo>
                  <a:cubicBezTo>
                    <a:pt x="776796" y="510714"/>
                    <a:pt x="784987" y="518888"/>
                    <a:pt x="795084" y="518888"/>
                  </a:cubicBezTo>
                  <a:cubicBezTo>
                    <a:pt x="805180" y="518888"/>
                    <a:pt x="813372" y="510714"/>
                    <a:pt x="813372" y="500624"/>
                  </a:cubicBezTo>
                  <a:cubicBezTo>
                    <a:pt x="813245" y="490712"/>
                    <a:pt x="805244" y="482689"/>
                    <a:pt x="795338" y="482550"/>
                  </a:cubicBezTo>
                  <a:close/>
                  <a:moveTo>
                    <a:pt x="795084" y="117070"/>
                  </a:moveTo>
                  <a:cubicBezTo>
                    <a:pt x="784987" y="117070"/>
                    <a:pt x="776796" y="125245"/>
                    <a:pt x="776796" y="135335"/>
                  </a:cubicBezTo>
                  <a:cubicBezTo>
                    <a:pt x="776796" y="145424"/>
                    <a:pt x="784987" y="153599"/>
                    <a:pt x="795084" y="153599"/>
                  </a:cubicBezTo>
                  <a:cubicBezTo>
                    <a:pt x="805180" y="153599"/>
                    <a:pt x="813372" y="145424"/>
                    <a:pt x="813372" y="135335"/>
                  </a:cubicBezTo>
                  <a:cubicBezTo>
                    <a:pt x="813372" y="125346"/>
                    <a:pt x="805371" y="117210"/>
                    <a:pt x="795338" y="117070"/>
                  </a:cubicBezTo>
                  <a:close/>
                  <a:moveTo>
                    <a:pt x="840804" y="528021"/>
                  </a:moveTo>
                  <a:cubicBezTo>
                    <a:pt x="830644" y="527983"/>
                    <a:pt x="822452" y="536164"/>
                    <a:pt x="822389" y="546285"/>
                  </a:cubicBezTo>
                  <a:cubicBezTo>
                    <a:pt x="822325" y="556407"/>
                    <a:pt x="830517" y="564638"/>
                    <a:pt x="840677" y="564676"/>
                  </a:cubicBezTo>
                  <a:cubicBezTo>
                    <a:pt x="850837" y="564714"/>
                    <a:pt x="859028" y="556533"/>
                    <a:pt x="859092" y="546412"/>
                  </a:cubicBezTo>
                  <a:cubicBezTo>
                    <a:pt x="859092" y="546367"/>
                    <a:pt x="859092" y="546330"/>
                    <a:pt x="859092" y="546285"/>
                  </a:cubicBezTo>
                  <a:cubicBezTo>
                    <a:pt x="859092" y="536297"/>
                    <a:pt x="851027" y="528160"/>
                    <a:pt x="841058" y="528021"/>
                  </a:cubicBezTo>
                  <a:close/>
                  <a:moveTo>
                    <a:pt x="840804" y="619343"/>
                  </a:moveTo>
                  <a:cubicBezTo>
                    <a:pt x="830707" y="619343"/>
                    <a:pt x="822516" y="627518"/>
                    <a:pt x="822516" y="637607"/>
                  </a:cubicBezTo>
                  <a:cubicBezTo>
                    <a:pt x="822516" y="639148"/>
                    <a:pt x="822770" y="640683"/>
                    <a:pt x="823151" y="642174"/>
                  </a:cubicBezTo>
                  <a:cubicBezTo>
                    <a:pt x="835089" y="639814"/>
                    <a:pt x="846837" y="636701"/>
                    <a:pt x="858393" y="632851"/>
                  </a:cubicBezTo>
                  <a:cubicBezTo>
                    <a:pt x="856298" y="624994"/>
                    <a:pt x="849186" y="619489"/>
                    <a:pt x="841058" y="619343"/>
                  </a:cubicBezTo>
                  <a:close/>
                  <a:moveTo>
                    <a:pt x="795084" y="25748"/>
                  </a:moveTo>
                  <a:cubicBezTo>
                    <a:pt x="784987" y="25748"/>
                    <a:pt x="776796" y="33922"/>
                    <a:pt x="776796" y="44012"/>
                  </a:cubicBezTo>
                  <a:cubicBezTo>
                    <a:pt x="776796" y="54102"/>
                    <a:pt x="784987" y="62277"/>
                    <a:pt x="795084" y="62277"/>
                  </a:cubicBezTo>
                  <a:cubicBezTo>
                    <a:pt x="805180" y="62277"/>
                    <a:pt x="813372" y="54102"/>
                    <a:pt x="813372" y="44012"/>
                  </a:cubicBezTo>
                  <a:cubicBezTo>
                    <a:pt x="813245" y="34100"/>
                    <a:pt x="805244" y="26078"/>
                    <a:pt x="795338" y="25938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5"/>
            <p:cNvSpPr/>
            <p:nvPr/>
          </p:nvSpPr>
          <p:spPr>
            <a:xfrm flipH="1">
              <a:off x="1676047" y="1606642"/>
              <a:ext cx="679513" cy="456825"/>
            </a:xfrm>
            <a:custGeom>
              <a:avLst/>
              <a:gdLst/>
              <a:ahLst/>
              <a:cxnLst/>
              <a:rect l="l" t="t" r="r" b="b"/>
              <a:pathLst>
                <a:path w="1812035" h="1218201" extrusionOk="0">
                  <a:moveTo>
                    <a:pt x="877760" y="1218202"/>
                  </a:moveTo>
                  <a:cubicBezTo>
                    <a:pt x="1373442" y="1218202"/>
                    <a:pt x="1576959" y="444118"/>
                    <a:pt x="1812036" y="0"/>
                  </a:cubicBezTo>
                  <a:lnTo>
                    <a:pt x="0" y="0"/>
                  </a:lnTo>
                  <a:cubicBezTo>
                    <a:pt x="243967" y="601269"/>
                    <a:pt x="522922" y="1218202"/>
                    <a:pt x="877760" y="1218202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5"/>
            <p:cNvSpPr/>
            <p:nvPr/>
          </p:nvSpPr>
          <p:spPr>
            <a:xfrm flipH="1">
              <a:off x="2355561" y="1183542"/>
              <a:ext cx="479298" cy="423103"/>
            </a:xfrm>
            <a:custGeom>
              <a:avLst/>
              <a:gdLst/>
              <a:ahLst/>
              <a:cxnLst/>
              <a:rect l="l" t="t" r="r" b="b"/>
              <a:pathLst>
                <a:path w="1278128" h="1128274" extrusionOk="0">
                  <a:moveTo>
                    <a:pt x="641922" y="0"/>
                  </a:moveTo>
                  <a:cubicBezTo>
                    <a:pt x="371729" y="0"/>
                    <a:pt x="243142" y="659994"/>
                    <a:pt x="0" y="1128275"/>
                  </a:cubicBezTo>
                  <a:lnTo>
                    <a:pt x="1278128" y="1128275"/>
                  </a:lnTo>
                  <a:cubicBezTo>
                    <a:pt x="1046290" y="557066"/>
                    <a:pt x="845947" y="0"/>
                    <a:pt x="641922" y="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5"/>
            <p:cNvSpPr/>
            <p:nvPr/>
          </p:nvSpPr>
          <p:spPr>
            <a:xfrm flipH="1">
              <a:off x="1411014" y="1492704"/>
              <a:ext cx="265033" cy="113939"/>
            </a:xfrm>
            <a:custGeom>
              <a:avLst/>
              <a:gdLst/>
              <a:ahLst/>
              <a:cxnLst/>
              <a:rect l="l" t="t" r="r" b="b"/>
              <a:pathLst>
                <a:path w="706755" h="303837" extrusionOk="0">
                  <a:moveTo>
                    <a:pt x="320167" y="0"/>
                  </a:moveTo>
                  <a:cubicBezTo>
                    <a:pt x="194310" y="0"/>
                    <a:pt x="94615" y="125251"/>
                    <a:pt x="0" y="303837"/>
                  </a:cubicBezTo>
                  <a:lnTo>
                    <a:pt x="706755" y="303837"/>
                  </a:lnTo>
                  <a:cubicBezTo>
                    <a:pt x="594932" y="135335"/>
                    <a:pt x="483933" y="0"/>
                    <a:pt x="320167" y="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5"/>
            <p:cNvSpPr/>
            <p:nvPr/>
          </p:nvSpPr>
          <p:spPr>
            <a:xfrm flipH="1">
              <a:off x="218" y="1606642"/>
              <a:ext cx="189405" cy="242741"/>
            </a:xfrm>
            <a:custGeom>
              <a:avLst/>
              <a:gdLst/>
              <a:ahLst/>
              <a:cxnLst/>
              <a:rect l="l" t="t" r="r" b="b"/>
              <a:pathLst>
                <a:path w="505079" h="647310" extrusionOk="0">
                  <a:moveTo>
                    <a:pt x="0" y="0"/>
                  </a:moveTo>
                  <a:cubicBezTo>
                    <a:pt x="127000" y="368460"/>
                    <a:pt x="278765" y="644013"/>
                    <a:pt x="505079" y="647310"/>
                  </a:cubicBezTo>
                  <a:lnTo>
                    <a:pt x="505079" y="0"/>
                  </a:ln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5"/>
            <p:cNvSpPr/>
            <p:nvPr/>
          </p:nvSpPr>
          <p:spPr>
            <a:xfrm flipH="1">
              <a:off x="3227765" y="1249917"/>
              <a:ext cx="397002" cy="356728"/>
            </a:xfrm>
            <a:custGeom>
              <a:avLst/>
              <a:gdLst/>
              <a:ahLst/>
              <a:cxnLst/>
              <a:rect l="l" t="t" r="r" b="b"/>
              <a:pathLst>
                <a:path w="1058671" h="951274" extrusionOk="0">
                  <a:moveTo>
                    <a:pt x="584200" y="0"/>
                  </a:moveTo>
                  <a:cubicBezTo>
                    <a:pt x="388938" y="0"/>
                    <a:pt x="206692" y="447289"/>
                    <a:pt x="0" y="951274"/>
                  </a:cubicBezTo>
                  <a:lnTo>
                    <a:pt x="1058672" y="951274"/>
                  </a:lnTo>
                  <a:cubicBezTo>
                    <a:pt x="920623" y="672805"/>
                    <a:pt x="806005" y="314808"/>
                    <a:pt x="664654" y="17313"/>
                  </a:cubicBezTo>
                  <a:cubicBezTo>
                    <a:pt x="639312" y="6075"/>
                    <a:pt x="611924" y="184"/>
                    <a:pt x="584200" y="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5"/>
            <p:cNvSpPr/>
            <p:nvPr/>
          </p:nvSpPr>
          <p:spPr>
            <a:xfrm flipH="1">
              <a:off x="1457615" y="1606642"/>
              <a:ext cx="470225" cy="214036"/>
            </a:xfrm>
            <a:custGeom>
              <a:avLst/>
              <a:gdLst/>
              <a:ahLst/>
              <a:cxnLst/>
              <a:rect l="l" t="t" r="r" b="b"/>
              <a:pathLst>
                <a:path w="1253934" h="570764" extrusionOk="0">
                  <a:moveTo>
                    <a:pt x="569913" y="570765"/>
                  </a:moveTo>
                  <a:cubicBezTo>
                    <a:pt x="852488" y="570765"/>
                    <a:pt x="1068959" y="318106"/>
                    <a:pt x="1253934" y="0"/>
                  </a:cubicBezTo>
                  <a:lnTo>
                    <a:pt x="0" y="0"/>
                  </a:lnTo>
                  <a:cubicBezTo>
                    <a:pt x="142240" y="325336"/>
                    <a:pt x="312674" y="570765"/>
                    <a:pt x="569913" y="570765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5"/>
            <p:cNvSpPr/>
            <p:nvPr/>
          </p:nvSpPr>
          <p:spPr>
            <a:xfrm flipH="1">
              <a:off x="218" y="1202353"/>
              <a:ext cx="314754" cy="404291"/>
            </a:xfrm>
            <a:custGeom>
              <a:avLst/>
              <a:gdLst/>
              <a:ahLst/>
              <a:cxnLst/>
              <a:rect l="l" t="t" r="r" b="b"/>
              <a:pathLst>
                <a:path w="839343" h="1078110" extrusionOk="0">
                  <a:moveTo>
                    <a:pt x="0" y="1078111"/>
                  </a:moveTo>
                  <a:lnTo>
                    <a:pt x="839343" y="1078111"/>
                  </a:lnTo>
                  <a:lnTo>
                    <a:pt x="839343" y="0"/>
                  </a:lnTo>
                  <a:cubicBezTo>
                    <a:pt x="537274" y="5898"/>
                    <a:pt x="328867" y="647881"/>
                    <a:pt x="0" y="1078111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5"/>
            <p:cNvSpPr/>
            <p:nvPr/>
          </p:nvSpPr>
          <p:spPr>
            <a:xfrm flipH="1">
              <a:off x="1934650" y="1012171"/>
              <a:ext cx="699230" cy="594522"/>
            </a:xfrm>
            <a:custGeom>
              <a:avLst/>
              <a:gdLst/>
              <a:ahLst/>
              <a:cxnLst/>
              <a:rect l="l" t="t" r="r" b="b"/>
              <a:pathLst>
                <a:path w="1864614" h="1585393" extrusionOk="0">
                  <a:moveTo>
                    <a:pt x="215900" y="962880"/>
                  </a:moveTo>
                  <a:lnTo>
                    <a:pt x="839153" y="1585267"/>
                  </a:lnTo>
                  <a:lnTo>
                    <a:pt x="866648" y="1585267"/>
                  </a:lnTo>
                  <a:lnTo>
                    <a:pt x="223329" y="942523"/>
                  </a:lnTo>
                  <a:close/>
                  <a:moveTo>
                    <a:pt x="194754" y="1023761"/>
                  </a:moveTo>
                  <a:lnTo>
                    <a:pt x="757047" y="1585267"/>
                  </a:lnTo>
                  <a:lnTo>
                    <a:pt x="784542" y="1585267"/>
                  </a:lnTo>
                  <a:lnTo>
                    <a:pt x="201866" y="1003341"/>
                  </a:lnTo>
                  <a:cubicBezTo>
                    <a:pt x="199771" y="1010190"/>
                    <a:pt x="197358" y="1016976"/>
                    <a:pt x="195009" y="1023761"/>
                  </a:cubicBezTo>
                  <a:close/>
                  <a:moveTo>
                    <a:pt x="173990" y="1084833"/>
                  </a:moveTo>
                  <a:lnTo>
                    <a:pt x="675132" y="1585267"/>
                  </a:lnTo>
                  <a:lnTo>
                    <a:pt x="702691" y="1585267"/>
                  </a:lnTo>
                  <a:lnTo>
                    <a:pt x="181039" y="1064349"/>
                  </a:lnTo>
                  <a:close/>
                  <a:moveTo>
                    <a:pt x="259143" y="841751"/>
                  </a:moveTo>
                  <a:lnTo>
                    <a:pt x="1003681" y="1585267"/>
                  </a:lnTo>
                  <a:lnTo>
                    <a:pt x="1031177" y="1585267"/>
                  </a:lnTo>
                  <a:lnTo>
                    <a:pt x="266700" y="821584"/>
                  </a:lnTo>
                  <a:close/>
                  <a:moveTo>
                    <a:pt x="237490" y="902188"/>
                  </a:moveTo>
                  <a:lnTo>
                    <a:pt x="921512" y="1585267"/>
                  </a:lnTo>
                  <a:lnTo>
                    <a:pt x="949071" y="1585267"/>
                  </a:lnTo>
                  <a:lnTo>
                    <a:pt x="244729" y="881895"/>
                  </a:lnTo>
                  <a:close/>
                  <a:moveTo>
                    <a:pt x="303657" y="722207"/>
                  </a:moveTo>
                  <a:lnTo>
                    <a:pt x="1167892" y="1585267"/>
                  </a:lnTo>
                  <a:lnTo>
                    <a:pt x="1195451" y="1585267"/>
                  </a:lnTo>
                  <a:lnTo>
                    <a:pt x="311150" y="702358"/>
                  </a:lnTo>
                  <a:cubicBezTo>
                    <a:pt x="308801" y="708953"/>
                    <a:pt x="306260" y="715549"/>
                    <a:pt x="303657" y="722207"/>
                  </a:cubicBezTo>
                  <a:close/>
                  <a:moveTo>
                    <a:pt x="281178" y="781757"/>
                  </a:moveTo>
                  <a:lnTo>
                    <a:pt x="1085850" y="1585267"/>
                  </a:lnTo>
                  <a:lnTo>
                    <a:pt x="1113346" y="1585267"/>
                  </a:lnTo>
                  <a:lnTo>
                    <a:pt x="288671" y="761717"/>
                  </a:lnTo>
                  <a:cubicBezTo>
                    <a:pt x="286131" y="768376"/>
                    <a:pt x="283654" y="775035"/>
                    <a:pt x="281178" y="781757"/>
                  </a:cubicBezTo>
                  <a:close/>
                  <a:moveTo>
                    <a:pt x="45657" y="1448727"/>
                  </a:moveTo>
                  <a:lnTo>
                    <a:pt x="182372" y="1585267"/>
                  </a:lnTo>
                  <a:lnTo>
                    <a:pt x="209867" y="1585267"/>
                  </a:lnTo>
                  <a:lnTo>
                    <a:pt x="53086" y="1428687"/>
                  </a:lnTo>
                  <a:close/>
                  <a:moveTo>
                    <a:pt x="23051" y="1508150"/>
                  </a:moveTo>
                  <a:lnTo>
                    <a:pt x="100266" y="1585267"/>
                  </a:lnTo>
                  <a:lnTo>
                    <a:pt x="127762" y="1585267"/>
                  </a:lnTo>
                  <a:lnTo>
                    <a:pt x="30671" y="1488300"/>
                  </a:lnTo>
                  <a:close/>
                  <a:moveTo>
                    <a:pt x="67501" y="1388797"/>
                  </a:moveTo>
                  <a:lnTo>
                    <a:pt x="264351" y="1585394"/>
                  </a:lnTo>
                  <a:lnTo>
                    <a:pt x="292100" y="1585394"/>
                  </a:lnTo>
                  <a:lnTo>
                    <a:pt x="75121" y="1368757"/>
                  </a:lnTo>
                  <a:close/>
                  <a:moveTo>
                    <a:pt x="326517" y="663228"/>
                  </a:moveTo>
                  <a:lnTo>
                    <a:pt x="1249807" y="1585267"/>
                  </a:lnTo>
                  <a:lnTo>
                    <a:pt x="1277303" y="1585267"/>
                  </a:lnTo>
                  <a:lnTo>
                    <a:pt x="334709" y="643632"/>
                  </a:lnTo>
                  <a:cubicBezTo>
                    <a:pt x="332041" y="650164"/>
                    <a:pt x="329374" y="656696"/>
                    <a:pt x="326771" y="663228"/>
                  </a:cubicBezTo>
                  <a:close/>
                  <a:moveTo>
                    <a:pt x="153035" y="1145905"/>
                  </a:moveTo>
                  <a:lnTo>
                    <a:pt x="593027" y="1585267"/>
                  </a:lnTo>
                  <a:lnTo>
                    <a:pt x="620522" y="1585267"/>
                  </a:lnTo>
                  <a:lnTo>
                    <a:pt x="160084" y="1125421"/>
                  </a:lnTo>
                  <a:close/>
                  <a:moveTo>
                    <a:pt x="0" y="1566812"/>
                  </a:moveTo>
                  <a:lnTo>
                    <a:pt x="18288" y="1585077"/>
                  </a:lnTo>
                  <a:lnTo>
                    <a:pt x="45847" y="1585077"/>
                  </a:lnTo>
                  <a:lnTo>
                    <a:pt x="7747" y="1547026"/>
                  </a:lnTo>
                  <a:cubicBezTo>
                    <a:pt x="5080" y="1554128"/>
                    <a:pt x="2413" y="1560470"/>
                    <a:pt x="0" y="1566812"/>
                  </a:cubicBezTo>
                  <a:close/>
                  <a:moveTo>
                    <a:pt x="132207" y="1206723"/>
                  </a:moveTo>
                  <a:lnTo>
                    <a:pt x="511111" y="1585077"/>
                  </a:lnTo>
                  <a:lnTo>
                    <a:pt x="538607" y="1585077"/>
                  </a:lnTo>
                  <a:lnTo>
                    <a:pt x="139065" y="1186302"/>
                  </a:lnTo>
                  <a:close/>
                  <a:moveTo>
                    <a:pt x="110998" y="1267605"/>
                  </a:moveTo>
                  <a:lnTo>
                    <a:pt x="428942" y="1585077"/>
                  </a:lnTo>
                  <a:lnTo>
                    <a:pt x="456438" y="1585077"/>
                  </a:lnTo>
                  <a:lnTo>
                    <a:pt x="118110" y="1247184"/>
                  </a:lnTo>
                  <a:cubicBezTo>
                    <a:pt x="115570" y="1254223"/>
                    <a:pt x="113221" y="1261009"/>
                    <a:pt x="110808" y="1267795"/>
                  </a:cubicBezTo>
                  <a:close/>
                  <a:moveTo>
                    <a:pt x="89662" y="1328233"/>
                  </a:moveTo>
                  <a:lnTo>
                    <a:pt x="346837" y="1585077"/>
                  </a:lnTo>
                  <a:lnTo>
                    <a:pt x="374333" y="1585077"/>
                  </a:lnTo>
                  <a:lnTo>
                    <a:pt x="96838" y="1307939"/>
                  </a:lnTo>
                  <a:cubicBezTo>
                    <a:pt x="94234" y="1314915"/>
                    <a:pt x="91884" y="1321701"/>
                    <a:pt x="89472" y="1328423"/>
                  </a:cubicBezTo>
                  <a:close/>
                  <a:moveTo>
                    <a:pt x="1792922" y="1361400"/>
                  </a:moveTo>
                  <a:lnTo>
                    <a:pt x="599122" y="169137"/>
                  </a:lnTo>
                  <a:cubicBezTo>
                    <a:pt x="594868" y="173956"/>
                    <a:pt x="590614" y="178966"/>
                    <a:pt x="586422" y="183976"/>
                  </a:cubicBezTo>
                  <a:lnTo>
                    <a:pt x="1809750" y="1405920"/>
                  </a:lnTo>
                  <a:cubicBezTo>
                    <a:pt x="1804035" y="1391251"/>
                    <a:pt x="1798383" y="1376475"/>
                    <a:pt x="1792732" y="1361591"/>
                  </a:cubicBezTo>
                  <a:close/>
                  <a:moveTo>
                    <a:pt x="1608772" y="849171"/>
                  </a:moveTo>
                  <a:lnTo>
                    <a:pt x="785876" y="27967"/>
                  </a:lnTo>
                  <a:cubicBezTo>
                    <a:pt x="779526" y="30631"/>
                    <a:pt x="773176" y="33421"/>
                    <a:pt x="766826" y="36402"/>
                  </a:cubicBezTo>
                  <a:lnTo>
                    <a:pt x="1624076" y="892549"/>
                  </a:lnTo>
                  <a:close/>
                  <a:moveTo>
                    <a:pt x="1745488" y="1231837"/>
                  </a:moveTo>
                  <a:lnTo>
                    <a:pt x="638873" y="127217"/>
                  </a:lnTo>
                  <a:cubicBezTo>
                    <a:pt x="634238" y="131720"/>
                    <a:pt x="629603" y="136222"/>
                    <a:pt x="625030" y="140915"/>
                  </a:cubicBezTo>
                  <a:lnTo>
                    <a:pt x="1760728" y="1275088"/>
                  </a:lnTo>
                  <a:close/>
                  <a:moveTo>
                    <a:pt x="1700149" y="1104493"/>
                  </a:moveTo>
                  <a:lnTo>
                    <a:pt x="682689" y="89166"/>
                  </a:lnTo>
                  <a:cubicBezTo>
                    <a:pt x="677609" y="93161"/>
                    <a:pt x="672528" y="97347"/>
                    <a:pt x="667512" y="101533"/>
                  </a:cubicBezTo>
                  <a:lnTo>
                    <a:pt x="1714818" y="1147490"/>
                  </a:lnTo>
                  <a:close/>
                  <a:moveTo>
                    <a:pt x="1558734" y="717197"/>
                  </a:moveTo>
                  <a:lnTo>
                    <a:pt x="848423" y="8435"/>
                  </a:lnTo>
                  <a:cubicBezTo>
                    <a:pt x="841058" y="10020"/>
                    <a:pt x="833691" y="11859"/>
                    <a:pt x="826453" y="13952"/>
                  </a:cubicBezTo>
                  <a:lnTo>
                    <a:pt x="1575753" y="762288"/>
                  </a:lnTo>
                  <a:cubicBezTo>
                    <a:pt x="1569974" y="747239"/>
                    <a:pt x="1564132" y="732272"/>
                    <a:pt x="1558354" y="717388"/>
                  </a:cubicBezTo>
                  <a:close/>
                  <a:moveTo>
                    <a:pt x="1655128" y="977593"/>
                  </a:moveTo>
                  <a:lnTo>
                    <a:pt x="731266" y="55491"/>
                  </a:lnTo>
                  <a:cubicBezTo>
                    <a:pt x="725615" y="58852"/>
                    <a:pt x="719963" y="62404"/>
                    <a:pt x="714375" y="66082"/>
                  </a:cubicBezTo>
                  <a:lnTo>
                    <a:pt x="1670050" y="1020337"/>
                  </a:lnTo>
                  <a:cubicBezTo>
                    <a:pt x="1664843" y="1006131"/>
                    <a:pt x="1659827" y="991925"/>
                    <a:pt x="1654746" y="977783"/>
                  </a:cubicBezTo>
                  <a:close/>
                  <a:moveTo>
                    <a:pt x="1289876" y="202621"/>
                  </a:moveTo>
                  <a:lnTo>
                    <a:pt x="1173035" y="85995"/>
                  </a:lnTo>
                  <a:cubicBezTo>
                    <a:pt x="1150029" y="68341"/>
                    <a:pt x="1125385" y="52924"/>
                    <a:pt x="1099439" y="39954"/>
                  </a:cubicBezTo>
                  <a:lnTo>
                    <a:pt x="1356423" y="296544"/>
                  </a:lnTo>
                  <a:cubicBezTo>
                    <a:pt x="1335786" y="264142"/>
                    <a:pt x="1313434" y="232854"/>
                    <a:pt x="1289495" y="202812"/>
                  </a:cubicBezTo>
                  <a:close/>
                  <a:moveTo>
                    <a:pt x="1501457" y="577994"/>
                  </a:moveTo>
                  <a:lnTo>
                    <a:pt x="922147" y="0"/>
                  </a:lnTo>
                  <a:cubicBezTo>
                    <a:pt x="913321" y="0"/>
                    <a:pt x="904558" y="634"/>
                    <a:pt x="895922" y="1332"/>
                  </a:cubicBezTo>
                  <a:lnTo>
                    <a:pt x="1521396" y="625938"/>
                  </a:lnTo>
                  <a:cubicBezTo>
                    <a:pt x="1514666" y="609894"/>
                    <a:pt x="1507934" y="593912"/>
                    <a:pt x="1501077" y="578185"/>
                  </a:cubicBezTo>
                  <a:close/>
                  <a:moveTo>
                    <a:pt x="1428496" y="423127"/>
                  </a:moveTo>
                  <a:lnTo>
                    <a:pt x="1013841" y="9576"/>
                  </a:lnTo>
                  <a:cubicBezTo>
                    <a:pt x="1002792" y="7039"/>
                    <a:pt x="991597" y="4926"/>
                    <a:pt x="980250" y="3234"/>
                  </a:cubicBezTo>
                  <a:lnTo>
                    <a:pt x="1455293" y="477667"/>
                  </a:lnTo>
                  <a:cubicBezTo>
                    <a:pt x="1446340" y="459275"/>
                    <a:pt x="1437322" y="441157"/>
                    <a:pt x="1428115" y="423317"/>
                  </a:cubicBezTo>
                  <a:close/>
                  <a:moveTo>
                    <a:pt x="456057" y="381651"/>
                  </a:moveTo>
                  <a:lnTo>
                    <a:pt x="1661033" y="1585077"/>
                  </a:lnTo>
                  <a:lnTo>
                    <a:pt x="1688592" y="1585077"/>
                  </a:lnTo>
                  <a:lnTo>
                    <a:pt x="465455" y="364084"/>
                  </a:lnTo>
                  <a:cubicBezTo>
                    <a:pt x="462153" y="369982"/>
                    <a:pt x="458915" y="375880"/>
                    <a:pt x="455676" y="381842"/>
                  </a:cubicBezTo>
                  <a:close/>
                  <a:moveTo>
                    <a:pt x="427990" y="435620"/>
                  </a:moveTo>
                  <a:lnTo>
                    <a:pt x="1578928" y="1585077"/>
                  </a:lnTo>
                  <a:lnTo>
                    <a:pt x="1606423" y="1585077"/>
                  </a:lnTo>
                  <a:lnTo>
                    <a:pt x="436880" y="417609"/>
                  </a:lnTo>
                  <a:cubicBezTo>
                    <a:pt x="433769" y="423634"/>
                    <a:pt x="430657" y="429659"/>
                    <a:pt x="427609" y="435810"/>
                  </a:cubicBezTo>
                  <a:close/>
                  <a:moveTo>
                    <a:pt x="1845564" y="1495847"/>
                  </a:moveTo>
                  <a:lnTo>
                    <a:pt x="561911" y="214354"/>
                  </a:lnTo>
                  <a:cubicBezTo>
                    <a:pt x="557975" y="219554"/>
                    <a:pt x="554101" y="224881"/>
                    <a:pt x="550164" y="230145"/>
                  </a:cubicBezTo>
                  <a:lnTo>
                    <a:pt x="1864614" y="1542904"/>
                  </a:lnTo>
                  <a:cubicBezTo>
                    <a:pt x="1858137" y="1527429"/>
                    <a:pt x="1851660" y="1511828"/>
                    <a:pt x="1845183" y="1496037"/>
                  </a:cubicBezTo>
                  <a:close/>
                  <a:moveTo>
                    <a:pt x="375222" y="547553"/>
                  </a:moveTo>
                  <a:lnTo>
                    <a:pt x="1414272" y="1585267"/>
                  </a:lnTo>
                  <a:lnTo>
                    <a:pt x="1441831" y="1585267"/>
                  </a:lnTo>
                  <a:lnTo>
                    <a:pt x="383730" y="528528"/>
                  </a:lnTo>
                  <a:cubicBezTo>
                    <a:pt x="381000" y="534870"/>
                    <a:pt x="378016" y="541148"/>
                    <a:pt x="375222" y="547553"/>
                  </a:cubicBezTo>
                  <a:close/>
                  <a:moveTo>
                    <a:pt x="400622" y="491111"/>
                  </a:moveTo>
                  <a:lnTo>
                    <a:pt x="1496251" y="1585267"/>
                  </a:lnTo>
                  <a:lnTo>
                    <a:pt x="1524000" y="1585267"/>
                  </a:lnTo>
                  <a:lnTo>
                    <a:pt x="409702" y="472466"/>
                  </a:lnTo>
                  <a:close/>
                  <a:moveTo>
                    <a:pt x="516509" y="278723"/>
                  </a:moveTo>
                  <a:lnTo>
                    <a:pt x="1824609" y="1585140"/>
                  </a:lnTo>
                  <a:lnTo>
                    <a:pt x="1852105" y="1585140"/>
                  </a:lnTo>
                  <a:lnTo>
                    <a:pt x="527685" y="262235"/>
                  </a:lnTo>
                  <a:cubicBezTo>
                    <a:pt x="524002" y="267689"/>
                    <a:pt x="520319" y="273079"/>
                    <a:pt x="516699" y="278723"/>
                  </a:cubicBezTo>
                  <a:close/>
                  <a:moveTo>
                    <a:pt x="484759" y="329458"/>
                  </a:moveTo>
                  <a:lnTo>
                    <a:pt x="1742059" y="1585140"/>
                  </a:lnTo>
                  <a:lnTo>
                    <a:pt x="1769555" y="1585140"/>
                  </a:lnTo>
                  <a:lnTo>
                    <a:pt x="495617" y="312208"/>
                  </a:lnTo>
                  <a:cubicBezTo>
                    <a:pt x="492125" y="317916"/>
                    <a:pt x="488950" y="323814"/>
                    <a:pt x="485267" y="329395"/>
                  </a:cubicBezTo>
                  <a:close/>
                  <a:moveTo>
                    <a:pt x="350076" y="605010"/>
                  </a:moveTo>
                  <a:lnTo>
                    <a:pt x="1331659" y="1585330"/>
                  </a:lnTo>
                  <a:lnTo>
                    <a:pt x="1359154" y="1585330"/>
                  </a:lnTo>
                  <a:lnTo>
                    <a:pt x="358775" y="585668"/>
                  </a:ln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5"/>
            <p:cNvSpPr/>
            <p:nvPr/>
          </p:nvSpPr>
          <p:spPr>
            <a:xfrm flipH="1">
              <a:off x="189647" y="898161"/>
              <a:ext cx="710732" cy="708485"/>
            </a:xfrm>
            <a:custGeom>
              <a:avLst/>
              <a:gdLst/>
              <a:ahLst/>
              <a:cxnLst/>
              <a:rect l="l" t="t" r="r" b="b"/>
              <a:pathLst>
                <a:path w="1895284" h="1889294" extrusionOk="0">
                  <a:moveTo>
                    <a:pt x="878205" y="1889294"/>
                  </a:moveTo>
                  <a:lnTo>
                    <a:pt x="931735" y="1889294"/>
                  </a:lnTo>
                  <a:lnTo>
                    <a:pt x="931735" y="14333"/>
                  </a:lnTo>
                  <a:cubicBezTo>
                    <a:pt x="913194" y="20420"/>
                    <a:pt x="895286" y="28190"/>
                    <a:pt x="878205" y="37544"/>
                  </a:cubicBezTo>
                  <a:close/>
                  <a:moveTo>
                    <a:pt x="607695" y="1889294"/>
                  </a:moveTo>
                  <a:lnTo>
                    <a:pt x="661226" y="1889294"/>
                  </a:lnTo>
                  <a:lnTo>
                    <a:pt x="661226" y="256971"/>
                  </a:lnTo>
                  <a:cubicBezTo>
                    <a:pt x="643065" y="284241"/>
                    <a:pt x="625221" y="313223"/>
                    <a:pt x="607695" y="343917"/>
                  </a:cubicBezTo>
                  <a:close/>
                  <a:moveTo>
                    <a:pt x="427419" y="1889294"/>
                  </a:moveTo>
                  <a:lnTo>
                    <a:pt x="480885" y="1889294"/>
                  </a:lnTo>
                  <a:lnTo>
                    <a:pt x="480885" y="601903"/>
                  </a:lnTo>
                  <a:cubicBezTo>
                    <a:pt x="462852" y="643505"/>
                    <a:pt x="445009" y="686357"/>
                    <a:pt x="427419" y="730452"/>
                  </a:cubicBezTo>
                  <a:close/>
                  <a:moveTo>
                    <a:pt x="697865" y="1889294"/>
                  </a:moveTo>
                  <a:lnTo>
                    <a:pt x="751396" y="1889294"/>
                  </a:lnTo>
                  <a:lnTo>
                    <a:pt x="751396" y="140281"/>
                  </a:lnTo>
                  <a:cubicBezTo>
                    <a:pt x="733171" y="160068"/>
                    <a:pt x="715328" y="181651"/>
                    <a:pt x="697865" y="205031"/>
                  </a:cubicBezTo>
                  <a:close/>
                  <a:moveTo>
                    <a:pt x="517525" y="1889294"/>
                  </a:moveTo>
                  <a:lnTo>
                    <a:pt x="571056" y="1889294"/>
                  </a:lnTo>
                  <a:lnTo>
                    <a:pt x="571056" y="411141"/>
                  </a:lnTo>
                  <a:cubicBezTo>
                    <a:pt x="552895" y="445894"/>
                    <a:pt x="535115" y="482296"/>
                    <a:pt x="517525" y="520030"/>
                  </a:cubicBezTo>
                  <a:close/>
                  <a:moveTo>
                    <a:pt x="66675" y="1889294"/>
                  </a:moveTo>
                  <a:lnTo>
                    <a:pt x="120206" y="1889294"/>
                  </a:lnTo>
                  <a:lnTo>
                    <a:pt x="120206" y="1579813"/>
                  </a:lnTo>
                  <a:cubicBezTo>
                    <a:pt x="102489" y="1628309"/>
                    <a:pt x="84646" y="1676037"/>
                    <a:pt x="66675" y="1723011"/>
                  </a:cubicBezTo>
                  <a:close/>
                  <a:moveTo>
                    <a:pt x="30035" y="1889294"/>
                  </a:moveTo>
                  <a:lnTo>
                    <a:pt x="30035" y="1816363"/>
                  </a:lnTo>
                  <a:cubicBezTo>
                    <a:pt x="20066" y="1841014"/>
                    <a:pt x="10096" y="1865322"/>
                    <a:pt x="0" y="1889294"/>
                  </a:cubicBezTo>
                  <a:close/>
                  <a:moveTo>
                    <a:pt x="247015" y="1889294"/>
                  </a:moveTo>
                  <a:lnTo>
                    <a:pt x="300482" y="1889294"/>
                  </a:lnTo>
                  <a:lnTo>
                    <a:pt x="300482" y="1069676"/>
                  </a:lnTo>
                  <a:cubicBezTo>
                    <a:pt x="282639" y="1119986"/>
                    <a:pt x="264858" y="1170721"/>
                    <a:pt x="247015" y="1221880"/>
                  </a:cubicBezTo>
                  <a:close/>
                  <a:moveTo>
                    <a:pt x="337185" y="1889294"/>
                  </a:moveTo>
                  <a:lnTo>
                    <a:pt x="390652" y="1889294"/>
                  </a:lnTo>
                  <a:lnTo>
                    <a:pt x="390652" y="823867"/>
                  </a:lnTo>
                  <a:cubicBezTo>
                    <a:pt x="372682" y="870923"/>
                    <a:pt x="354902" y="918823"/>
                    <a:pt x="337185" y="967573"/>
                  </a:cubicBezTo>
                  <a:close/>
                  <a:moveTo>
                    <a:pt x="156845" y="1889294"/>
                  </a:moveTo>
                  <a:lnTo>
                    <a:pt x="210376" y="1889294"/>
                  </a:lnTo>
                  <a:lnTo>
                    <a:pt x="210376" y="1326393"/>
                  </a:lnTo>
                  <a:cubicBezTo>
                    <a:pt x="192532" y="1377128"/>
                    <a:pt x="174689" y="1427691"/>
                    <a:pt x="156845" y="1478090"/>
                  </a:cubicBezTo>
                  <a:close/>
                  <a:moveTo>
                    <a:pt x="787971" y="1889294"/>
                  </a:moveTo>
                  <a:lnTo>
                    <a:pt x="841502" y="1889294"/>
                  </a:lnTo>
                  <a:lnTo>
                    <a:pt x="841502" y="60184"/>
                  </a:lnTo>
                  <a:cubicBezTo>
                    <a:pt x="822643" y="73317"/>
                    <a:pt x="804799" y="87748"/>
                    <a:pt x="787971" y="103372"/>
                  </a:cubicBezTo>
                  <a:close/>
                  <a:moveTo>
                    <a:pt x="1501902" y="1889294"/>
                  </a:moveTo>
                  <a:lnTo>
                    <a:pt x="1555369" y="1889294"/>
                  </a:lnTo>
                  <a:lnTo>
                    <a:pt x="1555369" y="725442"/>
                  </a:lnTo>
                  <a:cubicBezTo>
                    <a:pt x="1538033" y="671917"/>
                    <a:pt x="1520254" y="620041"/>
                    <a:pt x="1501902" y="570194"/>
                  </a:cubicBezTo>
                  <a:close/>
                  <a:moveTo>
                    <a:pt x="1592008" y="1889294"/>
                  </a:moveTo>
                  <a:lnTo>
                    <a:pt x="1645539" y="1889294"/>
                  </a:lnTo>
                  <a:lnTo>
                    <a:pt x="1645539" y="1026298"/>
                  </a:lnTo>
                  <a:cubicBezTo>
                    <a:pt x="1628013" y="964021"/>
                    <a:pt x="1610234" y="902569"/>
                    <a:pt x="1592008" y="842385"/>
                  </a:cubicBezTo>
                  <a:close/>
                  <a:moveTo>
                    <a:pt x="1682179" y="1889294"/>
                  </a:moveTo>
                  <a:lnTo>
                    <a:pt x="1735709" y="1889294"/>
                  </a:lnTo>
                  <a:lnTo>
                    <a:pt x="1735709" y="1353980"/>
                  </a:lnTo>
                  <a:cubicBezTo>
                    <a:pt x="1717866" y="1288786"/>
                    <a:pt x="1700085" y="1223339"/>
                    <a:pt x="1682179" y="1158272"/>
                  </a:cubicBezTo>
                  <a:close/>
                  <a:moveTo>
                    <a:pt x="1862519" y="1790425"/>
                  </a:moveTo>
                  <a:lnTo>
                    <a:pt x="1862519" y="1889294"/>
                  </a:lnTo>
                  <a:lnTo>
                    <a:pt x="1895284" y="1889294"/>
                  </a:lnTo>
                  <a:cubicBezTo>
                    <a:pt x="1884235" y="1856995"/>
                    <a:pt x="1873314" y="1824037"/>
                    <a:pt x="1862582" y="1790425"/>
                  </a:cubicBezTo>
                  <a:close/>
                  <a:moveTo>
                    <a:pt x="1772348" y="1889294"/>
                  </a:moveTo>
                  <a:lnTo>
                    <a:pt x="1825879" y="1889294"/>
                  </a:lnTo>
                  <a:lnTo>
                    <a:pt x="1825879" y="1671833"/>
                  </a:lnTo>
                  <a:cubicBezTo>
                    <a:pt x="1807718" y="1611205"/>
                    <a:pt x="1789938" y="1549245"/>
                    <a:pt x="1772348" y="1486525"/>
                  </a:cubicBezTo>
                  <a:close/>
                  <a:moveTo>
                    <a:pt x="968375" y="4883"/>
                  </a:moveTo>
                  <a:lnTo>
                    <a:pt x="968375" y="1889294"/>
                  </a:lnTo>
                  <a:lnTo>
                    <a:pt x="1021842" y="1889294"/>
                  </a:lnTo>
                  <a:lnTo>
                    <a:pt x="1021842" y="0"/>
                  </a:lnTo>
                  <a:lnTo>
                    <a:pt x="1020191" y="0"/>
                  </a:lnTo>
                  <a:cubicBezTo>
                    <a:pt x="1002792" y="-8"/>
                    <a:pt x="985457" y="1627"/>
                    <a:pt x="968375" y="4883"/>
                  </a:cubicBezTo>
                  <a:close/>
                  <a:moveTo>
                    <a:pt x="1050925" y="1889294"/>
                  </a:moveTo>
                  <a:lnTo>
                    <a:pt x="1104456" y="1889294"/>
                  </a:lnTo>
                  <a:lnTo>
                    <a:pt x="1104456" y="13318"/>
                  </a:lnTo>
                  <a:cubicBezTo>
                    <a:pt x="1087057" y="7658"/>
                    <a:pt x="1069086" y="3770"/>
                    <a:pt x="1050925" y="1712"/>
                  </a:cubicBezTo>
                  <a:close/>
                  <a:moveTo>
                    <a:pt x="1141096" y="1889294"/>
                  </a:moveTo>
                  <a:lnTo>
                    <a:pt x="1194626" y="1889294"/>
                  </a:lnTo>
                  <a:lnTo>
                    <a:pt x="1194626" y="60564"/>
                  </a:lnTo>
                  <a:cubicBezTo>
                    <a:pt x="1177862" y="48103"/>
                    <a:pt x="1159891" y="37232"/>
                    <a:pt x="1141096" y="28094"/>
                  </a:cubicBezTo>
                  <a:close/>
                  <a:moveTo>
                    <a:pt x="1321435" y="1889294"/>
                  </a:moveTo>
                  <a:lnTo>
                    <a:pt x="1374902" y="1889294"/>
                  </a:lnTo>
                  <a:lnTo>
                    <a:pt x="1374902" y="284304"/>
                  </a:lnTo>
                  <a:cubicBezTo>
                    <a:pt x="1357694" y="253187"/>
                    <a:pt x="1339850" y="224205"/>
                    <a:pt x="1321435" y="197358"/>
                  </a:cubicBezTo>
                  <a:close/>
                  <a:moveTo>
                    <a:pt x="1231265" y="90942"/>
                  </a:moveTo>
                  <a:lnTo>
                    <a:pt x="1231265" y="1889294"/>
                  </a:lnTo>
                  <a:lnTo>
                    <a:pt x="1284732" y="1889294"/>
                  </a:lnTo>
                  <a:lnTo>
                    <a:pt x="1284732" y="148335"/>
                  </a:lnTo>
                  <a:cubicBezTo>
                    <a:pt x="1268349" y="127978"/>
                    <a:pt x="1250569" y="108800"/>
                    <a:pt x="1231456" y="90942"/>
                  </a:cubicBezTo>
                  <a:close/>
                  <a:moveTo>
                    <a:pt x="1411605" y="1889294"/>
                  </a:moveTo>
                  <a:lnTo>
                    <a:pt x="1465072" y="1889294"/>
                  </a:lnTo>
                  <a:lnTo>
                    <a:pt x="1465072" y="475637"/>
                  </a:lnTo>
                  <a:cubicBezTo>
                    <a:pt x="1447800" y="433401"/>
                    <a:pt x="1430021" y="393193"/>
                    <a:pt x="1411605" y="355142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5"/>
            <p:cNvSpPr/>
            <p:nvPr/>
          </p:nvSpPr>
          <p:spPr>
            <a:xfrm flipH="1">
              <a:off x="1410942" y="1569757"/>
              <a:ext cx="46601" cy="36885"/>
            </a:xfrm>
            <a:custGeom>
              <a:avLst/>
              <a:gdLst/>
              <a:ahLst/>
              <a:cxnLst/>
              <a:rect l="l" t="t" r="r" b="b"/>
              <a:pathLst>
                <a:path w="124269" h="98361" extrusionOk="0">
                  <a:moveTo>
                    <a:pt x="0" y="98362"/>
                  </a:moveTo>
                  <a:lnTo>
                    <a:pt x="124269" y="98362"/>
                  </a:lnTo>
                  <a:cubicBezTo>
                    <a:pt x="101409" y="63926"/>
                    <a:pt x="78549" y="30821"/>
                    <a:pt x="55245" y="0"/>
                  </a:cubicBezTo>
                  <a:cubicBezTo>
                    <a:pt x="37020" y="33358"/>
                    <a:pt x="18606" y="66145"/>
                    <a:pt x="0" y="98362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5"/>
            <p:cNvSpPr/>
            <p:nvPr/>
          </p:nvSpPr>
          <p:spPr>
            <a:xfrm flipH="1">
              <a:off x="314972" y="1606642"/>
              <a:ext cx="459581" cy="142691"/>
            </a:xfrm>
            <a:custGeom>
              <a:avLst/>
              <a:gdLst/>
              <a:ahLst/>
              <a:cxnLst/>
              <a:rect l="l" t="t" r="r" b="b"/>
              <a:pathLst>
                <a:path w="1225550" h="380509" extrusionOk="0">
                  <a:moveTo>
                    <a:pt x="607632" y="380510"/>
                  </a:moveTo>
                  <a:cubicBezTo>
                    <a:pt x="862712" y="380510"/>
                    <a:pt x="1059435" y="217271"/>
                    <a:pt x="1225550" y="0"/>
                  </a:cubicBezTo>
                  <a:lnTo>
                    <a:pt x="0" y="0"/>
                  </a:lnTo>
                  <a:cubicBezTo>
                    <a:pt x="173101" y="220442"/>
                    <a:pt x="370078" y="380510"/>
                    <a:pt x="607632" y="38051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5"/>
            <p:cNvSpPr/>
            <p:nvPr/>
          </p:nvSpPr>
          <p:spPr>
            <a:xfrm flipH="1">
              <a:off x="2636739" y="1606143"/>
              <a:ext cx="506206" cy="237366"/>
            </a:xfrm>
            <a:custGeom>
              <a:avLst/>
              <a:gdLst/>
              <a:ahLst/>
              <a:cxnLst/>
              <a:rect l="l" t="t" r="r" b="b"/>
              <a:pathLst>
                <a:path w="1349883" h="632977" extrusionOk="0">
                  <a:moveTo>
                    <a:pt x="617347" y="0"/>
                  </a:moveTo>
                  <a:cubicBezTo>
                    <a:pt x="595535" y="0"/>
                    <a:pt x="577850" y="17662"/>
                    <a:pt x="577850" y="39446"/>
                  </a:cubicBezTo>
                  <a:cubicBezTo>
                    <a:pt x="577850" y="39465"/>
                    <a:pt x="577850" y="39491"/>
                    <a:pt x="577850" y="39509"/>
                  </a:cubicBezTo>
                  <a:lnTo>
                    <a:pt x="577850" y="569877"/>
                  </a:lnTo>
                  <a:cubicBezTo>
                    <a:pt x="577850" y="591661"/>
                    <a:pt x="595535" y="609323"/>
                    <a:pt x="617347" y="609323"/>
                  </a:cubicBezTo>
                  <a:cubicBezTo>
                    <a:pt x="639159" y="609323"/>
                    <a:pt x="656844" y="591661"/>
                    <a:pt x="656844" y="569877"/>
                  </a:cubicBezTo>
                  <a:lnTo>
                    <a:pt x="656844" y="39509"/>
                  </a:lnTo>
                  <a:cubicBezTo>
                    <a:pt x="656876" y="17725"/>
                    <a:pt x="639223" y="38"/>
                    <a:pt x="617411" y="0"/>
                  </a:cubicBezTo>
                  <a:cubicBezTo>
                    <a:pt x="617392" y="0"/>
                    <a:pt x="617366" y="0"/>
                    <a:pt x="617347" y="0"/>
                  </a:cubicBezTo>
                  <a:close/>
                  <a:moveTo>
                    <a:pt x="39497" y="0"/>
                  </a:moveTo>
                  <a:cubicBezTo>
                    <a:pt x="17685" y="0"/>
                    <a:pt x="0" y="17662"/>
                    <a:pt x="0" y="39446"/>
                  </a:cubicBezTo>
                  <a:cubicBezTo>
                    <a:pt x="0" y="39465"/>
                    <a:pt x="0" y="39491"/>
                    <a:pt x="0" y="39509"/>
                  </a:cubicBezTo>
                  <a:lnTo>
                    <a:pt x="0" y="69506"/>
                  </a:lnTo>
                  <a:cubicBezTo>
                    <a:pt x="0" y="91291"/>
                    <a:pt x="17685" y="108953"/>
                    <a:pt x="39497" y="108953"/>
                  </a:cubicBezTo>
                  <a:cubicBezTo>
                    <a:pt x="61309" y="108953"/>
                    <a:pt x="78994" y="91291"/>
                    <a:pt x="78994" y="69506"/>
                  </a:cubicBezTo>
                  <a:lnTo>
                    <a:pt x="78994" y="39509"/>
                  </a:lnTo>
                  <a:cubicBezTo>
                    <a:pt x="79032" y="17821"/>
                    <a:pt x="61532" y="171"/>
                    <a:pt x="39815" y="0"/>
                  </a:cubicBezTo>
                  <a:close/>
                  <a:moveTo>
                    <a:pt x="501523" y="0"/>
                  </a:moveTo>
                  <a:cubicBezTo>
                    <a:pt x="479711" y="0"/>
                    <a:pt x="462026" y="17662"/>
                    <a:pt x="462026" y="39446"/>
                  </a:cubicBezTo>
                  <a:cubicBezTo>
                    <a:pt x="462026" y="39465"/>
                    <a:pt x="462026" y="39491"/>
                    <a:pt x="462026" y="39509"/>
                  </a:cubicBezTo>
                  <a:lnTo>
                    <a:pt x="462026" y="513561"/>
                  </a:lnTo>
                  <a:cubicBezTo>
                    <a:pt x="462026" y="535345"/>
                    <a:pt x="479711" y="553007"/>
                    <a:pt x="501523" y="553007"/>
                  </a:cubicBezTo>
                  <a:cubicBezTo>
                    <a:pt x="523336" y="553007"/>
                    <a:pt x="541020" y="535345"/>
                    <a:pt x="541020" y="513561"/>
                  </a:cubicBezTo>
                  <a:lnTo>
                    <a:pt x="541020" y="39509"/>
                  </a:lnTo>
                  <a:cubicBezTo>
                    <a:pt x="541058" y="17821"/>
                    <a:pt x="523558" y="171"/>
                    <a:pt x="501841" y="0"/>
                  </a:cubicBezTo>
                  <a:close/>
                  <a:moveTo>
                    <a:pt x="386017" y="0"/>
                  </a:moveTo>
                  <a:cubicBezTo>
                    <a:pt x="364205" y="0"/>
                    <a:pt x="346520" y="17662"/>
                    <a:pt x="346520" y="39446"/>
                  </a:cubicBezTo>
                  <a:cubicBezTo>
                    <a:pt x="346520" y="39465"/>
                    <a:pt x="346520" y="39491"/>
                    <a:pt x="346520" y="39509"/>
                  </a:cubicBezTo>
                  <a:lnTo>
                    <a:pt x="346520" y="437206"/>
                  </a:lnTo>
                  <a:cubicBezTo>
                    <a:pt x="346520" y="458990"/>
                    <a:pt x="364205" y="476652"/>
                    <a:pt x="386017" y="476652"/>
                  </a:cubicBezTo>
                  <a:cubicBezTo>
                    <a:pt x="407829" y="476652"/>
                    <a:pt x="425514" y="458990"/>
                    <a:pt x="425514" y="437206"/>
                  </a:cubicBezTo>
                  <a:lnTo>
                    <a:pt x="425514" y="39509"/>
                  </a:lnTo>
                  <a:cubicBezTo>
                    <a:pt x="425552" y="17821"/>
                    <a:pt x="408051" y="171"/>
                    <a:pt x="386334" y="0"/>
                  </a:cubicBezTo>
                  <a:close/>
                  <a:moveTo>
                    <a:pt x="155004" y="0"/>
                  </a:moveTo>
                  <a:cubicBezTo>
                    <a:pt x="133191" y="0"/>
                    <a:pt x="115507" y="17662"/>
                    <a:pt x="115507" y="39446"/>
                  </a:cubicBezTo>
                  <a:cubicBezTo>
                    <a:pt x="115507" y="39465"/>
                    <a:pt x="115507" y="39491"/>
                    <a:pt x="115507" y="39509"/>
                  </a:cubicBezTo>
                  <a:lnTo>
                    <a:pt x="115507" y="171356"/>
                  </a:lnTo>
                  <a:cubicBezTo>
                    <a:pt x="115507" y="193140"/>
                    <a:pt x="133191" y="210802"/>
                    <a:pt x="155004" y="210802"/>
                  </a:cubicBezTo>
                  <a:cubicBezTo>
                    <a:pt x="176816" y="210802"/>
                    <a:pt x="194501" y="193140"/>
                    <a:pt x="194501" y="171356"/>
                  </a:cubicBezTo>
                  <a:lnTo>
                    <a:pt x="194501" y="39509"/>
                  </a:lnTo>
                  <a:cubicBezTo>
                    <a:pt x="194539" y="17821"/>
                    <a:pt x="177038" y="171"/>
                    <a:pt x="155321" y="0"/>
                  </a:cubicBezTo>
                  <a:close/>
                  <a:moveTo>
                    <a:pt x="270510" y="0"/>
                  </a:moveTo>
                  <a:cubicBezTo>
                    <a:pt x="248698" y="0"/>
                    <a:pt x="231013" y="17662"/>
                    <a:pt x="231013" y="39446"/>
                  </a:cubicBezTo>
                  <a:cubicBezTo>
                    <a:pt x="231013" y="39465"/>
                    <a:pt x="231013" y="39491"/>
                    <a:pt x="231013" y="39509"/>
                  </a:cubicBezTo>
                  <a:lnTo>
                    <a:pt x="231013" y="322355"/>
                  </a:lnTo>
                  <a:cubicBezTo>
                    <a:pt x="231013" y="344139"/>
                    <a:pt x="248698" y="361801"/>
                    <a:pt x="270510" y="361801"/>
                  </a:cubicBezTo>
                  <a:cubicBezTo>
                    <a:pt x="292322" y="361801"/>
                    <a:pt x="310007" y="344139"/>
                    <a:pt x="310007" y="322355"/>
                  </a:cubicBezTo>
                  <a:lnTo>
                    <a:pt x="310007" y="39509"/>
                  </a:lnTo>
                  <a:cubicBezTo>
                    <a:pt x="310045" y="17821"/>
                    <a:pt x="292545" y="171"/>
                    <a:pt x="270828" y="0"/>
                  </a:cubicBezTo>
                  <a:close/>
                  <a:moveTo>
                    <a:pt x="848360" y="0"/>
                  </a:moveTo>
                  <a:cubicBezTo>
                    <a:pt x="826548" y="0"/>
                    <a:pt x="808863" y="17662"/>
                    <a:pt x="808863" y="39446"/>
                  </a:cubicBezTo>
                  <a:cubicBezTo>
                    <a:pt x="808863" y="39465"/>
                    <a:pt x="808863" y="39491"/>
                    <a:pt x="808863" y="39509"/>
                  </a:cubicBezTo>
                  <a:lnTo>
                    <a:pt x="808863" y="580911"/>
                  </a:lnTo>
                  <a:cubicBezTo>
                    <a:pt x="808863" y="602696"/>
                    <a:pt x="826548" y="620358"/>
                    <a:pt x="848360" y="620358"/>
                  </a:cubicBezTo>
                  <a:cubicBezTo>
                    <a:pt x="870172" y="620358"/>
                    <a:pt x="887857" y="602696"/>
                    <a:pt x="887857" y="580911"/>
                  </a:cubicBezTo>
                  <a:lnTo>
                    <a:pt x="887857" y="39509"/>
                  </a:lnTo>
                  <a:cubicBezTo>
                    <a:pt x="887889" y="17725"/>
                    <a:pt x="870236" y="38"/>
                    <a:pt x="848424" y="0"/>
                  </a:cubicBezTo>
                  <a:cubicBezTo>
                    <a:pt x="848405" y="0"/>
                    <a:pt x="848379" y="0"/>
                    <a:pt x="848360" y="0"/>
                  </a:cubicBezTo>
                  <a:close/>
                  <a:moveTo>
                    <a:pt x="1194880" y="0"/>
                  </a:moveTo>
                  <a:cubicBezTo>
                    <a:pt x="1173068" y="0"/>
                    <a:pt x="1155383" y="17662"/>
                    <a:pt x="1155383" y="39446"/>
                  </a:cubicBezTo>
                  <a:cubicBezTo>
                    <a:pt x="1155383" y="39465"/>
                    <a:pt x="1155383" y="39491"/>
                    <a:pt x="1155383" y="39509"/>
                  </a:cubicBezTo>
                  <a:lnTo>
                    <a:pt x="1155383" y="236106"/>
                  </a:lnTo>
                  <a:cubicBezTo>
                    <a:pt x="1155383" y="257890"/>
                    <a:pt x="1173068" y="275552"/>
                    <a:pt x="1194880" y="275552"/>
                  </a:cubicBezTo>
                  <a:cubicBezTo>
                    <a:pt x="1216692" y="275552"/>
                    <a:pt x="1234377" y="257890"/>
                    <a:pt x="1234377" y="236106"/>
                  </a:cubicBezTo>
                  <a:lnTo>
                    <a:pt x="1234377" y="39509"/>
                  </a:lnTo>
                  <a:cubicBezTo>
                    <a:pt x="1234408" y="17725"/>
                    <a:pt x="1216756" y="38"/>
                    <a:pt x="1194943" y="0"/>
                  </a:cubicBezTo>
                  <a:cubicBezTo>
                    <a:pt x="1194924" y="0"/>
                    <a:pt x="1194899" y="0"/>
                    <a:pt x="1194880" y="0"/>
                  </a:cubicBezTo>
                  <a:close/>
                  <a:moveTo>
                    <a:pt x="1310386" y="0"/>
                  </a:moveTo>
                  <a:cubicBezTo>
                    <a:pt x="1288574" y="0"/>
                    <a:pt x="1270889" y="17662"/>
                    <a:pt x="1270889" y="39446"/>
                  </a:cubicBezTo>
                  <a:cubicBezTo>
                    <a:pt x="1270889" y="39465"/>
                    <a:pt x="1270889" y="39491"/>
                    <a:pt x="1270889" y="39509"/>
                  </a:cubicBezTo>
                  <a:lnTo>
                    <a:pt x="1270889" y="71219"/>
                  </a:lnTo>
                  <a:cubicBezTo>
                    <a:pt x="1270889" y="93003"/>
                    <a:pt x="1288574" y="110665"/>
                    <a:pt x="1310386" y="110665"/>
                  </a:cubicBezTo>
                  <a:cubicBezTo>
                    <a:pt x="1332199" y="110665"/>
                    <a:pt x="1349883" y="93003"/>
                    <a:pt x="1349883" y="71219"/>
                  </a:cubicBezTo>
                  <a:lnTo>
                    <a:pt x="1349883" y="39509"/>
                  </a:lnTo>
                  <a:cubicBezTo>
                    <a:pt x="1349915" y="17725"/>
                    <a:pt x="1332262" y="38"/>
                    <a:pt x="1310450" y="0"/>
                  </a:cubicBezTo>
                  <a:cubicBezTo>
                    <a:pt x="1310431" y="0"/>
                    <a:pt x="1310405" y="0"/>
                    <a:pt x="1310386" y="0"/>
                  </a:cubicBezTo>
                  <a:close/>
                  <a:moveTo>
                    <a:pt x="732536" y="0"/>
                  </a:moveTo>
                  <a:cubicBezTo>
                    <a:pt x="710724" y="0"/>
                    <a:pt x="693039" y="17662"/>
                    <a:pt x="693039" y="39446"/>
                  </a:cubicBezTo>
                  <a:cubicBezTo>
                    <a:pt x="693039" y="39465"/>
                    <a:pt x="693039" y="39491"/>
                    <a:pt x="693039" y="39509"/>
                  </a:cubicBezTo>
                  <a:lnTo>
                    <a:pt x="693039" y="593532"/>
                  </a:lnTo>
                  <a:cubicBezTo>
                    <a:pt x="693039" y="615316"/>
                    <a:pt x="710724" y="632978"/>
                    <a:pt x="732536" y="632978"/>
                  </a:cubicBezTo>
                  <a:cubicBezTo>
                    <a:pt x="754349" y="632978"/>
                    <a:pt x="772033" y="615316"/>
                    <a:pt x="772033" y="593532"/>
                  </a:cubicBezTo>
                  <a:lnTo>
                    <a:pt x="772033" y="39509"/>
                  </a:lnTo>
                  <a:cubicBezTo>
                    <a:pt x="772072" y="17821"/>
                    <a:pt x="754571" y="171"/>
                    <a:pt x="732854" y="0"/>
                  </a:cubicBezTo>
                  <a:close/>
                  <a:moveTo>
                    <a:pt x="1079056" y="0"/>
                  </a:moveTo>
                  <a:cubicBezTo>
                    <a:pt x="1057244" y="0"/>
                    <a:pt x="1039559" y="17662"/>
                    <a:pt x="1039559" y="39446"/>
                  </a:cubicBezTo>
                  <a:cubicBezTo>
                    <a:pt x="1039559" y="39465"/>
                    <a:pt x="1039559" y="39491"/>
                    <a:pt x="1039559" y="39509"/>
                  </a:cubicBezTo>
                  <a:lnTo>
                    <a:pt x="1039559" y="411141"/>
                  </a:lnTo>
                  <a:cubicBezTo>
                    <a:pt x="1039559" y="432925"/>
                    <a:pt x="1057244" y="450587"/>
                    <a:pt x="1079056" y="450587"/>
                  </a:cubicBezTo>
                  <a:cubicBezTo>
                    <a:pt x="1100868" y="450587"/>
                    <a:pt x="1118553" y="432925"/>
                    <a:pt x="1118553" y="411141"/>
                  </a:cubicBezTo>
                  <a:lnTo>
                    <a:pt x="1118553" y="39509"/>
                  </a:lnTo>
                  <a:cubicBezTo>
                    <a:pt x="1118591" y="17821"/>
                    <a:pt x="1101090" y="171"/>
                    <a:pt x="1079373" y="0"/>
                  </a:cubicBezTo>
                  <a:close/>
                  <a:moveTo>
                    <a:pt x="963549" y="0"/>
                  </a:moveTo>
                  <a:lnTo>
                    <a:pt x="963549" y="0"/>
                  </a:lnTo>
                  <a:cubicBezTo>
                    <a:pt x="941737" y="0"/>
                    <a:pt x="924052" y="17662"/>
                    <a:pt x="924052" y="39446"/>
                  </a:cubicBezTo>
                  <a:cubicBezTo>
                    <a:pt x="924052" y="39465"/>
                    <a:pt x="924052" y="39491"/>
                    <a:pt x="924052" y="39509"/>
                  </a:cubicBezTo>
                  <a:lnTo>
                    <a:pt x="924052" y="524913"/>
                  </a:lnTo>
                  <a:cubicBezTo>
                    <a:pt x="924014" y="546697"/>
                    <a:pt x="941674" y="564391"/>
                    <a:pt x="963486" y="564423"/>
                  </a:cubicBezTo>
                  <a:cubicBezTo>
                    <a:pt x="963594" y="564423"/>
                    <a:pt x="963695" y="564423"/>
                    <a:pt x="963803" y="564423"/>
                  </a:cubicBezTo>
                  <a:lnTo>
                    <a:pt x="963803" y="564423"/>
                  </a:lnTo>
                  <a:cubicBezTo>
                    <a:pt x="985615" y="564423"/>
                    <a:pt x="1003300" y="546761"/>
                    <a:pt x="1003300" y="524977"/>
                  </a:cubicBezTo>
                  <a:cubicBezTo>
                    <a:pt x="1003300" y="524957"/>
                    <a:pt x="1003300" y="524932"/>
                    <a:pt x="1003300" y="524913"/>
                  </a:cubicBezTo>
                  <a:lnTo>
                    <a:pt x="1003300" y="39509"/>
                  </a:lnTo>
                  <a:cubicBezTo>
                    <a:pt x="1003332" y="17725"/>
                    <a:pt x="985679" y="38"/>
                    <a:pt x="963867" y="0"/>
                  </a:cubicBezTo>
                  <a:cubicBezTo>
                    <a:pt x="963848" y="0"/>
                    <a:pt x="963822" y="0"/>
                    <a:pt x="963803" y="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5"/>
            <p:cNvSpPr/>
            <p:nvPr/>
          </p:nvSpPr>
          <p:spPr>
            <a:xfrm flipH="1">
              <a:off x="3650389" y="1606595"/>
              <a:ext cx="693848" cy="513616"/>
            </a:xfrm>
            <a:custGeom>
              <a:avLst/>
              <a:gdLst/>
              <a:ahLst/>
              <a:cxnLst/>
              <a:rect l="l" t="t" r="r" b="b"/>
              <a:pathLst>
                <a:path w="1850262" h="1369644" extrusionOk="0">
                  <a:moveTo>
                    <a:pt x="750570" y="896291"/>
                  </a:moveTo>
                  <a:cubicBezTo>
                    <a:pt x="720268" y="896291"/>
                    <a:pt x="695706" y="920821"/>
                    <a:pt x="695706" y="951084"/>
                  </a:cubicBezTo>
                  <a:cubicBezTo>
                    <a:pt x="695706" y="981347"/>
                    <a:pt x="720268" y="1005877"/>
                    <a:pt x="750570" y="1005877"/>
                  </a:cubicBezTo>
                  <a:cubicBezTo>
                    <a:pt x="780872" y="1005877"/>
                    <a:pt x="805434" y="981347"/>
                    <a:pt x="805434" y="951084"/>
                  </a:cubicBezTo>
                  <a:cubicBezTo>
                    <a:pt x="805434" y="920821"/>
                    <a:pt x="780872" y="896291"/>
                    <a:pt x="750570" y="896291"/>
                  </a:cubicBezTo>
                  <a:close/>
                  <a:moveTo>
                    <a:pt x="750570" y="1261643"/>
                  </a:moveTo>
                  <a:cubicBezTo>
                    <a:pt x="720268" y="1261643"/>
                    <a:pt x="695706" y="1286173"/>
                    <a:pt x="695706" y="1316437"/>
                  </a:cubicBezTo>
                  <a:cubicBezTo>
                    <a:pt x="695700" y="1325842"/>
                    <a:pt x="698151" y="1335088"/>
                    <a:pt x="702818" y="1343263"/>
                  </a:cubicBezTo>
                  <a:cubicBezTo>
                    <a:pt x="722274" y="1353473"/>
                    <a:pt x="742436" y="1362294"/>
                    <a:pt x="763143" y="1369645"/>
                  </a:cubicBezTo>
                  <a:cubicBezTo>
                    <a:pt x="792499" y="1362288"/>
                    <a:pt x="810324" y="1332558"/>
                    <a:pt x="802964" y="1303239"/>
                  </a:cubicBezTo>
                  <a:cubicBezTo>
                    <a:pt x="796906" y="1279128"/>
                    <a:pt x="775335" y="1262119"/>
                    <a:pt x="750443" y="1261833"/>
                  </a:cubicBezTo>
                  <a:close/>
                  <a:moveTo>
                    <a:pt x="527939" y="127"/>
                  </a:moveTo>
                  <a:cubicBezTo>
                    <a:pt x="507054" y="22050"/>
                    <a:pt x="507924" y="56734"/>
                    <a:pt x="529876" y="77592"/>
                  </a:cubicBezTo>
                  <a:cubicBezTo>
                    <a:pt x="551828" y="98450"/>
                    <a:pt x="586556" y="97582"/>
                    <a:pt x="607441" y="75658"/>
                  </a:cubicBezTo>
                  <a:cubicBezTo>
                    <a:pt x="627590" y="54502"/>
                    <a:pt x="627590" y="21283"/>
                    <a:pt x="607441" y="127"/>
                  </a:cubicBezTo>
                  <a:close/>
                  <a:moveTo>
                    <a:pt x="567690" y="348357"/>
                  </a:moveTo>
                  <a:cubicBezTo>
                    <a:pt x="537388" y="348357"/>
                    <a:pt x="512826" y="372887"/>
                    <a:pt x="512826" y="403150"/>
                  </a:cubicBezTo>
                  <a:cubicBezTo>
                    <a:pt x="512731" y="405008"/>
                    <a:pt x="512731" y="406873"/>
                    <a:pt x="512826" y="408731"/>
                  </a:cubicBezTo>
                  <a:cubicBezTo>
                    <a:pt x="515912" y="438835"/>
                    <a:pt x="542855" y="460740"/>
                    <a:pt x="572999" y="457652"/>
                  </a:cubicBezTo>
                  <a:cubicBezTo>
                    <a:pt x="598875" y="455007"/>
                    <a:pt x="619328" y="434574"/>
                    <a:pt x="621983" y="408731"/>
                  </a:cubicBezTo>
                  <a:cubicBezTo>
                    <a:pt x="622186" y="406879"/>
                    <a:pt x="622294" y="405014"/>
                    <a:pt x="622300" y="403150"/>
                  </a:cubicBezTo>
                  <a:cubicBezTo>
                    <a:pt x="622300" y="372988"/>
                    <a:pt x="597891" y="348496"/>
                    <a:pt x="567690" y="348357"/>
                  </a:cubicBezTo>
                  <a:close/>
                  <a:moveTo>
                    <a:pt x="750570" y="165712"/>
                  </a:moveTo>
                  <a:cubicBezTo>
                    <a:pt x="720268" y="165712"/>
                    <a:pt x="695706" y="190242"/>
                    <a:pt x="695706" y="220505"/>
                  </a:cubicBezTo>
                  <a:cubicBezTo>
                    <a:pt x="695706" y="250769"/>
                    <a:pt x="720268" y="275299"/>
                    <a:pt x="750570" y="275299"/>
                  </a:cubicBezTo>
                  <a:cubicBezTo>
                    <a:pt x="780872" y="275299"/>
                    <a:pt x="805434" y="250769"/>
                    <a:pt x="805434" y="220505"/>
                  </a:cubicBezTo>
                  <a:cubicBezTo>
                    <a:pt x="805434" y="220486"/>
                    <a:pt x="805434" y="220461"/>
                    <a:pt x="805434" y="220442"/>
                  </a:cubicBezTo>
                  <a:cubicBezTo>
                    <a:pt x="805472" y="190179"/>
                    <a:pt x="780936" y="165623"/>
                    <a:pt x="750634" y="165585"/>
                  </a:cubicBezTo>
                  <a:cubicBezTo>
                    <a:pt x="750615" y="165585"/>
                    <a:pt x="750589" y="165585"/>
                    <a:pt x="750570" y="165585"/>
                  </a:cubicBezTo>
                  <a:close/>
                  <a:moveTo>
                    <a:pt x="933450" y="1078935"/>
                  </a:moveTo>
                  <a:cubicBezTo>
                    <a:pt x="931583" y="1078942"/>
                    <a:pt x="929716" y="1079049"/>
                    <a:pt x="927862" y="1079252"/>
                  </a:cubicBezTo>
                  <a:cubicBezTo>
                    <a:pt x="899884" y="1082112"/>
                    <a:pt x="878605" y="1105641"/>
                    <a:pt x="878586" y="1133729"/>
                  </a:cubicBezTo>
                  <a:cubicBezTo>
                    <a:pt x="878491" y="1135587"/>
                    <a:pt x="878491" y="1137451"/>
                    <a:pt x="878586" y="1139309"/>
                  </a:cubicBezTo>
                  <a:cubicBezTo>
                    <a:pt x="881272" y="1165159"/>
                    <a:pt x="901725" y="1185586"/>
                    <a:pt x="927608" y="1188268"/>
                  </a:cubicBezTo>
                  <a:cubicBezTo>
                    <a:pt x="929462" y="1188471"/>
                    <a:pt x="931329" y="1188579"/>
                    <a:pt x="933196" y="1188585"/>
                  </a:cubicBezTo>
                  <a:cubicBezTo>
                    <a:pt x="961333" y="1188535"/>
                    <a:pt x="984879" y="1167264"/>
                    <a:pt x="987743" y="1139309"/>
                  </a:cubicBezTo>
                  <a:cubicBezTo>
                    <a:pt x="987838" y="1137451"/>
                    <a:pt x="987838" y="1135587"/>
                    <a:pt x="987743" y="1133729"/>
                  </a:cubicBezTo>
                  <a:cubicBezTo>
                    <a:pt x="987812" y="1103637"/>
                    <a:pt x="963574" y="1079119"/>
                    <a:pt x="933450" y="1078808"/>
                  </a:cubicBezTo>
                  <a:close/>
                  <a:moveTo>
                    <a:pt x="750570" y="531001"/>
                  </a:moveTo>
                  <a:cubicBezTo>
                    <a:pt x="720268" y="531001"/>
                    <a:pt x="695706" y="555531"/>
                    <a:pt x="695706" y="585795"/>
                  </a:cubicBezTo>
                  <a:cubicBezTo>
                    <a:pt x="695706" y="616058"/>
                    <a:pt x="720268" y="640588"/>
                    <a:pt x="750570" y="640588"/>
                  </a:cubicBezTo>
                  <a:cubicBezTo>
                    <a:pt x="780872" y="640588"/>
                    <a:pt x="805434" y="616058"/>
                    <a:pt x="805434" y="585795"/>
                  </a:cubicBezTo>
                  <a:cubicBezTo>
                    <a:pt x="805434" y="555531"/>
                    <a:pt x="780872" y="531001"/>
                    <a:pt x="750570" y="531001"/>
                  </a:cubicBezTo>
                  <a:close/>
                  <a:moveTo>
                    <a:pt x="567690" y="713646"/>
                  </a:moveTo>
                  <a:cubicBezTo>
                    <a:pt x="537388" y="713646"/>
                    <a:pt x="512826" y="738176"/>
                    <a:pt x="512826" y="768439"/>
                  </a:cubicBezTo>
                  <a:cubicBezTo>
                    <a:pt x="512826" y="798702"/>
                    <a:pt x="537388" y="823233"/>
                    <a:pt x="567690" y="823233"/>
                  </a:cubicBezTo>
                  <a:cubicBezTo>
                    <a:pt x="597992" y="823233"/>
                    <a:pt x="622554" y="798702"/>
                    <a:pt x="622554" y="768439"/>
                  </a:cubicBezTo>
                  <a:cubicBezTo>
                    <a:pt x="622554" y="738176"/>
                    <a:pt x="597992" y="713646"/>
                    <a:pt x="567690" y="713646"/>
                  </a:cubicBezTo>
                  <a:close/>
                  <a:moveTo>
                    <a:pt x="384810" y="896291"/>
                  </a:moveTo>
                  <a:cubicBezTo>
                    <a:pt x="367494" y="896291"/>
                    <a:pt x="351193" y="904478"/>
                    <a:pt x="340868" y="918360"/>
                  </a:cubicBezTo>
                  <a:cubicBezTo>
                    <a:pt x="356699" y="948376"/>
                    <a:pt x="372872" y="977466"/>
                    <a:pt x="389382" y="1005624"/>
                  </a:cubicBezTo>
                  <a:cubicBezTo>
                    <a:pt x="419583" y="1003639"/>
                    <a:pt x="442455" y="977580"/>
                    <a:pt x="440461" y="947418"/>
                  </a:cubicBezTo>
                  <a:cubicBezTo>
                    <a:pt x="438544" y="918271"/>
                    <a:pt x="414052" y="895770"/>
                    <a:pt x="384810" y="896291"/>
                  </a:cubicBezTo>
                  <a:close/>
                  <a:moveTo>
                    <a:pt x="201930" y="348357"/>
                  </a:moveTo>
                  <a:cubicBezTo>
                    <a:pt x="171628" y="348357"/>
                    <a:pt x="147066" y="372887"/>
                    <a:pt x="147066" y="403150"/>
                  </a:cubicBezTo>
                  <a:cubicBezTo>
                    <a:pt x="146971" y="405008"/>
                    <a:pt x="146971" y="406873"/>
                    <a:pt x="147066" y="408731"/>
                  </a:cubicBezTo>
                  <a:cubicBezTo>
                    <a:pt x="150152" y="438835"/>
                    <a:pt x="177095" y="460740"/>
                    <a:pt x="207239" y="457652"/>
                  </a:cubicBezTo>
                  <a:cubicBezTo>
                    <a:pt x="233115" y="455007"/>
                    <a:pt x="253568" y="434574"/>
                    <a:pt x="256222" y="408731"/>
                  </a:cubicBezTo>
                  <a:cubicBezTo>
                    <a:pt x="256426" y="406879"/>
                    <a:pt x="256534" y="405014"/>
                    <a:pt x="256540" y="403150"/>
                  </a:cubicBezTo>
                  <a:cubicBezTo>
                    <a:pt x="256540" y="372988"/>
                    <a:pt x="232131" y="348496"/>
                    <a:pt x="201930" y="348357"/>
                  </a:cubicBezTo>
                  <a:close/>
                  <a:moveTo>
                    <a:pt x="19050" y="165585"/>
                  </a:moveTo>
                  <a:cubicBezTo>
                    <a:pt x="12548" y="165591"/>
                    <a:pt x="6098" y="166752"/>
                    <a:pt x="0" y="169010"/>
                  </a:cubicBezTo>
                  <a:cubicBezTo>
                    <a:pt x="15791" y="201226"/>
                    <a:pt x="31350" y="234077"/>
                    <a:pt x="46672" y="267562"/>
                  </a:cubicBezTo>
                  <a:cubicBezTo>
                    <a:pt x="72803" y="252303"/>
                    <a:pt x="81597" y="218787"/>
                    <a:pt x="66319" y="192690"/>
                  </a:cubicBezTo>
                  <a:cubicBezTo>
                    <a:pt x="56496" y="175916"/>
                    <a:pt x="38506" y="165598"/>
                    <a:pt x="19050" y="165585"/>
                  </a:cubicBezTo>
                  <a:close/>
                  <a:moveTo>
                    <a:pt x="162179" y="0"/>
                  </a:moveTo>
                  <a:cubicBezTo>
                    <a:pt x="141294" y="21924"/>
                    <a:pt x="142164" y="56607"/>
                    <a:pt x="164116" y="77465"/>
                  </a:cubicBezTo>
                  <a:cubicBezTo>
                    <a:pt x="186068" y="98324"/>
                    <a:pt x="220796" y="97455"/>
                    <a:pt x="241681" y="75531"/>
                  </a:cubicBezTo>
                  <a:cubicBezTo>
                    <a:pt x="261830" y="54375"/>
                    <a:pt x="261830" y="21156"/>
                    <a:pt x="241681" y="0"/>
                  </a:cubicBezTo>
                  <a:close/>
                  <a:moveTo>
                    <a:pt x="567690" y="1078808"/>
                  </a:moveTo>
                  <a:cubicBezTo>
                    <a:pt x="537388" y="1078808"/>
                    <a:pt x="512826" y="1103339"/>
                    <a:pt x="512826" y="1133602"/>
                  </a:cubicBezTo>
                  <a:cubicBezTo>
                    <a:pt x="512731" y="1135460"/>
                    <a:pt x="512731" y="1137324"/>
                    <a:pt x="512826" y="1139182"/>
                  </a:cubicBezTo>
                  <a:cubicBezTo>
                    <a:pt x="515912" y="1169287"/>
                    <a:pt x="542855" y="1191192"/>
                    <a:pt x="572999" y="1188103"/>
                  </a:cubicBezTo>
                  <a:cubicBezTo>
                    <a:pt x="598875" y="1185459"/>
                    <a:pt x="619328" y="1165026"/>
                    <a:pt x="621983" y="1139182"/>
                  </a:cubicBezTo>
                  <a:cubicBezTo>
                    <a:pt x="622186" y="1137331"/>
                    <a:pt x="622294" y="1135466"/>
                    <a:pt x="622300" y="1133602"/>
                  </a:cubicBezTo>
                  <a:cubicBezTo>
                    <a:pt x="622300" y="1103440"/>
                    <a:pt x="597891" y="1078948"/>
                    <a:pt x="567690" y="1078808"/>
                  </a:cubicBezTo>
                  <a:close/>
                  <a:moveTo>
                    <a:pt x="384810" y="165585"/>
                  </a:moveTo>
                  <a:cubicBezTo>
                    <a:pt x="354508" y="165585"/>
                    <a:pt x="329946" y="190115"/>
                    <a:pt x="329946" y="220379"/>
                  </a:cubicBezTo>
                  <a:cubicBezTo>
                    <a:pt x="329946" y="250642"/>
                    <a:pt x="354508" y="275172"/>
                    <a:pt x="384810" y="275172"/>
                  </a:cubicBezTo>
                  <a:cubicBezTo>
                    <a:pt x="415112" y="275172"/>
                    <a:pt x="439674" y="250642"/>
                    <a:pt x="439674" y="220379"/>
                  </a:cubicBezTo>
                  <a:cubicBezTo>
                    <a:pt x="439674" y="220359"/>
                    <a:pt x="439674" y="220334"/>
                    <a:pt x="439674" y="220315"/>
                  </a:cubicBezTo>
                  <a:cubicBezTo>
                    <a:pt x="439674" y="190090"/>
                    <a:pt x="415138" y="165585"/>
                    <a:pt x="384874" y="165585"/>
                  </a:cubicBezTo>
                  <a:cubicBezTo>
                    <a:pt x="384854" y="165585"/>
                    <a:pt x="384829" y="165585"/>
                    <a:pt x="384810" y="165585"/>
                  </a:cubicBezTo>
                  <a:close/>
                  <a:moveTo>
                    <a:pt x="933450" y="713519"/>
                  </a:moveTo>
                  <a:cubicBezTo>
                    <a:pt x="931590" y="713424"/>
                    <a:pt x="929723" y="713424"/>
                    <a:pt x="927862" y="713519"/>
                  </a:cubicBezTo>
                  <a:cubicBezTo>
                    <a:pt x="897700" y="716772"/>
                    <a:pt x="875894" y="743827"/>
                    <a:pt x="879151" y="773950"/>
                  </a:cubicBezTo>
                  <a:cubicBezTo>
                    <a:pt x="881920" y="799584"/>
                    <a:pt x="902195" y="819827"/>
                    <a:pt x="927862" y="822599"/>
                  </a:cubicBezTo>
                  <a:cubicBezTo>
                    <a:pt x="929704" y="822599"/>
                    <a:pt x="931545" y="822599"/>
                    <a:pt x="933450" y="822599"/>
                  </a:cubicBezTo>
                  <a:cubicBezTo>
                    <a:pt x="963752" y="822599"/>
                    <a:pt x="988314" y="798068"/>
                    <a:pt x="988314" y="767805"/>
                  </a:cubicBezTo>
                  <a:cubicBezTo>
                    <a:pt x="988314" y="737542"/>
                    <a:pt x="963752" y="713012"/>
                    <a:pt x="933450" y="713012"/>
                  </a:cubicBezTo>
                  <a:close/>
                  <a:moveTo>
                    <a:pt x="384810" y="530874"/>
                  </a:moveTo>
                  <a:cubicBezTo>
                    <a:pt x="354508" y="530874"/>
                    <a:pt x="329946" y="555404"/>
                    <a:pt x="329946" y="585668"/>
                  </a:cubicBezTo>
                  <a:cubicBezTo>
                    <a:pt x="329946" y="615931"/>
                    <a:pt x="354508" y="640461"/>
                    <a:pt x="384810" y="640461"/>
                  </a:cubicBezTo>
                  <a:cubicBezTo>
                    <a:pt x="415112" y="640461"/>
                    <a:pt x="439674" y="615931"/>
                    <a:pt x="439674" y="585668"/>
                  </a:cubicBezTo>
                  <a:cubicBezTo>
                    <a:pt x="439604" y="555455"/>
                    <a:pt x="415061" y="531001"/>
                    <a:pt x="384810" y="531001"/>
                  </a:cubicBezTo>
                  <a:close/>
                  <a:moveTo>
                    <a:pt x="1847850" y="165585"/>
                  </a:moveTo>
                  <a:cubicBezTo>
                    <a:pt x="1817586" y="165420"/>
                    <a:pt x="1792916" y="189786"/>
                    <a:pt x="1792745" y="220011"/>
                  </a:cubicBezTo>
                  <a:cubicBezTo>
                    <a:pt x="1792662" y="235485"/>
                    <a:pt x="1799139" y="250274"/>
                    <a:pt x="1810576" y="260712"/>
                  </a:cubicBezTo>
                  <a:cubicBezTo>
                    <a:pt x="1823911" y="229048"/>
                    <a:pt x="1837138" y="197440"/>
                    <a:pt x="1850263" y="165902"/>
                  </a:cubicBezTo>
                  <a:close/>
                  <a:moveTo>
                    <a:pt x="1427226" y="951084"/>
                  </a:moveTo>
                  <a:cubicBezTo>
                    <a:pt x="1427232" y="966767"/>
                    <a:pt x="1433982" y="981690"/>
                    <a:pt x="1445768" y="992052"/>
                  </a:cubicBezTo>
                  <a:cubicBezTo>
                    <a:pt x="1464818" y="962563"/>
                    <a:pt x="1483868" y="931868"/>
                    <a:pt x="1502346" y="900222"/>
                  </a:cubicBezTo>
                  <a:cubicBezTo>
                    <a:pt x="1474292" y="888978"/>
                    <a:pt x="1442422" y="902582"/>
                    <a:pt x="1431163" y="930600"/>
                  </a:cubicBezTo>
                  <a:cubicBezTo>
                    <a:pt x="1428560" y="937075"/>
                    <a:pt x="1427226" y="943981"/>
                    <a:pt x="1427226" y="950957"/>
                  </a:cubicBezTo>
                  <a:close/>
                  <a:moveTo>
                    <a:pt x="1482090" y="531001"/>
                  </a:moveTo>
                  <a:cubicBezTo>
                    <a:pt x="1451788" y="531001"/>
                    <a:pt x="1427226" y="555531"/>
                    <a:pt x="1427226" y="585795"/>
                  </a:cubicBezTo>
                  <a:cubicBezTo>
                    <a:pt x="1427226" y="616058"/>
                    <a:pt x="1451788" y="640588"/>
                    <a:pt x="1482090" y="640588"/>
                  </a:cubicBezTo>
                  <a:cubicBezTo>
                    <a:pt x="1512392" y="640588"/>
                    <a:pt x="1536954" y="616058"/>
                    <a:pt x="1536954" y="585795"/>
                  </a:cubicBezTo>
                  <a:cubicBezTo>
                    <a:pt x="1536954" y="555531"/>
                    <a:pt x="1512392" y="531001"/>
                    <a:pt x="1482090" y="531001"/>
                  </a:cubicBezTo>
                  <a:close/>
                  <a:moveTo>
                    <a:pt x="1259459" y="127"/>
                  </a:moveTo>
                  <a:cubicBezTo>
                    <a:pt x="1238574" y="22050"/>
                    <a:pt x="1239444" y="56734"/>
                    <a:pt x="1261396" y="77592"/>
                  </a:cubicBezTo>
                  <a:cubicBezTo>
                    <a:pt x="1283348" y="98450"/>
                    <a:pt x="1318076" y="97582"/>
                    <a:pt x="1338961" y="75658"/>
                  </a:cubicBezTo>
                  <a:cubicBezTo>
                    <a:pt x="1359110" y="54502"/>
                    <a:pt x="1359110" y="21283"/>
                    <a:pt x="1338961" y="127"/>
                  </a:cubicBezTo>
                  <a:close/>
                  <a:moveTo>
                    <a:pt x="1482090" y="165585"/>
                  </a:moveTo>
                  <a:cubicBezTo>
                    <a:pt x="1451788" y="165585"/>
                    <a:pt x="1427226" y="190115"/>
                    <a:pt x="1427226" y="220379"/>
                  </a:cubicBezTo>
                  <a:cubicBezTo>
                    <a:pt x="1427226" y="250642"/>
                    <a:pt x="1451788" y="275172"/>
                    <a:pt x="1482090" y="275172"/>
                  </a:cubicBezTo>
                  <a:cubicBezTo>
                    <a:pt x="1512392" y="275172"/>
                    <a:pt x="1536954" y="250642"/>
                    <a:pt x="1536954" y="220379"/>
                  </a:cubicBezTo>
                  <a:cubicBezTo>
                    <a:pt x="1536954" y="220359"/>
                    <a:pt x="1536954" y="220334"/>
                    <a:pt x="1536954" y="220315"/>
                  </a:cubicBezTo>
                  <a:cubicBezTo>
                    <a:pt x="1536922" y="190077"/>
                    <a:pt x="1512367" y="165585"/>
                    <a:pt x="1482090" y="165585"/>
                  </a:cubicBezTo>
                  <a:close/>
                  <a:moveTo>
                    <a:pt x="1625219" y="0"/>
                  </a:moveTo>
                  <a:cubicBezTo>
                    <a:pt x="1604334" y="21924"/>
                    <a:pt x="1605204" y="56607"/>
                    <a:pt x="1627156" y="77465"/>
                  </a:cubicBezTo>
                  <a:cubicBezTo>
                    <a:pt x="1649108" y="98324"/>
                    <a:pt x="1683836" y="97455"/>
                    <a:pt x="1704721" y="75531"/>
                  </a:cubicBezTo>
                  <a:cubicBezTo>
                    <a:pt x="1724870" y="54375"/>
                    <a:pt x="1724870" y="21156"/>
                    <a:pt x="1704721" y="0"/>
                  </a:cubicBezTo>
                  <a:close/>
                  <a:moveTo>
                    <a:pt x="1299210" y="348230"/>
                  </a:moveTo>
                  <a:cubicBezTo>
                    <a:pt x="1268908" y="348230"/>
                    <a:pt x="1244346" y="372760"/>
                    <a:pt x="1244346" y="403023"/>
                  </a:cubicBezTo>
                  <a:cubicBezTo>
                    <a:pt x="1244251" y="404881"/>
                    <a:pt x="1244251" y="406746"/>
                    <a:pt x="1244346" y="408604"/>
                  </a:cubicBezTo>
                  <a:cubicBezTo>
                    <a:pt x="1247604" y="438728"/>
                    <a:pt x="1274693" y="460505"/>
                    <a:pt x="1304855" y="457252"/>
                  </a:cubicBezTo>
                  <a:cubicBezTo>
                    <a:pt x="1330522" y="454487"/>
                    <a:pt x="1350791" y="434238"/>
                    <a:pt x="1353566" y="408604"/>
                  </a:cubicBezTo>
                  <a:cubicBezTo>
                    <a:pt x="1353566" y="406765"/>
                    <a:pt x="1353566" y="404926"/>
                    <a:pt x="1353566" y="403023"/>
                  </a:cubicBezTo>
                  <a:cubicBezTo>
                    <a:pt x="1353496" y="373007"/>
                    <a:pt x="1329265" y="348636"/>
                    <a:pt x="1299210" y="348357"/>
                  </a:cubicBezTo>
                  <a:close/>
                  <a:moveTo>
                    <a:pt x="1664970" y="348230"/>
                  </a:moveTo>
                  <a:cubicBezTo>
                    <a:pt x="1634668" y="348230"/>
                    <a:pt x="1610106" y="372760"/>
                    <a:pt x="1610106" y="403023"/>
                  </a:cubicBezTo>
                  <a:cubicBezTo>
                    <a:pt x="1610106" y="404926"/>
                    <a:pt x="1610106" y="406765"/>
                    <a:pt x="1610106" y="408604"/>
                  </a:cubicBezTo>
                  <a:cubicBezTo>
                    <a:pt x="1613192" y="438708"/>
                    <a:pt x="1640135" y="460613"/>
                    <a:pt x="1670279" y="457525"/>
                  </a:cubicBezTo>
                  <a:cubicBezTo>
                    <a:pt x="1696155" y="454880"/>
                    <a:pt x="1716608" y="434447"/>
                    <a:pt x="1719263" y="408604"/>
                  </a:cubicBezTo>
                  <a:cubicBezTo>
                    <a:pt x="1719466" y="406752"/>
                    <a:pt x="1719574" y="404888"/>
                    <a:pt x="1719580" y="403023"/>
                  </a:cubicBezTo>
                  <a:cubicBezTo>
                    <a:pt x="1719510" y="372912"/>
                    <a:pt x="1695120" y="348496"/>
                    <a:pt x="1664970" y="348357"/>
                  </a:cubicBezTo>
                  <a:close/>
                  <a:moveTo>
                    <a:pt x="1299210" y="713519"/>
                  </a:moveTo>
                  <a:cubicBezTo>
                    <a:pt x="1268908" y="713519"/>
                    <a:pt x="1244346" y="738049"/>
                    <a:pt x="1244346" y="768312"/>
                  </a:cubicBezTo>
                  <a:cubicBezTo>
                    <a:pt x="1244346" y="798576"/>
                    <a:pt x="1268908" y="823106"/>
                    <a:pt x="1299210" y="823106"/>
                  </a:cubicBezTo>
                  <a:cubicBezTo>
                    <a:pt x="1329512" y="823106"/>
                    <a:pt x="1354074" y="798576"/>
                    <a:pt x="1354074" y="768312"/>
                  </a:cubicBezTo>
                  <a:cubicBezTo>
                    <a:pt x="1354004" y="738100"/>
                    <a:pt x="1329462" y="713646"/>
                    <a:pt x="1299210" y="713646"/>
                  </a:cubicBezTo>
                  <a:close/>
                  <a:moveTo>
                    <a:pt x="1116330" y="1261516"/>
                  </a:moveTo>
                  <a:cubicBezTo>
                    <a:pt x="1086066" y="1261478"/>
                    <a:pt x="1061498" y="1285951"/>
                    <a:pt x="1061466" y="1316183"/>
                  </a:cubicBezTo>
                  <a:cubicBezTo>
                    <a:pt x="1061447" y="1331936"/>
                    <a:pt x="1068229" y="1346934"/>
                    <a:pt x="1080071" y="1357342"/>
                  </a:cubicBezTo>
                  <a:cubicBezTo>
                    <a:pt x="1111701" y="1342628"/>
                    <a:pt x="1141838" y="1324897"/>
                    <a:pt x="1170051" y="1304387"/>
                  </a:cubicBezTo>
                  <a:cubicBezTo>
                    <a:pt x="1164438" y="1279293"/>
                    <a:pt x="1142073" y="1261504"/>
                    <a:pt x="1116330" y="1261643"/>
                  </a:cubicBezTo>
                  <a:close/>
                  <a:moveTo>
                    <a:pt x="933450" y="348293"/>
                  </a:moveTo>
                  <a:cubicBezTo>
                    <a:pt x="931590" y="348198"/>
                    <a:pt x="929723" y="348198"/>
                    <a:pt x="927862" y="348293"/>
                  </a:cubicBezTo>
                  <a:cubicBezTo>
                    <a:pt x="899859" y="351160"/>
                    <a:pt x="878567" y="374719"/>
                    <a:pt x="878586" y="402833"/>
                  </a:cubicBezTo>
                  <a:cubicBezTo>
                    <a:pt x="878491" y="404691"/>
                    <a:pt x="878491" y="406556"/>
                    <a:pt x="878586" y="408414"/>
                  </a:cubicBezTo>
                  <a:cubicBezTo>
                    <a:pt x="881297" y="434250"/>
                    <a:pt x="901738" y="454665"/>
                    <a:pt x="927608" y="457373"/>
                  </a:cubicBezTo>
                  <a:cubicBezTo>
                    <a:pt x="929469" y="457468"/>
                    <a:pt x="931335" y="457468"/>
                    <a:pt x="933196" y="457373"/>
                  </a:cubicBezTo>
                  <a:cubicBezTo>
                    <a:pt x="961320" y="457353"/>
                    <a:pt x="984879" y="436102"/>
                    <a:pt x="987743" y="408160"/>
                  </a:cubicBezTo>
                  <a:cubicBezTo>
                    <a:pt x="987838" y="406302"/>
                    <a:pt x="987838" y="404437"/>
                    <a:pt x="987743" y="402579"/>
                  </a:cubicBezTo>
                  <a:cubicBezTo>
                    <a:pt x="987431" y="372760"/>
                    <a:pt x="963308" y="348667"/>
                    <a:pt x="933450" y="348357"/>
                  </a:cubicBezTo>
                  <a:close/>
                  <a:moveTo>
                    <a:pt x="1116330" y="896227"/>
                  </a:moveTo>
                  <a:cubicBezTo>
                    <a:pt x="1086028" y="896227"/>
                    <a:pt x="1061466" y="920757"/>
                    <a:pt x="1061466" y="951021"/>
                  </a:cubicBezTo>
                  <a:cubicBezTo>
                    <a:pt x="1061466" y="981284"/>
                    <a:pt x="1086028" y="1005814"/>
                    <a:pt x="1116330" y="1005814"/>
                  </a:cubicBezTo>
                  <a:cubicBezTo>
                    <a:pt x="1146632" y="1005814"/>
                    <a:pt x="1171194" y="981284"/>
                    <a:pt x="1171194" y="951021"/>
                  </a:cubicBezTo>
                  <a:cubicBezTo>
                    <a:pt x="1171156" y="920783"/>
                    <a:pt x="1146607" y="896291"/>
                    <a:pt x="1116330" y="896291"/>
                  </a:cubicBezTo>
                  <a:close/>
                  <a:moveTo>
                    <a:pt x="893636" y="127"/>
                  </a:moveTo>
                  <a:cubicBezTo>
                    <a:pt x="872788" y="22088"/>
                    <a:pt x="873709" y="56766"/>
                    <a:pt x="895699" y="77586"/>
                  </a:cubicBezTo>
                  <a:cubicBezTo>
                    <a:pt x="904494" y="85919"/>
                    <a:pt x="915803" y="91107"/>
                    <a:pt x="927862" y="92337"/>
                  </a:cubicBezTo>
                  <a:cubicBezTo>
                    <a:pt x="929716" y="92540"/>
                    <a:pt x="931583" y="92648"/>
                    <a:pt x="933450" y="92654"/>
                  </a:cubicBezTo>
                  <a:cubicBezTo>
                    <a:pt x="963752" y="92635"/>
                    <a:pt x="988301" y="68092"/>
                    <a:pt x="988282" y="37829"/>
                  </a:cubicBezTo>
                  <a:cubicBezTo>
                    <a:pt x="988276" y="23794"/>
                    <a:pt x="982878" y="10299"/>
                    <a:pt x="973201" y="127"/>
                  </a:cubicBezTo>
                  <a:close/>
                  <a:moveTo>
                    <a:pt x="1299210" y="1078808"/>
                  </a:moveTo>
                  <a:cubicBezTo>
                    <a:pt x="1268908" y="1078808"/>
                    <a:pt x="1244346" y="1103339"/>
                    <a:pt x="1244346" y="1133602"/>
                  </a:cubicBezTo>
                  <a:cubicBezTo>
                    <a:pt x="1244251" y="1135460"/>
                    <a:pt x="1244251" y="1137324"/>
                    <a:pt x="1244346" y="1139182"/>
                  </a:cubicBezTo>
                  <a:cubicBezTo>
                    <a:pt x="1247140" y="1166345"/>
                    <a:pt x="1269536" y="1187304"/>
                    <a:pt x="1296861" y="1188332"/>
                  </a:cubicBezTo>
                  <a:cubicBezTo>
                    <a:pt x="1315739" y="1167575"/>
                    <a:pt x="1334326" y="1145569"/>
                    <a:pt x="1352614" y="1122313"/>
                  </a:cubicBezTo>
                  <a:cubicBezTo>
                    <a:pt x="1347311" y="1097048"/>
                    <a:pt x="1325055" y="1078916"/>
                    <a:pt x="1299210" y="1078808"/>
                  </a:cubicBezTo>
                  <a:close/>
                  <a:moveTo>
                    <a:pt x="1116330" y="530874"/>
                  </a:moveTo>
                  <a:cubicBezTo>
                    <a:pt x="1086028" y="530874"/>
                    <a:pt x="1061466" y="555404"/>
                    <a:pt x="1061466" y="585668"/>
                  </a:cubicBezTo>
                  <a:cubicBezTo>
                    <a:pt x="1061466" y="615931"/>
                    <a:pt x="1086028" y="640461"/>
                    <a:pt x="1116330" y="640461"/>
                  </a:cubicBezTo>
                  <a:cubicBezTo>
                    <a:pt x="1146632" y="640461"/>
                    <a:pt x="1171194" y="615931"/>
                    <a:pt x="1171194" y="585668"/>
                  </a:cubicBezTo>
                  <a:cubicBezTo>
                    <a:pt x="1171124" y="555455"/>
                    <a:pt x="1146581" y="531001"/>
                    <a:pt x="1116330" y="531001"/>
                  </a:cubicBezTo>
                  <a:close/>
                  <a:moveTo>
                    <a:pt x="1116330" y="165585"/>
                  </a:moveTo>
                  <a:cubicBezTo>
                    <a:pt x="1086028" y="165585"/>
                    <a:pt x="1061466" y="190115"/>
                    <a:pt x="1061466" y="220379"/>
                  </a:cubicBezTo>
                  <a:cubicBezTo>
                    <a:pt x="1061466" y="250642"/>
                    <a:pt x="1086028" y="275172"/>
                    <a:pt x="1116330" y="275172"/>
                  </a:cubicBezTo>
                  <a:cubicBezTo>
                    <a:pt x="1146632" y="275172"/>
                    <a:pt x="1171194" y="250642"/>
                    <a:pt x="1171194" y="220379"/>
                  </a:cubicBezTo>
                  <a:cubicBezTo>
                    <a:pt x="1171194" y="220359"/>
                    <a:pt x="1171194" y="220334"/>
                    <a:pt x="1171194" y="220315"/>
                  </a:cubicBezTo>
                  <a:cubicBezTo>
                    <a:pt x="1171156" y="190077"/>
                    <a:pt x="1146607" y="165585"/>
                    <a:pt x="1116330" y="165585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4799544" y="1606595"/>
              <a:ext cx="693848" cy="513616"/>
            </a:xfrm>
            <a:custGeom>
              <a:avLst/>
              <a:gdLst/>
              <a:ahLst/>
              <a:cxnLst/>
              <a:rect l="l" t="t" r="r" b="b"/>
              <a:pathLst>
                <a:path w="1850262" h="1369644" extrusionOk="0">
                  <a:moveTo>
                    <a:pt x="750570" y="896291"/>
                  </a:moveTo>
                  <a:cubicBezTo>
                    <a:pt x="720268" y="896291"/>
                    <a:pt x="695706" y="920821"/>
                    <a:pt x="695706" y="951084"/>
                  </a:cubicBezTo>
                  <a:cubicBezTo>
                    <a:pt x="695706" y="981347"/>
                    <a:pt x="720268" y="1005877"/>
                    <a:pt x="750570" y="1005877"/>
                  </a:cubicBezTo>
                  <a:cubicBezTo>
                    <a:pt x="780872" y="1005877"/>
                    <a:pt x="805434" y="981347"/>
                    <a:pt x="805434" y="951084"/>
                  </a:cubicBezTo>
                  <a:cubicBezTo>
                    <a:pt x="805434" y="920821"/>
                    <a:pt x="780872" y="896291"/>
                    <a:pt x="750570" y="896291"/>
                  </a:cubicBezTo>
                  <a:close/>
                  <a:moveTo>
                    <a:pt x="750570" y="1261643"/>
                  </a:moveTo>
                  <a:cubicBezTo>
                    <a:pt x="720268" y="1261643"/>
                    <a:pt x="695706" y="1286173"/>
                    <a:pt x="695706" y="1316437"/>
                  </a:cubicBezTo>
                  <a:cubicBezTo>
                    <a:pt x="695700" y="1325842"/>
                    <a:pt x="698151" y="1335088"/>
                    <a:pt x="702818" y="1343263"/>
                  </a:cubicBezTo>
                  <a:cubicBezTo>
                    <a:pt x="722274" y="1353473"/>
                    <a:pt x="742436" y="1362294"/>
                    <a:pt x="763143" y="1369645"/>
                  </a:cubicBezTo>
                  <a:cubicBezTo>
                    <a:pt x="792499" y="1362288"/>
                    <a:pt x="810324" y="1332558"/>
                    <a:pt x="802964" y="1303239"/>
                  </a:cubicBezTo>
                  <a:cubicBezTo>
                    <a:pt x="796906" y="1279128"/>
                    <a:pt x="775335" y="1262119"/>
                    <a:pt x="750443" y="1261833"/>
                  </a:cubicBezTo>
                  <a:close/>
                  <a:moveTo>
                    <a:pt x="527939" y="127"/>
                  </a:moveTo>
                  <a:cubicBezTo>
                    <a:pt x="507054" y="22050"/>
                    <a:pt x="507924" y="56734"/>
                    <a:pt x="529876" y="77592"/>
                  </a:cubicBezTo>
                  <a:cubicBezTo>
                    <a:pt x="551828" y="98450"/>
                    <a:pt x="586556" y="97582"/>
                    <a:pt x="607441" y="75658"/>
                  </a:cubicBezTo>
                  <a:cubicBezTo>
                    <a:pt x="627590" y="54502"/>
                    <a:pt x="627590" y="21283"/>
                    <a:pt x="607441" y="127"/>
                  </a:cubicBezTo>
                  <a:close/>
                  <a:moveTo>
                    <a:pt x="567690" y="348357"/>
                  </a:moveTo>
                  <a:cubicBezTo>
                    <a:pt x="537388" y="348357"/>
                    <a:pt x="512826" y="372887"/>
                    <a:pt x="512826" y="403150"/>
                  </a:cubicBezTo>
                  <a:cubicBezTo>
                    <a:pt x="512731" y="405008"/>
                    <a:pt x="512731" y="406873"/>
                    <a:pt x="512826" y="408731"/>
                  </a:cubicBezTo>
                  <a:cubicBezTo>
                    <a:pt x="515912" y="438835"/>
                    <a:pt x="542855" y="460740"/>
                    <a:pt x="572999" y="457652"/>
                  </a:cubicBezTo>
                  <a:cubicBezTo>
                    <a:pt x="598875" y="455007"/>
                    <a:pt x="619328" y="434574"/>
                    <a:pt x="621983" y="408731"/>
                  </a:cubicBezTo>
                  <a:cubicBezTo>
                    <a:pt x="622186" y="406879"/>
                    <a:pt x="622294" y="405014"/>
                    <a:pt x="622300" y="403150"/>
                  </a:cubicBezTo>
                  <a:cubicBezTo>
                    <a:pt x="622300" y="372988"/>
                    <a:pt x="597891" y="348496"/>
                    <a:pt x="567690" y="348357"/>
                  </a:cubicBezTo>
                  <a:close/>
                  <a:moveTo>
                    <a:pt x="750570" y="165712"/>
                  </a:moveTo>
                  <a:cubicBezTo>
                    <a:pt x="720268" y="165712"/>
                    <a:pt x="695706" y="190242"/>
                    <a:pt x="695706" y="220505"/>
                  </a:cubicBezTo>
                  <a:cubicBezTo>
                    <a:pt x="695706" y="250769"/>
                    <a:pt x="720268" y="275299"/>
                    <a:pt x="750570" y="275299"/>
                  </a:cubicBezTo>
                  <a:cubicBezTo>
                    <a:pt x="780872" y="275299"/>
                    <a:pt x="805434" y="250769"/>
                    <a:pt x="805434" y="220505"/>
                  </a:cubicBezTo>
                  <a:cubicBezTo>
                    <a:pt x="805434" y="220486"/>
                    <a:pt x="805434" y="220461"/>
                    <a:pt x="805434" y="220442"/>
                  </a:cubicBezTo>
                  <a:cubicBezTo>
                    <a:pt x="805472" y="190179"/>
                    <a:pt x="780936" y="165623"/>
                    <a:pt x="750634" y="165585"/>
                  </a:cubicBezTo>
                  <a:cubicBezTo>
                    <a:pt x="750615" y="165585"/>
                    <a:pt x="750589" y="165585"/>
                    <a:pt x="750570" y="165585"/>
                  </a:cubicBezTo>
                  <a:close/>
                  <a:moveTo>
                    <a:pt x="933450" y="1078935"/>
                  </a:moveTo>
                  <a:cubicBezTo>
                    <a:pt x="931583" y="1078942"/>
                    <a:pt x="929716" y="1079049"/>
                    <a:pt x="927862" y="1079252"/>
                  </a:cubicBezTo>
                  <a:cubicBezTo>
                    <a:pt x="899884" y="1082112"/>
                    <a:pt x="878605" y="1105641"/>
                    <a:pt x="878586" y="1133729"/>
                  </a:cubicBezTo>
                  <a:cubicBezTo>
                    <a:pt x="878491" y="1135587"/>
                    <a:pt x="878491" y="1137451"/>
                    <a:pt x="878586" y="1139309"/>
                  </a:cubicBezTo>
                  <a:cubicBezTo>
                    <a:pt x="881272" y="1165159"/>
                    <a:pt x="901725" y="1185586"/>
                    <a:pt x="927608" y="1188268"/>
                  </a:cubicBezTo>
                  <a:cubicBezTo>
                    <a:pt x="929462" y="1188471"/>
                    <a:pt x="931329" y="1188579"/>
                    <a:pt x="933196" y="1188585"/>
                  </a:cubicBezTo>
                  <a:cubicBezTo>
                    <a:pt x="961333" y="1188535"/>
                    <a:pt x="984879" y="1167264"/>
                    <a:pt x="987743" y="1139309"/>
                  </a:cubicBezTo>
                  <a:cubicBezTo>
                    <a:pt x="987838" y="1137451"/>
                    <a:pt x="987838" y="1135587"/>
                    <a:pt x="987743" y="1133729"/>
                  </a:cubicBezTo>
                  <a:cubicBezTo>
                    <a:pt x="987812" y="1103637"/>
                    <a:pt x="963574" y="1079119"/>
                    <a:pt x="933450" y="1078808"/>
                  </a:cubicBezTo>
                  <a:close/>
                  <a:moveTo>
                    <a:pt x="750570" y="531001"/>
                  </a:moveTo>
                  <a:cubicBezTo>
                    <a:pt x="720268" y="531001"/>
                    <a:pt x="695706" y="555531"/>
                    <a:pt x="695706" y="585795"/>
                  </a:cubicBezTo>
                  <a:cubicBezTo>
                    <a:pt x="695706" y="616058"/>
                    <a:pt x="720268" y="640588"/>
                    <a:pt x="750570" y="640588"/>
                  </a:cubicBezTo>
                  <a:cubicBezTo>
                    <a:pt x="780872" y="640588"/>
                    <a:pt x="805434" y="616058"/>
                    <a:pt x="805434" y="585795"/>
                  </a:cubicBezTo>
                  <a:cubicBezTo>
                    <a:pt x="805434" y="555531"/>
                    <a:pt x="780872" y="531001"/>
                    <a:pt x="750570" y="531001"/>
                  </a:cubicBezTo>
                  <a:close/>
                  <a:moveTo>
                    <a:pt x="567690" y="713646"/>
                  </a:moveTo>
                  <a:cubicBezTo>
                    <a:pt x="537388" y="713646"/>
                    <a:pt x="512826" y="738176"/>
                    <a:pt x="512826" y="768439"/>
                  </a:cubicBezTo>
                  <a:cubicBezTo>
                    <a:pt x="512826" y="798702"/>
                    <a:pt x="537388" y="823233"/>
                    <a:pt x="567690" y="823233"/>
                  </a:cubicBezTo>
                  <a:cubicBezTo>
                    <a:pt x="597992" y="823233"/>
                    <a:pt x="622554" y="798702"/>
                    <a:pt x="622554" y="768439"/>
                  </a:cubicBezTo>
                  <a:cubicBezTo>
                    <a:pt x="622554" y="738176"/>
                    <a:pt x="597992" y="713646"/>
                    <a:pt x="567690" y="713646"/>
                  </a:cubicBezTo>
                  <a:close/>
                  <a:moveTo>
                    <a:pt x="384810" y="896291"/>
                  </a:moveTo>
                  <a:cubicBezTo>
                    <a:pt x="367494" y="896291"/>
                    <a:pt x="351193" y="904478"/>
                    <a:pt x="340868" y="918360"/>
                  </a:cubicBezTo>
                  <a:cubicBezTo>
                    <a:pt x="356699" y="948376"/>
                    <a:pt x="372872" y="977466"/>
                    <a:pt x="389382" y="1005624"/>
                  </a:cubicBezTo>
                  <a:cubicBezTo>
                    <a:pt x="419583" y="1003639"/>
                    <a:pt x="442455" y="977580"/>
                    <a:pt x="440461" y="947418"/>
                  </a:cubicBezTo>
                  <a:cubicBezTo>
                    <a:pt x="438544" y="918271"/>
                    <a:pt x="414052" y="895770"/>
                    <a:pt x="384810" y="896291"/>
                  </a:cubicBezTo>
                  <a:close/>
                  <a:moveTo>
                    <a:pt x="201930" y="348357"/>
                  </a:moveTo>
                  <a:cubicBezTo>
                    <a:pt x="171628" y="348357"/>
                    <a:pt x="147066" y="372887"/>
                    <a:pt x="147066" y="403150"/>
                  </a:cubicBezTo>
                  <a:cubicBezTo>
                    <a:pt x="146971" y="405008"/>
                    <a:pt x="146971" y="406873"/>
                    <a:pt x="147066" y="408731"/>
                  </a:cubicBezTo>
                  <a:cubicBezTo>
                    <a:pt x="150152" y="438835"/>
                    <a:pt x="177095" y="460740"/>
                    <a:pt x="207239" y="457652"/>
                  </a:cubicBezTo>
                  <a:cubicBezTo>
                    <a:pt x="233115" y="455007"/>
                    <a:pt x="253568" y="434574"/>
                    <a:pt x="256222" y="408731"/>
                  </a:cubicBezTo>
                  <a:cubicBezTo>
                    <a:pt x="256426" y="406879"/>
                    <a:pt x="256534" y="405014"/>
                    <a:pt x="256540" y="403150"/>
                  </a:cubicBezTo>
                  <a:cubicBezTo>
                    <a:pt x="256540" y="372988"/>
                    <a:pt x="232131" y="348496"/>
                    <a:pt x="201930" y="348357"/>
                  </a:cubicBezTo>
                  <a:close/>
                  <a:moveTo>
                    <a:pt x="19050" y="165585"/>
                  </a:moveTo>
                  <a:cubicBezTo>
                    <a:pt x="12548" y="165591"/>
                    <a:pt x="6098" y="166752"/>
                    <a:pt x="0" y="169010"/>
                  </a:cubicBezTo>
                  <a:cubicBezTo>
                    <a:pt x="15791" y="201226"/>
                    <a:pt x="31350" y="234077"/>
                    <a:pt x="46672" y="267562"/>
                  </a:cubicBezTo>
                  <a:cubicBezTo>
                    <a:pt x="72803" y="252303"/>
                    <a:pt x="81597" y="218787"/>
                    <a:pt x="66319" y="192690"/>
                  </a:cubicBezTo>
                  <a:cubicBezTo>
                    <a:pt x="56496" y="175916"/>
                    <a:pt x="38506" y="165598"/>
                    <a:pt x="19050" y="165585"/>
                  </a:cubicBezTo>
                  <a:close/>
                  <a:moveTo>
                    <a:pt x="162179" y="0"/>
                  </a:moveTo>
                  <a:cubicBezTo>
                    <a:pt x="141294" y="21924"/>
                    <a:pt x="142164" y="56607"/>
                    <a:pt x="164116" y="77465"/>
                  </a:cubicBezTo>
                  <a:cubicBezTo>
                    <a:pt x="186068" y="98324"/>
                    <a:pt x="220796" y="97455"/>
                    <a:pt x="241681" y="75531"/>
                  </a:cubicBezTo>
                  <a:cubicBezTo>
                    <a:pt x="261830" y="54375"/>
                    <a:pt x="261830" y="21156"/>
                    <a:pt x="241681" y="0"/>
                  </a:cubicBezTo>
                  <a:close/>
                  <a:moveTo>
                    <a:pt x="567690" y="1078808"/>
                  </a:moveTo>
                  <a:cubicBezTo>
                    <a:pt x="537388" y="1078808"/>
                    <a:pt x="512826" y="1103339"/>
                    <a:pt x="512826" y="1133602"/>
                  </a:cubicBezTo>
                  <a:cubicBezTo>
                    <a:pt x="512731" y="1135460"/>
                    <a:pt x="512731" y="1137324"/>
                    <a:pt x="512826" y="1139182"/>
                  </a:cubicBezTo>
                  <a:cubicBezTo>
                    <a:pt x="515912" y="1169287"/>
                    <a:pt x="542855" y="1191192"/>
                    <a:pt x="572999" y="1188103"/>
                  </a:cubicBezTo>
                  <a:cubicBezTo>
                    <a:pt x="598875" y="1185459"/>
                    <a:pt x="619328" y="1165026"/>
                    <a:pt x="621983" y="1139182"/>
                  </a:cubicBezTo>
                  <a:cubicBezTo>
                    <a:pt x="622186" y="1137331"/>
                    <a:pt x="622294" y="1135466"/>
                    <a:pt x="622300" y="1133602"/>
                  </a:cubicBezTo>
                  <a:cubicBezTo>
                    <a:pt x="622300" y="1103440"/>
                    <a:pt x="597891" y="1078948"/>
                    <a:pt x="567690" y="1078808"/>
                  </a:cubicBezTo>
                  <a:close/>
                  <a:moveTo>
                    <a:pt x="384810" y="165585"/>
                  </a:moveTo>
                  <a:cubicBezTo>
                    <a:pt x="354508" y="165585"/>
                    <a:pt x="329946" y="190115"/>
                    <a:pt x="329946" y="220379"/>
                  </a:cubicBezTo>
                  <a:cubicBezTo>
                    <a:pt x="329946" y="250642"/>
                    <a:pt x="354508" y="275172"/>
                    <a:pt x="384810" y="275172"/>
                  </a:cubicBezTo>
                  <a:cubicBezTo>
                    <a:pt x="415112" y="275172"/>
                    <a:pt x="439674" y="250642"/>
                    <a:pt x="439674" y="220379"/>
                  </a:cubicBezTo>
                  <a:cubicBezTo>
                    <a:pt x="439674" y="220359"/>
                    <a:pt x="439674" y="220334"/>
                    <a:pt x="439674" y="220315"/>
                  </a:cubicBezTo>
                  <a:cubicBezTo>
                    <a:pt x="439674" y="190090"/>
                    <a:pt x="415138" y="165585"/>
                    <a:pt x="384874" y="165585"/>
                  </a:cubicBezTo>
                  <a:cubicBezTo>
                    <a:pt x="384854" y="165585"/>
                    <a:pt x="384829" y="165585"/>
                    <a:pt x="384810" y="165585"/>
                  </a:cubicBezTo>
                  <a:close/>
                  <a:moveTo>
                    <a:pt x="933450" y="713519"/>
                  </a:moveTo>
                  <a:cubicBezTo>
                    <a:pt x="931590" y="713424"/>
                    <a:pt x="929723" y="713424"/>
                    <a:pt x="927862" y="713519"/>
                  </a:cubicBezTo>
                  <a:cubicBezTo>
                    <a:pt x="897700" y="716772"/>
                    <a:pt x="875894" y="743827"/>
                    <a:pt x="879151" y="773950"/>
                  </a:cubicBezTo>
                  <a:cubicBezTo>
                    <a:pt x="881920" y="799584"/>
                    <a:pt x="902195" y="819827"/>
                    <a:pt x="927862" y="822599"/>
                  </a:cubicBezTo>
                  <a:cubicBezTo>
                    <a:pt x="929704" y="822599"/>
                    <a:pt x="931545" y="822599"/>
                    <a:pt x="933450" y="822599"/>
                  </a:cubicBezTo>
                  <a:cubicBezTo>
                    <a:pt x="963752" y="822599"/>
                    <a:pt x="988314" y="798068"/>
                    <a:pt x="988314" y="767805"/>
                  </a:cubicBezTo>
                  <a:cubicBezTo>
                    <a:pt x="988314" y="737542"/>
                    <a:pt x="963752" y="713012"/>
                    <a:pt x="933450" y="713012"/>
                  </a:cubicBezTo>
                  <a:close/>
                  <a:moveTo>
                    <a:pt x="384810" y="530874"/>
                  </a:moveTo>
                  <a:cubicBezTo>
                    <a:pt x="354508" y="530874"/>
                    <a:pt x="329946" y="555404"/>
                    <a:pt x="329946" y="585668"/>
                  </a:cubicBezTo>
                  <a:cubicBezTo>
                    <a:pt x="329946" y="615931"/>
                    <a:pt x="354508" y="640461"/>
                    <a:pt x="384810" y="640461"/>
                  </a:cubicBezTo>
                  <a:cubicBezTo>
                    <a:pt x="415112" y="640461"/>
                    <a:pt x="439674" y="615931"/>
                    <a:pt x="439674" y="585668"/>
                  </a:cubicBezTo>
                  <a:cubicBezTo>
                    <a:pt x="439604" y="555455"/>
                    <a:pt x="415061" y="531001"/>
                    <a:pt x="384810" y="531001"/>
                  </a:cubicBezTo>
                  <a:close/>
                  <a:moveTo>
                    <a:pt x="1847850" y="165585"/>
                  </a:moveTo>
                  <a:cubicBezTo>
                    <a:pt x="1817586" y="165420"/>
                    <a:pt x="1792916" y="189786"/>
                    <a:pt x="1792745" y="220011"/>
                  </a:cubicBezTo>
                  <a:cubicBezTo>
                    <a:pt x="1792662" y="235485"/>
                    <a:pt x="1799139" y="250274"/>
                    <a:pt x="1810576" y="260712"/>
                  </a:cubicBezTo>
                  <a:cubicBezTo>
                    <a:pt x="1823911" y="229048"/>
                    <a:pt x="1837138" y="197440"/>
                    <a:pt x="1850263" y="165902"/>
                  </a:cubicBezTo>
                  <a:close/>
                  <a:moveTo>
                    <a:pt x="1427226" y="951084"/>
                  </a:moveTo>
                  <a:cubicBezTo>
                    <a:pt x="1427232" y="966767"/>
                    <a:pt x="1433982" y="981690"/>
                    <a:pt x="1445768" y="992052"/>
                  </a:cubicBezTo>
                  <a:cubicBezTo>
                    <a:pt x="1464818" y="962563"/>
                    <a:pt x="1483868" y="931868"/>
                    <a:pt x="1502346" y="900222"/>
                  </a:cubicBezTo>
                  <a:cubicBezTo>
                    <a:pt x="1474292" y="888978"/>
                    <a:pt x="1442422" y="902582"/>
                    <a:pt x="1431163" y="930600"/>
                  </a:cubicBezTo>
                  <a:cubicBezTo>
                    <a:pt x="1428560" y="937075"/>
                    <a:pt x="1427226" y="943981"/>
                    <a:pt x="1427226" y="950957"/>
                  </a:cubicBezTo>
                  <a:close/>
                  <a:moveTo>
                    <a:pt x="1482090" y="531001"/>
                  </a:moveTo>
                  <a:cubicBezTo>
                    <a:pt x="1451788" y="531001"/>
                    <a:pt x="1427226" y="555531"/>
                    <a:pt x="1427226" y="585795"/>
                  </a:cubicBezTo>
                  <a:cubicBezTo>
                    <a:pt x="1427226" y="616058"/>
                    <a:pt x="1451788" y="640588"/>
                    <a:pt x="1482090" y="640588"/>
                  </a:cubicBezTo>
                  <a:cubicBezTo>
                    <a:pt x="1512392" y="640588"/>
                    <a:pt x="1536954" y="616058"/>
                    <a:pt x="1536954" y="585795"/>
                  </a:cubicBezTo>
                  <a:cubicBezTo>
                    <a:pt x="1536954" y="555531"/>
                    <a:pt x="1512392" y="531001"/>
                    <a:pt x="1482090" y="531001"/>
                  </a:cubicBezTo>
                  <a:close/>
                  <a:moveTo>
                    <a:pt x="1259459" y="127"/>
                  </a:moveTo>
                  <a:cubicBezTo>
                    <a:pt x="1238574" y="22050"/>
                    <a:pt x="1239444" y="56734"/>
                    <a:pt x="1261396" y="77592"/>
                  </a:cubicBezTo>
                  <a:cubicBezTo>
                    <a:pt x="1283348" y="98450"/>
                    <a:pt x="1318076" y="97582"/>
                    <a:pt x="1338961" y="75658"/>
                  </a:cubicBezTo>
                  <a:cubicBezTo>
                    <a:pt x="1359110" y="54502"/>
                    <a:pt x="1359110" y="21283"/>
                    <a:pt x="1338961" y="127"/>
                  </a:cubicBezTo>
                  <a:close/>
                  <a:moveTo>
                    <a:pt x="1482090" y="165585"/>
                  </a:moveTo>
                  <a:cubicBezTo>
                    <a:pt x="1451788" y="165585"/>
                    <a:pt x="1427226" y="190115"/>
                    <a:pt x="1427226" y="220379"/>
                  </a:cubicBezTo>
                  <a:cubicBezTo>
                    <a:pt x="1427226" y="250642"/>
                    <a:pt x="1451788" y="275172"/>
                    <a:pt x="1482090" y="275172"/>
                  </a:cubicBezTo>
                  <a:cubicBezTo>
                    <a:pt x="1512392" y="275172"/>
                    <a:pt x="1536954" y="250642"/>
                    <a:pt x="1536954" y="220379"/>
                  </a:cubicBezTo>
                  <a:cubicBezTo>
                    <a:pt x="1536954" y="220359"/>
                    <a:pt x="1536954" y="220334"/>
                    <a:pt x="1536954" y="220315"/>
                  </a:cubicBezTo>
                  <a:cubicBezTo>
                    <a:pt x="1536922" y="190077"/>
                    <a:pt x="1512367" y="165585"/>
                    <a:pt x="1482090" y="165585"/>
                  </a:cubicBezTo>
                  <a:close/>
                  <a:moveTo>
                    <a:pt x="1625219" y="0"/>
                  </a:moveTo>
                  <a:cubicBezTo>
                    <a:pt x="1604334" y="21924"/>
                    <a:pt x="1605204" y="56607"/>
                    <a:pt x="1627156" y="77465"/>
                  </a:cubicBezTo>
                  <a:cubicBezTo>
                    <a:pt x="1649108" y="98324"/>
                    <a:pt x="1683836" y="97455"/>
                    <a:pt x="1704721" y="75531"/>
                  </a:cubicBezTo>
                  <a:cubicBezTo>
                    <a:pt x="1724870" y="54375"/>
                    <a:pt x="1724870" y="21156"/>
                    <a:pt x="1704721" y="0"/>
                  </a:cubicBezTo>
                  <a:close/>
                  <a:moveTo>
                    <a:pt x="1299210" y="348230"/>
                  </a:moveTo>
                  <a:cubicBezTo>
                    <a:pt x="1268908" y="348230"/>
                    <a:pt x="1244346" y="372760"/>
                    <a:pt x="1244346" y="403023"/>
                  </a:cubicBezTo>
                  <a:cubicBezTo>
                    <a:pt x="1244251" y="404881"/>
                    <a:pt x="1244251" y="406746"/>
                    <a:pt x="1244346" y="408604"/>
                  </a:cubicBezTo>
                  <a:cubicBezTo>
                    <a:pt x="1247604" y="438728"/>
                    <a:pt x="1274693" y="460505"/>
                    <a:pt x="1304855" y="457252"/>
                  </a:cubicBezTo>
                  <a:cubicBezTo>
                    <a:pt x="1330522" y="454487"/>
                    <a:pt x="1350791" y="434238"/>
                    <a:pt x="1353566" y="408604"/>
                  </a:cubicBezTo>
                  <a:cubicBezTo>
                    <a:pt x="1353566" y="406765"/>
                    <a:pt x="1353566" y="404926"/>
                    <a:pt x="1353566" y="403023"/>
                  </a:cubicBezTo>
                  <a:cubicBezTo>
                    <a:pt x="1353496" y="373007"/>
                    <a:pt x="1329265" y="348636"/>
                    <a:pt x="1299210" y="348357"/>
                  </a:cubicBezTo>
                  <a:close/>
                  <a:moveTo>
                    <a:pt x="1664970" y="348230"/>
                  </a:moveTo>
                  <a:cubicBezTo>
                    <a:pt x="1634668" y="348230"/>
                    <a:pt x="1610106" y="372760"/>
                    <a:pt x="1610106" y="403023"/>
                  </a:cubicBezTo>
                  <a:cubicBezTo>
                    <a:pt x="1610106" y="404926"/>
                    <a:pt x="1610106" y="406765"/>
                    <a:pt x="1610106" y="408604"/>
                  </a:cubicBezTo>
                  <a:cubicBezTo>
                    <a:pt x="1613192" y="438708"/>
                    <a:pt x="1640135" y="460613"/>
                    <a:pt x="1670279" y="457525"/>
                  </a:cubicBezTo>
                  <a:cubicBezTo>
                    <a:pt x="1696155" y="454880"/>
                    <a:pt x="1716608" y="434447"/>
                    <a:pt x="1719263" y="408604"/>
                  </a:cubicBezTo>
                  <a:cubicBezTo>
                    <a:pt x="1719466" y="406752"/>
                    <a:pt x="1719574" y="404888"/>
                    <a:pt x="1719580" y="403023"/>
                  </a:cubicBezTo>
                  <a:cubicBezTo>
                    <a:pt x="1719510" y="372912"/>
                    <a:pt x="1695120" y="348496"/>
                    <a:pt x="1664970" y="348357"/>
                  </a:cubicBezTo>
                  <a:close/>
                  <a:moveTo>
                    <a:pt x="1299210" y="713519"/>
                  </a:moveTo>
                  <a:cubicBezTo>
                    <a:pt x="1268908" y="713519"/>
                    <a:pt x="1244346" y="738049"/>
                    <a:pt x="1244346" y="768312"/>
                  </a:cubicBezTo>
                  <a:cubicBezTo>
                    <a:pt x="1244346" y="798576"/>
                    <a:pt x="1268908" y="823106"/>
                    <a:pt x="1299210" y="823106"/>
                  </a:cubicBezTo>
                  <a:cubicBezTo>
                    <a:pt x="1329512" y="823106"/>
                    <a:pt x="1354074" y="798576"/>
                    <a:pt x="1354074" y="768312"/>
                  </a:cubicBezTo>
                  <a:cubicBezTo>
                    <a:pt x="1354004" y="738100"/>
                    <a:pt x="1329462" y="713646"/>
                    <a:pt x="1299210" y="713646"/>
                  </a:cubicBezTo>
                  <a:close/>
                  <a:moveTo>
                    <a:pt x="1116330" y="1261516"/>
                  </a:moveTo>
                  <a:cubicBezTo>
                    <a:pt x="1086066" y="1261478"/>
                    <a:pt x="1061498" y="1285951"/>
                    <a:pt x="1061466" y="1316183"/>
                  </a:cubicBezTo>
                  <a:cubicBezTo>
                    <a:pt x="1061447" y="1331936"/>
                    <a:pt x="1068229" y="1346934"/>
                    <a:pt x="1080071" y="1357342"/>
                  </a:cubicBezTo>
                  <a:cubicBezTo>
                    <a:pt x="1111701" y="1342628"/>
                    <a:pt x="1141838" y="1324897"/>
                    <a:pt x="1170051" y="1304387"/>
                  </a:cubicBezTo>
                  <a:cubicBezTo>
                    <a:pt x="1164438" y="1279293"/>
                    <a:pt x="1142073" y="1261504"/>
                    <a:pt x="1116330" y="1261643"/>
                  </a:cubicBezTo>
                  <a:close/>
                  <a:moveTo>
                    <a:pt x="933450" y="348293"/>
                  </a:moveTo>
                  <a:cubicBezTo>
                    <a:pt x="931590" y="348198"/>
                    <a:pt x="929723" y="348198"/>
                    <a:pt x="927862" y="348293"/>
                  </a:cubicBezTo>
                  <a:cubicBezTo>
                    <a:pt x="899859" y="351160"/>
                    <a:pt x="878567" y="374719"/>
                    <a:pt x="878586" y="402833"/>
                  </a:cubicBezTo>
                  <a:cubicBezTo>
                    <a:pt x="878491" y="404691"/>
                    <a:pt x="878491" y="406556"/>
                    <a:pt x="878586" y="408414"/>
                  </a:cubicBezTo>
                  <a:cubicBezTo>
                    <a:pt x="881297" y="434250"/>
                    <a:pt x="901738" y="454665"/>
                    <a:pt x="927608" y="457373"/>
                  </a:cubicBezTo>
                  <a:cubicBezTo>
                    <a:pt x="929469" y="457468"/>
                    <a:pt x="931335" y="457468"/>
                    <a:pt x="933196" y="457373"/>
                  </a:cubicBezTo>
                  <a:cubicBezTo>
                    <a:pt x="961320" y="457353"/>
                    <a:pt x="984879" y="436102"/>
                    <a:pt x="987743" y="408160"/>
                  </a:cubicBezTo>
                  <a:cubicBezTo>
                    <a:pt x="987838" y="406302"/>
                    <a:pt x="987838" y="404437"/>
                    <a:pt x="987743" y="402579"/>
                  </a:cubicBezTo>
                  <a:cubicBezTo>
                    <a:pt x="987431" y="372760"/>
                    <a:pt x="963308" y="348667"/>
                    <a:pt x="933450" y="348357"/>
                  </a:cubicBezTo>
                  <a:close/>
                  <a:moveTo>
                    <a:pt x="1116330" y="896227"/>
                  </a:moveTo>
                  <a:cubicBezTo>
                    <a:pt x="1086028" y="896227"/>
                    <a:pt x="1061466" y="920757"/>
                    <a:pt x="1061466" y="951021"/>
                  </a:cubicBezTo>
                  <a:cubicBezTo>
                    <a:pt x="1061466" y="981284"/>
                    <a:pt x="1086028" y="1005814"/>
                    <a:pt x="1116330" y="1005814"/>
                  </a:cubicBezTo>
                  <a:cubicBezTo>
                    <a:pt x="1146632" y="1005814"/>
                    <a:pt x="1171194" y="981284"/>
                    <a:pt x="1171194" y="951021"/>
                  </a:cubicBezTo>
                  <a:cubicBezTo>
                    <a:pt x="1171156" y="920783"/>
                    <a:pt x="1146607" y="896291"/>
                    <a:pt x="1116330" y="896291"/>
                  </a:cubicBezTo>
                  <a:close/>
                  <a:moveTo>
                    <a:pt x="893636" y="127"/>
                  </a:moveTo>
                  <a:cubicBezTo>
                    <a:pt x="872788" y="22088"/>
                    <a:pt x="873709" y="56766"/>
                    <a:pt x="895699" y="77586"/>
                  </a:cubicBezTo>
                  <a:cubicBezTo>
                    <a:pt x="904494" y="85919"/>
                    <a:pt x="915803" y="91107"/>
                    <a:pt x="927862" y="92337"/>
                  </a:cubicBezTo>
                  <a:cubicBezTo>
                    <a:pt x="929716" y="92540"/>
                    <a:pt x="931583" y="92648"/>
                    <a:pt x="933450" y="92654"/>
                  </a:cubicBezTo>
                  <a:cubicBezTo>
                    <a:pt x="963752" y="92635"/>
                    <a:pt x="988301" y="68092"/>
                    <a:pt x="988282" y="37829"/>
                  </a:cubicBezTo>
                  <a:cubicBezTo>
                    <a:pt x="988276" y="23794"/>
                    <a:pt x="982878" y="10299"/>
                    <a:pt x="973201" y="127"/>
                  </a:cubicBezTo>
                  <a:close/>
                  <a:moveTo>
                    <a:pt x="1299210" y="1078808"/>
                  </a:moveTo>
                  <a:cubicBezTo>
                    <a:pt x="1268908" y="1078808"/>
                    <a:pt x="1244346" y="1103339"/>
                    <a:pt x="1244346" y="1133602"/>
                  </a:cubicBezTo>
                  <a:cubicBezTo>
                    <a:pt x="1244251" y="1135460"/>
                    <a:pt x="1244251" y="1137324"/>
                    <a:pt x="1244346" y="1139182"/>
                  </a:cubicBezTo>
                  <a:cubicBezTo>
                    <a:pt x="1247140" y="1166345"/>
                    <a:pt x="1269536" y="1187304"/>
                    <a:pt x="1296861" y="1188332"/>
                  </a:cubicBezTo>
                  <a:cubicBezTo>
                    <a:pt x="1315739" y="1167575"/>
                    <a:pt x="1334326" y="1145569"/>
                    <a:pt x="1352614" y="1122313"/>
                  </a:cubicBezTo>
                  <a:cubicBezTo>
                    <a:pt x="1347311" y="1097048"/>
                    <a:pt x="1325055" y="1078916"/>
                    <a:pt x="1299210" y="1078808"/>
                  </a:cubicBezTo>
                  <a:close/>
                  <a:moveTo>
                    <a:pt x="1116330" y="530874"/>
                  </a:moveTo>
                  <a:cubicBezTo>
                    <a:pt x="1086028" y="530874"/>
                    <a:pt x="1061466" y="555404"/>
                    <a:pt x="1061466" y="585668"/>
                  </a:cubicBezTo>
                  <a:cubicBezTo>
                    <a:pt x="1061466" y="615931"/>
                    <a:pt x="1086028" y="640461"/>
                    <a:pt x="1116330" y="640461"/>
                  </a:cubicBezTo>
                  <a:cubicBezTo>
                    <a:pt x="1146632" y="640461"/>
                    <a:pt x="1171194" y="615931"/>
                    <a:pt x="1171194" y="585668"/>
                  </a:cubicBezTo>
                  <a:cubicBezTo>
                    <a:pt x="1171124" y="555455"/>
                    <a:pt x="1146581" y="531001"/>
                    <a:pt x="1116330" y="531001"/>
                  </a:cubicBezTo>
                  <a:close/>
                  <a:moveTo>
                    <a:pt x="1116330" y="165585"/>
                  </a:moveTo>
                  <a:cubicBezTo>
                    <a:pt x="1086028" y="165585"/>
                    <a:pt x="1061466" y="190115"/>
                    <a:pt x="1061466" y="220379"/>
                  </a:cubicBezTo>
                  <a:cubicBezTo>
                    <a:pt x="1061466" y="250642"/>
                    <a:pt x="1086028" y="275172"/>
                    <a:pt x="1116330" y="275172"/>
                  </a:cubicBezTo>
                  <a:cubicBezTo>
                    <a:pt x="1146632" y="275172"/>
                    <a:pt x="1171194" y="250642"/>
                    <a:pt x="1171194" y="220379"/>
                  </a:cubicBezTo>
                  <a:cubicBezTo>
                    <a:pt x="1171194" y="220359"/>
                    <a:pt x="1171194" y="220334"/>
                    <a:pt x="1171194" y="220315"/>
                  </a:cubicBezTo>
                  <a:cubicBezTo>
                    <a:pt x="1171156" y="190077"/>
                    <a:pt x="1146607" y="165585"/>
                    <a:pt x="1116330" y="165585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5"/>
            <p:cNvSpPr/>
            <p:nvPr/>
          </p:nvSpPr>
          <p:spPr>
            <a:xfrm rot="10800000" flipH="1">
              <a:off x="4377375" y="1454281"/>
              <a:ext cx="389112" cy="153155"/>
            </a:xfrm>
            <a:custGeom>
              <a:avLst/>
              <a:gdLst/>
              <a:ahLst/>
              <a:cxnLst/>
              <a:rect l="l" t="t" r="r" b="b"/>
              <a:pathLst>
                <a:path w="1225550" h="380509" extrusionOk="0">
                  <a:moveTo>
                    <a:pt x="607632" y="380510"/>
                  </a:moveTo>
                  <a:cubicBezTo>
                    <a:pt x="862712" y="380510"/>
                    <a:pt x="1059435" y="217271"/>
                    <a:pt x="1225550" y="0"/>
                  </a:cubicBezTo>
                  <a:lnTo>
                    <a:pt x="0" y="0"/>
                  </a:lnTo>
                  <a:cubicBezTo>
                    <a:pt x="173101" y="220442"/>
                    <a:pt x="370078" y="380510"/>
                    <a:pt x="607632" y="38051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5"/>
            <p:cNvSpPr/>
            <p:nvPr/>
          </p:nvSpPr>
          <p:spPr>
            <a:xfrm flipH="1">
              <a:off x="774577" y="1131008"/>
              <a:ext cx="683038" cy="475637"/>
            </a:xfrm>
            <a:custGeom>
              <a:avLst/>
              <a:gdLst/>
              <a:ahLst/>
              <a:cxnLst/>
              <a:rect l="l" t="t" r="r" b="b"/>
              <a:pathLst>
                <a:path w="1821434" h="1268365" extrusionOk="0">
                  <a:moveTo>
                    <a:pt x="840804" y="0"/>
                  </a:moveTo>
                  <a:cubicBezTo>
                    <a:pt x="537718" y="0"/>
                    <a:pt x="314134" y="728422"/>
                    <a:pt x="0" y="1268366"/>
                  </a:cubicBezTo>
                  <a:lnTo>
                    <a:pt x="1821435" y="1268366"/>
                  </a:lnTo>
                  <a:cubicBezTo>
                    <a:pt x="1438784" y="781440"/>
                    <a:pt x="1172337" y="0"/>
                    <a:pt x="840804" y="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5"/>
            <p:cNvSpPr/>
            <p:nvPr/>
          </p:nvSpPr>
          <p:spPr>
            <a:xfrm>
              <a:off x="4571564" y="989079"/>
              <a:ext cx="4572000" cy="1110066"/>
            </a:xfrm>
            <a:custGeom>
              <a:avLst/>
              <a:gdLst/>
              <a:ahLst/>
              <a:cxnLst/>
              <a:rect l="l" t="t" r="r" b="b"/>
              <a:pathLst>
                <a:path w="12192000" h="2960175" extrusionOk="0">
                  <a:moveTo>
                    <a:pt x="0" y="333390"/>
                  </a:moveTo>
                  <a:cubicBezTo>
                    <a:pt x="514350" y="333390"/>
                    <a:pt x="699072" y="1437375"/>
                    <a:pt x="1490980" y="1437375"/>
                  </a:cubicBezTo>
                  <a:cubicBezTo>
                    <a:pt x="2642870" y="1437375"/>
                    <a:pt x="2642870" y="0"/>
                    <a:pt x="3794697" y="0"/>
                  </a:cubicBezTo>
                  <a:cubicBezTo>
                    <a:pt x="4946523" y="0"/>
                    <a:pt x="4946650" y="2960175"/>
                    <a:pt x="6098413" y="2960175"/>
                  </a:cubicBezTo>
                  <a:cubicBezTo>
                    <a:pt x="7250176" y="2960175"/>
                    <a:pt x="7250303" y="571082"/>
                    <a:pt x="8402130" y="571082"/>
                  </a:cubicBezTo>
                  <a:cubicBezTo>
                    <a:pt x="9553956" y="571082"/>
                    <a:pt x="9490519" y="2769920"/>
                    <a:pt x="10642600" y="2769920"/>
                  </a:cubicBezTo>
                  <a:cubicBezTo>
                    <a:pt x="11588052" y="2769920"/>
                    <a:pt x="11586337" y="903964"/>
                    <a:pt x="12192000" y="235155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5"/>
            <p:cNvSpPr/>
            <p:nvPr/>
          </p:nvSpPr>
          <p:spPr>
            <a:xfrm flipH="1">
              <a:off x="218" y="989079"/>
              <a:ext cx="4572000" cy="1110066"/>
            </a:xfrm>
            <a:custGeom>
              <a:avLst/>
              <a:gdLst/>
              <a:ahLst/>
              <a:cxnLst/>
              <a:rect l="l" t="t" r="r" b="b"/>
              <a:pathLst>
                <a:path w="12192000" h="2960175" extrusionOk="0">
                  <a:moveTo>
                    <a:pt x="0" y="333390"/>
                  </a:moveTo>
                  <a:cubicBezTo>
                    <a:pt x="514350" y="333390"/>
                    <a:pt x="699072" y="1437375"/>
                    <a:pt x="1490980" y="1437375"/>
                  </a:cubicBezTo>
                  <a:cubicBezTo>
                    <a:pt x="2642870" y="1437375"/>
                    <a:pt x="2642870" y="0"/>
                    <a:pt x="3794697" y="0"/>
                  </a:cubicBezTo>
                  <a:cubicBezTo>
                    <a:pt x="4946523" y="0"/>
                    <a:pt x="4946650" y="2960175"/>
                    <a:pt x="6098413" y="2960175"/>
                  </a:cubicBezTo>
                  <a:cubicBezTo>
                    <a:pt x="7250176" y="2960175"/>
                    <a:pt x="7250303" y="571082"/>
                    <a:pt x="8402130" y="571082"/>
                  </a:cubicBezTo>
                  <a:cubicBezTo>
                    <a:pt x="9553956" y="571082"/>
                    <a:pt x="9490519" y="2769920"/>
                    <a:pt x="10642600" y="2769920"/>
                  </a:cubicBezTo>
                  <a:cubicBezTo>
                    <a:pt x="11588052" y="2769920"/>
                    <a:pt x="11586337" y="903964"/>
                    <a:pt x="12192000" y="235155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4" name="Google Shape;244;p5"/>
          <p:cNvGrpSpPr/>
          <p:nvPr/>
        </p:nvGrpSpPr>
        <p:grpSpPr>
          <a:xfrm>
            <a:off x="138350" y="3775000"/>
            <a:ext cx="8847940" cy="1250750"/>
            <a:chOff x="138350" y="260325"/>
            <a:chExt cx="8847940" cy="1250750"/>
          </a:xfrm>
        </p:grpSpPr>
        <p:sp>
          <p:nvSpPr>
            <p:cNvPr id="245" name="Google Shape;245;p5"/>
            <p:cNvSpPr/>
            <p:nvPr/>
          </p:nvSpPr>
          <p:spPr>
            <a:xfrm>
              <a:off x="1499675" y="1250550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5"/>
            <p:cNvSpPr/>
            <p:nvPr/>
          </p:nvSpPr>
          <p:spPr>
            <a:xfrm>
              <a:off x="2661090" y="1269602"/>
              <a:ext cx="58200" cy="58200"/>
            </a:xfrm>
            <a:prstGeom prst="ellipse">
              <a:avLst/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5"/>
            <p:cNvSpPr/>
            <p:nvPr/>
          </p:nvSpPr>
          <p:spPr>
            <a:xfrm>
              <a:off x="964725" y="136487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5"/>
            <p:cNvSpPr/>
            <p:nvPr/>
          </p:nvSpPr>
          <p:spPr>
            <a:xfrm>
              <a:off x="2853765" y="1433827"/>
              <a:ext cx="58200" cy="58200"/>
            </a:xfrm>
            <a:prstGeom prst="ellipse">
              <a:avLst/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5"/>
            <p:cNvSpPr/>
            <p:nvPr/>
          </p:nvSpPr>
          <p:spPr>
            <a:xfrm>
              <a:off x="6511800" y="26032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5"/>
            <p:cNvSpPr/>
            <p:nvPr/>
          </p:nvSpPr>
          <p:spPr>
            <a:xfrm>
              <a:off x="922865" y="385427"/>
              <a:ext cx="58200" cy="58200"/>
            </a:xfrm>
            <a:prstGeom prst="ellipse">
              <a:avLst/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5"/>
            <p:cNvSpPr/>
            <p:nvPr/>
          </p:nvSpPr>
          <p:spPr>
            <a:xfrm>
              <a:off x="1669300" y="352130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5"/>
            <p:cNvSpPr/>
            <p:nvPr/>
          </p:nvSpPr>
          <p:spPr>
            <a:xfrm>
              <a:off x="138350" y="36637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5"/>
            <p:cNvSpPr/>
            <p:nvPr/>
          </p:nvSpPr>
          <p:spPr>
            <a:xfrm>
              <a:off x="5813290" y="1086177"/>
              <a:ext cx="58200" cy="58200"/>
            </a:xfrm>
            <a:prstGeom prst="ellipse">
              <a:avLst/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5"/>
            <p:cNvSpPr/>
            <p:nvPr/>
          </p:nvSpPr>
          <p:spPr>
            <a:xfrm>
              <a:off x="8192200" y="352130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5"/>
            <p:cNvSpPr/>
            <p:nvPr/>
          </p:nvSpPr>
          <p:spPr>
            <a:xfrm>
              <a:off x="3083050" y="588050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5"/>
            <p:cNvSpPr/>
            <p:nvPr/>
          </p:nvSpPr>
          <p:spPr>
            <a:xfrm>
              <a:off x="5905390" y="1269602"/>
              <a:ext cx="58200" cy="58200"/>
            </a:xfrm>
            <a:prstGeom prst="ellipse">
              <a:avLst/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5"/>
            <p:cNvSpPr/>
            <p:nvPr/>
          </p:nvSpPr>
          <p:spPr>
            <a:xfrm>
              <a:off x="3321725" y="1144805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5"/>
            <p:cNvSpPr/>
            <p:nvPr/>
          </p:nvSpPr>
          <p:spPr>
            <a:xfrm>
              <a:off x="5550600" y="1250550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5"/>
            <p:cNvSpPr/>
            <p:nvPr/>
          </p:nvSpPr>
          <p:spPr>
            <a:xfrm>
              <a:off x="7715565" y="1178102"/>
              <a:ext cx="58200" cy="58200"/>
            </a:xfrm>
            <a:prstGeom prst="ellipse">
              <a:avLst/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5"/>
            <p:cNvSpPr/>
            <p:nvPr/>
          </p:nvSpPr>
          <p:spPr>
            <a:xfrm>
              <a:off x="7255125" y="462680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5"/>
            <p:cNvSpPr/>
            <p:nvPr/>
          </p:nvSpPr>
          <p:spPr>
            <a:xfrm>
              <a:off x="8774600" y="141477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5"/>
            <p:cNvSpPr/>
            <p:nvPr/>
          </p:nvSpPr>
          <p:spPr>
            <a:xfrm>
              <a:off x="8928090" y="1269602"/>
              <a:ext cx="58200" cy="58200"/>
            </a:xfrm>
            <a:prstGeom prst="ellipse">
              <a:avLst/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5"/>
            <p:cNvSpPr/>
            <p:nvPr/>
          </p:nvSpPr>
          <p:spPr>
            <a:xfrm>
              <a:off x="7494550" y="1350630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5"/>
            <p:cNvSpPr/>
            <p:nvPr/>
          </p:nvSpPr>
          <p:spPr>
            <a:xfrm>
              <a:off x="4147815" y="607102"/>
              <a:ext cx="58200" cy="58200"/>
            </a:xfrm>
            <a:prstGeom prst="ellipse">
              <a:avLst/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5"/>
            <p:cNvSpPr/>
            <p:nvPr/>
          </p:nvSpPr>
          <p:spPr>
            <a:xfrm>
              <a:off x="4901365" y="385427"/>
              <a:ext cx="58200" cy="58200"/>
            </a:xfrm>
            <a:prstGeom prst="ellipse">
              <a:avLst/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5"/>
            <p:cNvSpPr/>
            <p:nvPr/>
          </p:nvSpPr>
          <p:spPr>
            <a:xfrm>
              <a:off x="5055300" y="47692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5"/>
            <p:cNvSpPr/>
            <p:nvPr/>
          </p:nvSpPr>
          <p:spPr>
            <a:xfrm>
              <a:off x="8316990" y="260327"/>
              <a:ext cx="58200" cy="58200"/>
            </a:xfrm>
            <a:prstGeom prst="ellipse">
              <a:avLst/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5"/>
            <p:cNvSpPr/>
            <p:nvPr/>
          </p:nvSpPr>
          <p:spPr>
            <a:xfrm>
              <a:off x="364940" y="1433827"/>
              <a:ext cx="58200" cy="58200"/>
            </a:xfrm>
            <a:prstGeom prst="ellipse">
              <a:avLst/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5"/>
            <p:cNvSpPr/>
            <p:nvPr/>
          </p:nvSpPr>
          <p:spPr>
            <a:xfrm>
              <a:off x="194015" y="1269602"/>
              <a:ext cx="58200" cy="58200"/>
            </a:xfrm>
            <a:prstGeom prst="ellipse">
              <a:avLst/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0" name="Google Shape;270;p5"/>
          <p:cNvSpPr/>
          <p:nvPr/>
        </p:nvSpPr>
        <p:spPr>
          <a:xfrm>
            <a:off x="4212739" y="916323"/>
            <a:ext cx="718522" cy="200800"/>
          </a:xfrm>
          <a:custGeom>
            <a:avLst/>
            <a:gdLst/>
            <a:ahLst/>
            <a:cxnLst/>
            <a:rect l="l" t="t" r="r" b="b"/>
            <a:pathLst>
              <a:path w="1562005" h="436521" extrusionOk="0">
                <a:moveTo>
                  <a:pt x="937260" y="436521"/>
                </a:moveTo>
                <a:cubicBezTo>
                  <a:pt x="896645" y="436521"/>
                  <a:pt x="890776" y="349597"/>
                  <a:pt x="885947" y="206493"/>
                </a:cubicBezTo>
                <a:cubicBezTo>
                  <a:pt x="883770" y="141015"/>
                  <a:pt x="879699" y="18979"/>
                  <a:pt x="861522" y="18979"/>
                </a:cubicBezTo>
                <a:cubicBezTo>
                  <a:pt x="841357" y="18979"/>
                  <a:pt x="830659" y="96889"/>
                  <a:pt x="823653" y="148417"/>
                </a:cubicBezTo>
                <a:cubicBezTo>
                  <a:pt x="812860" y="226611"/>
                  <a:pt x="803582" y="294177"/>
                  <a:pt x="766849" y="294177"/>
                </a:cubicBezTo>
                <a:cubicBezTo>
                  <a:pt x="746210" y="294177"/>
                  <a:pt x="739394" y="277001"/>
                  <a:pt x="734376" y="264475"/>
                </a:cubicBezTo>
                <a:cubicBezTo>
                  <a:pt x="729359" y="251949"/>
                  <a:pt x="726235" y="246729"/>
                  <a:pt x="719513" y="246729"/>
                </a:cubicBezTo>
                <a:cubicBezTo>
                  <a:pt x="706543" y="246729"/>
                  <a:pt x="701336" y="266752"/>
                  <a:pt x="694993" y="297214"/>
                </a:cubicBezTo>
                <a:cubicBezTo>
                  <a:pt x="687419" y="333939"/>
                  <a:pt x="677951" y="379584"/>
                  <a:pt x="634307" y="379584"/>
                </a:cubicBezTo>
                <a:cubicBezTo>
                  <a:pt x="597480" y="379584"/>
                  <a:pt x="590095" y="315624"/>
                  <a:pt x="582332" y="247773"/>
                </a:cubicBezTo>
                <a:cubicBezTo>
                  <a:pt x="576746" y="199281"/>
                  <a:pt x="569078" y="132854"/>
                  <a:pt x="549102" y="132854"/>
                </a:cubicBezTo>
                <a:cubicBezTo>
                  <a:pt x="538404" y="132854"/>
                  <a:pt x="527895" y="170813"/>
                  <a:pt x="520700" y="195486"/>
                </a:cubicBezTo>
                <a:cubicBezTo>
                  <a:pt x="508393" y="239328"/>
                  <a:pt x="495801" y="284688"/>
                  <a:pt x="463896" y="284688"/>
                </a:cubicBezTo>
                <a:cubicBezTo>
                  <a:pt x="443447" y="284688"/>
                  <a:pt x="433696" y="256219"/>
                  <a:pt x="422335" y="222341"/>
                </a:cubicBezTo>
                <a:cubicBezTo>
                  <a:pt x="415235" y="201274"/>
                  <a:pt x="403401" y="166068"/>
                  <a:pt x="392892" y="166068"/>
                </a:cubicBezTo>
                <a:cubicBezTo>
                  <a:pt x="382383" y="166068"/>
                  <a:pt x="376608" y="180492"/>
                  <a:pt x="369129" y="195770"/>
                </a:cubicBezTo>
                <a:cubicBezTo>
                  <a:pt x="357958" y="218450"/>
                  <a:pt x="344041" y="246729"/>
                  <a:pt x="312325" y="246729"/>
                </a:cubicBezTo>
                <a:lnTo>
                  <a:pt x="0" y="246729"/>
                </a:lnTo>
                <a:lnTo>
                  <a:pt x="0" y="227750"/>
                </a:lnTo>
                <a:lnTo>
                  <a:pt x="312420" y="227750"/>
                </a:lnTo>
                <a:cubicBezTo>
                  <a:pt x="331355" y="227750"/>
                  <a:pt x="340159" y="211713"/>
                  <a:pt x="352183" y="187325"/>
                </a:cubicBezTo>
                <a:cubicBezTo>
                  <a:pt x="361650" y="167586"/>
                  <a:pt x="371874" y="147089"/>
                  <a:pt x="392892" y="147089"/>
                </a:cubicBezTo>
                <a:cubicBezTo>
                  <a:pt x="416844" y="147089"/>
                  <a:pt x="428299" y="180682"/>
                  <a:pt x="440228" y="216268"/>
                </a:cubicBezTo>
                <a:cubicBezTo>
                  <a:pt x="445625" y="232305"/>
                  <a:pt x="456891" y="265709"/>
                  <a:pt x="463802" y="265709"/>
                </a:cubicBezTo>
                <a:cubicBezTo>
                  <a:pt x="481600" y="265709"/>
                  <a:pt x="493245" y="223954"/>
                  <a:pt x="502618" y="190361"/>
                </a:cubicBezTo>
                <a:cubicBezTo>
                  <a:pt x="514073" y="149366"/>
                  <a:pt x="523919" y="113875"/>
                  <a:pt x="549007" y="113875"/>
                </a:cubicBezTo>
                <a:cubicBezTo>
                  <a:pt x="585835" y="113875"/>
                  <a:pt x="593219" y="177835"/>
                  <a:pt x="600982" y="245686"/>
                </a:cubicBezTo>
                <a:cubicBezTo>
                  <a:pt x="606568" y="294177"/>
                  <a:pt x="614237" y="360604"/>
                  <a:pt x="634213" y="360604"/>
                </a:cubicBezTo>
                <a:cubicBezTo>
                  <a:pt x="660437" y="360604"/>
                  <a:pt x="667916" y="334034"/>
                  <a:pt x="676437" y="293418"/>
                </a:cubicBezTo>
                <a:cubicBezTo>
                  <a:pt x="683064" y="261154"/>
                  <a:pt x="690070" y="227750"/>
                  <a:pt x="719418" y="227750"/>
                </a:cubicBezTo>
                <a:cubicBezTo>
                  <a:pt x="740057" y="227750"/>
                  <a:pt x="746873" y="244926"/>
                  <a:pt x="751891" y="257453"/>
                </a:cubicBezTo>
                <a:cubicBezTo>
                  <a:pt x="756908" y="269979"/>
                  <a:pt x="760033" y="275198"/>
                  <a:pt x="766754" y="275198"/>
                </a:cubicBezTo>
                <a:cubicBezTo>
                  <a:pt x="786920" y="275198"/>
                  <a:pt x="797618" y="197289"/>
                  <a:pt x="804624" y="145760"/>
                </a:cubicBezTo>
                <a:cubicBezTo>
                  <a:pt x="815416" y="67566"/>
                  <a:pt x="824694" y="0"/>
                  <a:pt x="861427" y="0"/>
                </a:cubicBezTo>
                <a:cubicBezTo>
                  <a:pt x="896172" y="0"/>
                  <a:pt x="900432" y="74398"/>
                  <a:pt x="904787" y="205924"/>
                </a:cubicBezTo>
                <a:cubicBezTo>
                  <a:pt x="907438" y="285067"/>
                  <a:pt x="911888" y="417542"/>
                  <a:pt x="937165" y="417542"/>
                </a:cubicBezTo>
                <a:cubicBezTo>
                  <a:pt x="966419" y="417542"/>
                  <a:pt x="977212" y="315814"/>
                  <a:pt x="984502" y="248437"/>
                </a:cubicBezTo>
                <a:cubicBezTo>
                  <a:pt x="993401" y="163980"/>
                  <a:pt x="998797" y="123365"/>
                  <a:pt x="1022371" y="123365"/>
                </a:cubicBezTo>
                <a:cubicBezTo>
                  <a:pt x="1050773" y="123365"/>
                  <a:pt x="1061944" y="158856"/>
                  <a:pt x="1073494" y="196435"/>
                </a:cubicBezTo>
                <a:cubicBezTo>
                  <a:pt x="1085044" y="234013"/>
                  <a:pt x="1097636" y="275198"/>
                  <a:pt x="1126511" y="275198"/>
                </a:cubicBezTo>
                <a:cubicBezTo>
                  <a:pt x="1139481" y="275198"/>
                  <a:pt x="1146108" y="268460"/>
                  <a:pt x="1156711" y="256219"/>
                </a:cubicBezTo>
                <a:cubicBezTo>
                  <a:pt x="1167315" y="243977"/>
                  <a:pt x="1182462" y="227750"/>
                  <a:pt x="1211716" y="227750"/>
                </a:cubicBezTo>
                <a:lnTo>
                  <a:pt x="1562005" y="227750"/>
                </a:lnTo>
                <a:lnTo>
                  <a:pt x="1562005" y="246729"/>
                </a:lnTo>
                <a:lnTo>
                  <a:pt x="1211811" y="246729"/>
                </a:lnTo>
                <a:cubicBezTo>
                  <a:pt x="1191078" y="246729"/>
                  <a:pt x="1181705" y="257168"/>
                  <a:pt x="1170912" y="269315"/>
                </a:cubicBezTo>
                <a:cubicBezTo>
                  <a:pt x="1160120" y="281461"/>
                  <a:pt x="1148759" y="294177"/>
                  <a:pt x="1126606" y="294177"/>
                </a:cubicBezTo>
                <a:cubicBezTo>
                  <a:pt x="1083719" y="294177"/>
                  <a:pt x="1068666" y="245211"/>
                  <a:pt x="1055412" y="202033"/>
                </a:cubicBezTo>
                <a:cubicBezTo>
                  <a:pt x="1046607" y="173565"/>
                  <a:pt x="1037424" y="143198"/>
                  <a:pt x="1023128" y="142344"/>
                </a:cubicBezTo>
                <a:cubicBezTo>
                  <a:pt x="1013661" y="149746"/>
                  <a:pt x="1007697" y="207822"/>
                  <a:pt x="1003247" y="250430"/>
                </a:cubicBezTo>
                <a:cubicBezTo>
                  <a:pt x="993496" y="341910"/>
                  <a:pt x="983555" y="436521"/>
                  <a:pt x="937260" y="436521"/>
                </a:cubicBezTo>
                <a:close/>
              </a:path>
            </a:pathLst>
          </a:custGeom>
          <a:gradFill>
            <a:gsLst>
              <a:gs pos="0">
                <a:srgbClr val="8097FF">
                  <a:alpha val="0"/>
                </a:srgbClr>
              </a:gs>
              <a:gs pos="22000">
                <a:schemeClr val="accent1"/>
              </a:gs>
              <a:gs pos="76000">
                <a:schemeClr val="accent1"/>
              </a:gs>
              <a:gs pos="100000">
                <a:srgbClr val="8097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6"/>
          <p:cNvGrpSpPr/>
          <p:nvPr/>
        </p:nvGrpSpPr>
        <p:grpSpPr>
          <a:xfrm>
            <a:off x="218" y="3708336"/>
            <a:ext cx="9143345" cy="1231682"/>
            <a:chOff x="218" y="898161"/>
            <a:chExt cx="9143345" cy="1231682"/>
          </a:xfrm>
        </p:grpSpPr>
        <p:sp>
          <p:nvSpPr>
            <p:cNvPr id="273" name="Google Shape;273;p6"/>
            <p:cNvSpPr/>
            <p:nvPr/>
          </p:nvSpPr>
          <p:spPr>
            <a:xfrm>
              <a:off x="4571575" y="1374616"/>
              <a:ext cx="236742" cy="232824"/>
            </a:xfrm>
            <a:custGeom>
              <a:avLst/>
              <a:gdLst/>
              <a:ahLst/>
              <a:cxnLst/>
              <a:rect l="l" t="t" r="r" b="b"/>
              <a:pathLst>
                <a:path w="618934" h="620864" extrusionOk="0">
                  <a:moveTo>
                    <a:pt x="0" y="0"/>
                  </a:moveTo>
                  <a:lnTo>
                    <a:pt x="0" y="620865"/>
                  </a:lnTo>
                  <a:lnTo>
                    <a:pt x="618935" y="620865"/>
                  </a:lnTo>
                  <a:cubicBezTo>
                    <a:pt x="480632" y="309101"/>
                    <a:pt x="339535" y="1459"/>
                    <a:pt x="0" y="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6"/>
            <p:cNvSpPr/>
            <p:nvPr/>
          </p:nvSpPr>
          <p:spPr>
            <a:xfrm flipH="1">
              <a:off x="4340118" y="1374612"/>
              <a:ext cx="232100" cy="232824"/>
            </a:xfrm>
            <a:custGeom>
              <a:avLst/>
              <a:gdLst/>
              <a:ahLst/>
              <a:cxnLst/>
              <a:rect l="l" t="t" r="r" b="b"/>
              <a:pathLst>
                <a:path w="618934" h="620864" extrusionOk="0">
                  <a:moveTo>
                    <a:pt x="0" y="0"/>
                  </a:moveTo>
                  <a:lnTo>
                    <a:pt x="0" y="620865"/>
                  </a:lnTo>
                  <a:lnTo>
                    <a:pt x="618935" y="620865"/>
                  </a:lnTo>
                  <a:cubicBezTo>
                    <a:pt x="480632" y="309101"/>
                    <a:pt x="339535" y="1459"/>
                    <a:pt x="0" y="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6"/>
            <p:cNvSpPr/>
            <p:nvPr/>
          </p:nvSpPr>
          <p:spPr>
            <a:xfrm>
              <a:off x="4765540" y="1606642"/>
              <a:ext cx="753451" cy="523201"/>
            </a:xfrm>
            <a:custGeom>
              <a:avLst/>
              <a:gdLst/>
              <a:ahLst/>
              <a:cxnLst/>
              <a:rect l="l" t="t" r="r" b="b"/>
              <a:pathLst>
                <a:path w="2009203" h="1395202" extrusionOk="0">
                  <a:moveTo>
                    <a:pt x="1005142" y="1395202"/>
                  </a:moveTo>
                  <a:cubicBezTo>
                    <a:pt x="1434656" y="1395202"/>
                    <a:pt x="1742377" y="650418"/>
                    <a:pt x="2009204" y="0"/>
                  </a:cubicBezTo>
                  <a:lnTo>
                    <a:pt x="0" y="0"/>
                  </a:lnTo>
                  <a:cubicBezTo>
                    <a:pt x="310706" y="521742"/>
                    <a:pt x="470408" y="1395202"/>
                    <a:pt x="1005142" y="1395202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6"/>
            <p:cNvSpPr/>
            <p:nvPr/>
          </p:nvSpPr>
          <p:spPr>
            <a:xfrm>
              <a:off x="4803711" y="1606642"/>
              <a:ext cx="426243" cy="242789"/>
            </a:xfrm>
            <a:custGeom>
              <a:avLst/>
              <a:gdLst/>
              <a:ahLst/>
              <a:cxnLst/>
              <a:rect l="l" t="t" r="r" b="b"/>
              <a:pathLst>
                <a:path w="1136649" h="647437" extrusionOk="0">
                  <a:moveTo>
                    <a:pt x="632968" y="647437"/>
                  </a:moveTo>
                  <a:cubicBezTo>
                    <a:pt x="884492" y="647437"/>
                    <a:pt x="1023684" y="362626"/>
                    <a:pt x="1136650" y="0"/>
                  </a:cubicBezTo>
                  <a:lnTo>
                    <a:pt x="0" y="0"/>
                  </a:lnTo>
                  <a:cubicBezTo>
                    <a:pt x="142494" y="321467"/>
                    <a:pt x="282067" y="647437"/>
                    <a:pt x="632968" y="647437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6"/>
            <p:cNvSpPr/>
            <p:nvPr/>
          </p:nvSpPr>
          <p:spPr>
            <a:xfrm>
              <a:off x="5519015" y="1249917"/>
              <a:ext cx="481965" cy="356728"/>
            </a:xfrm>
            <a:custGeom>
              <a:avLst/>
              <a:gdLst/>
              <a:ahLst/>
              <a:cxnLst/>
              <a:rect l="l" t="t" r="r" b="b"/>
              <a:pathLst>
                <a:path w="1285240" h="951274" extrusionOk="0">
                  <a:moveTo>
                    <a:pt x="584200" y="0"/>
                  </a:moveTo>
                  <a:cubicBezTo>
                    <a:pt x="388938" y="0"/>
                    <a:pt x="206692" y="447289"/>
                    <a:pt x="0" y="951274"/>
                  </a:cubicBezTo>
                  <a:lnTo>
                    <a:pt x="1285240" y="951274"/>
                  </a:lnTo>
                  <a:cubicBezTo>
                    <a:pt x="1028509" y="509883"/>
                    <a:pt x="837755" y="0"/>
                    <a:pt x="584200" y="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6"/>
            <p:cNvSpPr/>
            <p:nvPr/>
          </p:nvSpPr>
          <p:spPr>
            <a:xfrm>
              <a:off x="5229955" y="1040852"/>
              <a:ext cx="686062" cy="565794"/>
            </a:xfrm>
            <a:custGeom>
              <a:avLst/>
              <a:gdLst/>
              <a:ahLst/>
              <a:cxnLst/>
              <a:rect l="l" t="t" r="r" b="b"/>
              <a:pathLst>
                <a:path w="1829498" h="1508784" extrusionOk="0">
                  <a:moveTo>
                    <a:pt x="815658" y="0"/>
                  </a:moveTo>
                  <a:cubicBezTo>
                    <a:pt x="315468" y="0"/>
                    <a:pt x="197866" y="873714"/>
                    <a:pt x="0" y="1508784"/>
                  </a:cubicBezTo>
                  <a:lnTo>
                    <a:pt x="1829498" y="1508784"/>
                  </a:lnTo>
                  <a:cubicBezTo>
                    <a:pt x="1541526" y="928000"/>
                    <a:pt x="1355789" y="0"/>
                    <a:pt x="815658" y="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6"/>
            <p:cNvSpPr/>
            <p:nvPr/>
          </p:nvSpPr>
          <p:spPr>
            <a:xfrm>
              <a:off x="5916017" y="1606642"/>
              <a:ext cx="392906" cy="171443"/>
            </a:xfrm>
            <a:custGeom>
              <a:avLst/>
              <a:gdLst/>
              <a:ahLst/>
              <a:cxnLst/>
              <a:rect l="l" t="t" r="r" b="b"/>
              <a:pathLst>
                <a:path w="1047750" h="457182" extrusionOk="0">
                  <a:moveTo>
                    <a:pt x="500190" y="457182"/>
                  </a:moveTo>
                  <a:cubicBezTo>
                    <a:pt x="745744" y="457182"/>
                    <a:pt x="914019" y="257605"/>
                    <a:pt x="1047750" y="0"/>
                  </a:cubicBezTo>
                  <a:lnTo>
                    <a:pt x="0" y="0"/>
                  </a:lnTo>
                  <a:cubicBezTo>
                    <a:pt x="131191" y="264645"/>
                    <a:pt x="283528" y="457182"/>
                    <a:pt x="500190" y="457182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6"/>
            <p:cNvSpPr/>
            <p:nvPr/>
          </p:nvSpPr>
          <p:spPr>
            <a:xfrm>
              <a:off x="7745341" y="1606642"/>
              <a:ext cx="493657" cy="242765"/>
            </a:xfrm>
            <a:custGeom>
              <a:avLst/>
              <a:gdLst/>
              <a:ahLst/>
              <a:cxnLst/>
              <a:rect l="l" t="t" r="r" b="b"/>
              <a:pathLst>
                <a:path w="1316418" h="647373" extrusionOk="0">
                  <a:moveTo>
                    <a:pt x="475298" y="345376"/>
                  </a:moveTo>
                  <a:cubicBezTo>
                    <a:pt x="465201" y="345376"/>
                    <a:pt x="457010" y="353551"/>
                    <a:pt x="457010" y="363640"/>
                  </a:cubicBezTo>
                  <a:cubicBezTo>
                    <a:pt x="457010" y="373730"/>
                    <a:pt x="465201" y="381905"/>
                    <a:pt x="475298" y="381905"/>
                  </a:cubicBezTo>
                  <a:cubicBezTo>
                    <a:pt x="485394" y="381905"/>
                    <a:pt x="493586" y="373730"/>
                    <a:pt x="493586" y="363640"/>
                  </a:cubicBezTo>
                  <a:cubicBezTo>
                    <a:pt x="493586" y="353551"/>
                    <a:pt x="485394" y="345376"/>
                    <a:pt x="475298" y="345376"/>
                  </a:cubicBezTo>
                  <a:close/>
                  <a:moveTo>
                    <a:pt x="475298" y="436698"/>
                  </a:moveTo>
                  <a:cubicBezTo>
                    <a:pt x="465201" y="436698"/>
                    <a:pt x="457010" y="444873"/>
                    <a:pt x="457010" y="454963"/>
                  </a:cubicBezTo>
                  <a:cubicBezTo>
                    <a:pt x="457010" y="465053"/>
                    <a:pt x="465201" y="473227"/>
                    <a:pt x="475298" y="473227"/>
                  </a:cubicBezTo>
                  <a:cubicBezTo>
                    <a:pt x="485394" y="473227"/>
                    <a:pt x="493586" y="465053"/>
                    <a:pt x="493586" y="454963"/>
                  </a:cubicBezTo>
                  <a:cubicBezTo>
                    <a:pt x="493586" y="444873"/>
                    <a:pt x="485394" y="436698"/>
                    <a:pt x="475298" y="436698"/>
                  </a:cubicBezTo>
                  <a:close/>
                  <a:moveTo>
                    <a:pt x="475298" y="528021"/>
                  </a:moveTo>
                  <a:cubicBezTo>
                    <a:pt x="465138" y="527983"/>
                    <a:pt x="456947" y="536164"/>
                    <a:pt x="456883" y="546285"/>
                  </a:cubicBezTo>
                  <a:cubicBezTo>
                    <a:pt x="456819" y="556407"/>
                    <a:pt x="465011" y="564638"/>
                    <a:pt x="475171" y="564676"/>
                  </a:cubicBezTo>
                  <a:cubicBezTo>
                    <a:pt x="485331" y="564714"/>
                    <a:pt x="493523" y="556533"/>
                    <a:pt x="493586" y="546412"/>
                  </a:cubicBezTo>
                  <a:cubicBezTo>
                    <a:pt x="493586" y="546367"/>
                    <a:pt x="493586" y="546330"/>
                    <a:pt x="493586" y="546285"/>
                  </a:cubicBezTo>
                  <a:cubicBezTo>
                    <a:pt x="493586" y="536195"/>
                    <a:pt x="485394" y="528021"/>
                    <a:pt x="475298" y="528021"/>
                  </a:cubicBezTo>
                  <a:close/>
                  <a:moveTo>
                    <a:pt x="429578" y="25748"/>
                  </a:moveTo>
                  <a:cubicBezTo>
                    <a:pt x="419481" y="25748"/>
                    <a:pt x="411290" y="33922"/>
                    <a:pt x="411290" y="44012"/>
                  </a:cubicBezTo>
                  <a:cubicBezTo>
                    <a:pt x="411290" y="54102"/>
                    <a:pt x="419481" y="62277"/>
                    <a:pt x="429578" y="62277"/>
                  </a:cubicBezTo>
                  <a:cubicBezTo>
                    <a:pt x="439675" y="62277"/>
                    <a:pt x="447866" y="54102"/>
                    <a:pt x="447866" y="44012"/>
                  </a:cubicBezTo>
                  <a:cubicBezTo>
                    <a:pt x="447739" y="33998"/>
                    <a:pt x="439611" y="25938"/>
                    <a:pt x="429578" y="25938"/>
                  </a:cubicBezTo>
                  <a:close/>
                  <a:moveTo>
                    <a:pt x="475298" y="162731"/>
                  </a:moveTo>
                  <a:cubicBezTo>
                    <a:pt x="465201" y="162731"/>
                    <a:pt x="457010" y="170906"/>
                    <a:pt x="457010" y="180996"/>
                  </a:cubicBezTo>
                  <a:cubicBezTo>
                    <a:pt x="457010" y="191086"/>
                    <a:pt x="465201" y="199260"/>
                    <a:pt x="475298" y="199260"/>
                  </a:cubicBezTo>
                  <a:cubicBezTo>
                    <a:pt x="485394" y="199260"/>
                    <a:pt x="493586" y="191086"/>
                    <a:pt x="493586" y="180996"/>
                  </a:cubicBezTo>
                  <a:cubicBezTo>
                    <a:pt x="493586" y="170906"/>
                    <a:pt x="485394" y="162731"/>
                    <a:pt x="475298" y="162731"/>
                  </a:cubicBezTo>
                  <a:close/>
                  <a:moveTo>
                    <a:pt x="521018" y="573682"/>
                  </a:moveTo>
                  <a:cubicBezTo>
                    <a:pt x="510922" y="573682"/>
                    <a:pt x="502730" y="581856"/>
                    <a:pt x="502730" y="591946"/>
                  </a:cubicBezTo>
                  <a:cubicBezTo>
                    <a:pt x="502730" y="591946"/>
                    <a:pt x="502730" y="591946"/>
                    <a:pt x="502730" y="592263"/>
                  </a:cubicBezTo>
                  <a:cubicBezTo>
                    <a:pt x="512826" y="596747"/>
                    <a:pt x="523113" y="600971"/>
                    <a:pt x="533591" y="604947"/>
                  </a:cubicBezTo>
                  <a:cubicBezTo>
                    <a:pt x="541020" y="598123"/>
                    <a:pt x="541528" y="586568"/>
                    <a:pt x="534670" y="579142"/>
                  </a:cubicBezTo>
                  <a:cubicBezTo>
                    <a:pt x="531114" y="575293"/>
                    <a:pt x="526098" y="573143"/>
                    <a:pt x="520891" y="573238"/>
                  </a:cubicBezTo>
                  <a:close/>
                  <a:moveTo>
                    <a:pt x="475298" y="254054"/>
                  </a:moveTo>
                  <a:cubicBezTo>
                    <a:pt x="465201" y="254054"/>
                    <a:pt x="457010" y="262228"/>
                    <a:pt x="457010" y="272318"/>
                  </a:cubicBezTo>
                  <a:cubicBezTo>
                    <a:pt x="457010" y="282408"/>
                    <a:pt x="465201" y="290583"/>
                    <a:pt x="475298" y="290583"/>
                  </a:cubicBezTo>
                  <a:cubicBezTo>
                    <a:pt x="485394" y="290583"/>
                    <a:pt x="493586" y="282408"/>
                    <a:pt x="493586" y="272318"/>
                  </a:cubicBezTo>
                  <a:cubicBezTo>
                    <a:pt x="493459" y="262304"/>
                    <a:pt x="485331" y="254244"/>
                    <a:pt x="475298" y="254244"/>
                  </a:cubicBezTo>
                  <a:close/>
                  <a:moveTo>
                    <a:pt x="475298" y="71409"/>
                  </a:moveTo>
                  <a:cubicBezTo>
                    <a:pt x="465201" y="71409"/>
                    <a:pt x="457010" y="79584"/>
                    <a:pt x="457010" y="89673"/>
                  </a:cubicBezTo>
                  <a:cubicBezTo>
                    <a:pt x="457010" y="99763"/>
                    <a:pt x="465201" y="107938"/>
                    <a:pt x="475298" y="107938"/>
                  </a:cubicBezTo>
                  <a:cubicBezTo>
                    <a:pt x="485394" y="107938"/>
                    <a:pt x="493586" y="99763"/>
                    <a:pt x="493586" y="89673"/>
                  </a:cubicBezTo>
                  <a:cubicBezTo>
                    <a:pt x="493586" y="79584"/>
                    <a:pt x="485394" y="71409"/>
                    <a:pt x="475298" y="71409"/>
                  </a:cubicBezTo>
                  <a:close/>
                  <a:moveTo>
                    <a:pt x="521018" y="482359"/>
                  </a:moveTo>
                  <a:cubicBezTo>
                    <a:pt x="510922" y="482359"/>
                    <a:pt x="502730" y="490534"/>
                    <a:pt x="502730" y="500624"/>
                  </a:cubicBezTo>
                  <a:cubicBezTo>
                    <a:pt x="502730" y="510714"/>
                    <a:pt x="510922" y="518888"/>
                    <a:pt x="521018" y="518888"/>
                  </a:cubicBezTo>
                  <a:cubicBezTo>
                    <a:pt x="531114" y="518888"/>
                    <a:pt x="539306" y="510714"/>
                    <a:pt x="539306" y="500624"/>
                  </a:cubicBezTo>
                  <a:cubicBezTo>
                    <a:pt x="539179" y="490610"/>
                    <a:pt x="531051" y="482550"/>
                    <a:pt x="521018" y="482550"/>
                  </a:cubicBezTo>
                  <a:close/>
                  <a:moveTo>
                    <a:pt x="383858" y="162731"/>
                  </a:moveTo>
                  <a:cubicBezTo>
                    <a:pt x="373762" y="162731"/>
                    <a:pt x="365570" y="170906"/>
                    <a:pt x="365570" y="180996"/>
                  </a:cubicBezTo>
                  <a:cubicBezTo>
                    <a:pt x="365570" y="191086"/>
                    <a:pt x="373762" y="199260"/>
                    <a:pt x="383858" y="199260"/>
                  </a:cubicBezTo>
                  <a:cubicBezTo>
                    <a:pt x="393954" y="199260"/>
                    <a:pt x="402146" y="191086"/>
                    <a:pt x="402146" y="180996"/>
                  </a:cubicBezTo>
                  <a:cubicBezTo>
                    <a:pt x="402146" y="170906"/>
                    <a:pt x="393954" y="162731"/>
                    <a:pt x="383858" y="162731"/>
                  </a:cubicBezTo>
                  <a:close/>
                  <a:moveTo>
                    <a:pt x="383858" y="254054"/>
                  </a:moveTo>
                  <a:cubicBezTo>
                    <a:pt x="373762" y="254054"/>
                    <a:pt x="365570" y="262228"/>
                    <a:pt x="365570" y="272318"/>
                  </a:cubicBezTo>
                  <a:cubicBezTo>
                    <a:pt x="365570" y="282408"/>
                    <a:pt x="373762" y="290583"/>
                    <a:pt x="383858" y="290583"/>
                  </a:cubicBezTo>
                  <a:cubicBezTo>
                    <a:pt x="393954" y="290583"/>
                    <a:pt x="402146" y="282408"/>
                    <a:pt x="402146" y="272318"/>
                  </a:cubicBezTo>
                  <a:cubicBezTo>
                    <a:pt x="402019" y="262304"/>
                    <a:pt x="393891" y="254244"/>
                    <a:pt x="383858" y="254244"/>
                  </a:cubicBezTo>
                  <a:close/>
                  <a:moveTo>
                    <a:pt x="383858" y="71409"/>
                  </a:moveTo>
                  <a:cubicBezTo>
                    <a:pt x="373762" y="71409"/>
                    <a:pt x="365570" y="79584"/>
                    <a:pt x="365570" y="89673"/>
                  </a:cubicBezTo>
                  <a:cubicBezTo>
                    <a:pt x="365570" y="99763"/>
                    <a:pt x="373762" y="107938"/>
                    <a:pt x="383858" y="107938"/>
                  </a:cubicBezTo>
                  <a:cubicBezTo>
                    <a:pt x="393954" y="107938"/>
                    <a:pt x="402146" y="99763"/>
                    <a:pt x="402146" y="89673"/>
                  </a:cubicBezTo>
                  <a:cubicBezTo>
                    <a:pt x="402146" y="79584"/>
                    <a:pt x="393954" y="71409"/>
                    <a:pt x="383858" y="71409"/>
                  </a:cubicBezTo>
                  <a:close/>
                  <a:moveTo>
                    <a:pt x="383858" y="345376"/>
                  </a:moveTo>
                  <a:cubicBezTo>
                    <a:pt x="373762" y="345376"/>
                    <a:pt x="365570" y="353551"/>
                    <a:pt x="365570" y="363640"/>
                  </a:cubicBezTo>
                  <a:cubicBezTo>
                    <a:pt x="365570" y="373730"/>
                    <a:pt x="373762" y="381905"/>
                    <a:pt x="383858" y="381905"/>
                  </a:cubicBezTo>
                  <a:cubicBezTo>
                    <a:pt x="393954" y="381905"/>
                    <a:pt x="402146" y="373730"/>
                    <a:pt x="402146" y="363640"/>
                  </a:cubicBezTo>
                  <a:cubicBezTo>
                    <a:pt x="402146" y="353551"/>
                    <a:pt x="393954" y="345376"/>
                    <a:pt x="383858" y="345376"/>
                  </a:cubicBezTo>
                  <a:close/>
                  <a:moveTo>
                    <a:pt x="429578" y="208392"/>
                  </a:moveTo>
                  <a:cubicBezTo>
                    <a:pt x="419481" y="208392"/>
                    <a:pt x="411290" y="216567"/>
                    <a:pt x="411290" y="226657"/>
                  </a:cubicBezTo>
                  <a:cubicBezTo>
                    <a:pt x="411290" y="236747"/>
                    <a:pt x="419481" y="244921"/>
                    <a:pt x="429578" y="244921"/>
                  </a:cubicBezTo>
                  <a:cubicBezTo>
                    <a:pt x="439675" y="244921"/>
                    <a:pt x="447866" y="236747"/>
                    <a:pt x="447866" y="226657"/>
                  </a:cubicBezTo>
                  <a:cubicBezTo>
                    <a:pt x="447866" y="216567"/>
                    <a:pt x="439675" y="208392"/>
                    <a:pt x="429578" y="208392"/>
                  </a:cubicBezTo>
                  <a:close/>
                  <a:moveTo>
                    <a:pt x="429578" y="117070"/>
                  </a:moveTo>
                  <a:cubicBezTo>
                    <a:pt x="419481" y="117070"/>
                    <a:pt x="411290" y="125245"/>
                    <a:pt x="411290" y="135335"/>
                  </a:cubicBezTo>
                  <a:cubicBezTo>
                    <a:pt x="411290" y="145424"/>
                    <a:pt x="419481" y="153599"/>
                    <a:pt x="429578" y="153599"/>
                  </a:cubicBezTo>
                  <a:cubicBezTo>
                    <a:pt x="439675" y="153599"/>
                    <a:pt x="447866" y="145424"/>
                    <a:pt x="447866" y="135335"/>
                  </a:cubicBezTo>
                  <a:cubicBezTo>
                    <a:pt x="447866" y="125245"/>
                    <a:pt x="439675" y="117070"/>
                    <a:pt x="429578" y="117070"/>
                  </a:cubicBezTo>
                  <a:close/>
                  <a:moveTo>
                    <a:pt x="429578" y="299715"/>
                  </a:moveTo>
                  <a:cubicBezTo>
                    <a:pt x="419481" y="299715"/>
                    <a:pt x="411290" y="307890"/>
                    <a:pt x="411290" y="317979"/>
                  </a:cubicBezTo>
                  <a:cubicBezTo>
                    <a:pt x="411290" y="328069"/>
                    <a:pt x="419481" y="336244"/>
                    <a:pt x="429578" y="336244"/>
                  </a:cubicBezTo>
                  <a:cubicBezTo>
                    <a:pt x="439675" y="336244"/>
                    <a:pt x="447866" y="328069"/>
                    <a:pt x="447866" y="317979"/>
                  </a:cubicBezTo>
                  <a:cubicBezTo>
                    <a:pt x="447866" y="307890"/>
                    <a:pt x="439675" y="299715"/>
                    <a:pt x="429578" y="299715"/>
                  </a:cubicBezTo>
                  <a:close/>
                  <a:moveTo>
                    <a:pt x="429578" y="482359"/>
                  </a:moveTo>
                  <a:cubicBezTo>
                    <a:pt x="419481" y="482359"/>
                    <a:pt x="411290" y="490534"/>
                    <a:pt x="411290" y="500624"/>
                  </a:cubicBezTo>
                  <a:cubicBezTo>
                    <a:pt x="411290" y="510714"/>
                    <a:pt x="419481" y="518888"/>
                    <a:pt x="429578" y="518888"/>
                  </a:cubicBezTo>
                  <a:cubicBezTo>
                    <a:pt x="439675" y="518888"/>
                    <a:pt x="447866" y="510714"/>
                    <a:pt x="447866" y="500624"/>
                  </a:cubicBezTo>
                  <a:cubicBezTo>
                    <a:pt x="447739" y="490610"/>
                    <a:pt x="439611" y="482550"/>
                    <a:pt x="429578" y="482550"/>
                  </a:cubicBezTo>
                  <a:close/>
                  <a:moveTo>
                    <a:pt x="429578" y="391037"/>
                  </a:moveTo>
                  <a:cubicBezTo>
                    <a:pt x="419481" y="391037"/>
                    <a:pt x="411290" y="399212"/>
                    <a:pt x="411290" y="409302"/>
                  </a:cubicBezTo>
                  <a:cubicBezTo>
                    <a:pt x="411290" y="419391"/>
                    <a:pt x="419481" y="427566"/>
                    <a:pt x="429578" y="427566"/>
                  </a:cubicBezTo>
                  <a:cubicBezTo>
                    <a:pt x="439675" y="427566"/>
                    <a:pt x="447866" y="419391"/>
                    <a:pt x="447866" y="409302"/>
                  </a:cubicBezTo>
                  <a:cubicBezTo>
                    <a:pt x="447866" y="399212"/>
                    <a:pt x="439675" y="391037"/>
                    <a:pt x="429578" y="391037"/>
                  </a:cubicBezTo>
                  <a:close/>
                  <a:moveTo>
                    <a:pt x="566738" y="71409"/>
                  </a:moveTo>
                  <a:cubicBezTo>
                    <a:pt x="556641" y="71409"/>
                    <a:pt x="548450" y="79584"/>
                    <a:pt x="548450" y="89673"/>
                  </a:cubicBezTo>
                  <a:cubicBezTo>
                    <a:pt x="548450" y="99763"/>
                    <a:pt x="556641" y="107938"/>
                    <a:pt x="566738" y="107938"/>
                  </a:cubicBezTo>
                  <a:cubicBezTo>
                    <a:pt x="576835" y="107938"/>
                    <a:pt x="585026" y="99763"/>
                    <a:pt x="585026" y="89673"/>
                  </a:cubicBezTo>
                  <a:cubicBezTo>
                    <a:pt x="585026" y="79584"/>
                    <a:pt x="576835" y="71409"/>
                    <a:pt x="566738" y="71409"/>
                  </a:cubicBezTo>
                  <a:close/>
                  <a:moveTo>
                    <a:pt x="612458" y="391037"/>
                  </a:moveTo>
                  <a:cubicBezTo>
                    <a:pt x="602362" y="391037"/>
                    <a:pt x="594170" y="399212"/>
                    <a:pt x="594170" y="409302"/>
                  </a:cubicBezTo>
                  <a:cubicBezTo>
                    <a:pt x="594170" y="419391"/>
                    <a:pt x="602362" y="427566"/>
                    <a:pt x="612458" y="427566"/>
                  </a:cubicBezTo>
                  <a:cubicBezTo>
                    <a:pt x="622554" y="427566"/>
                    <a:pt x="630746" y="419391"/>
                    <a:pt x="630746" y="409302"/>
                  </a:cubicBezTo>
                  <a:cubicBezTo>
                    <a:pt x="630746" y="399212"/>
                    <a:pt x="622554" y="391037"/>
                    <a:pt x="612458" y="391037"/>
                  </a:cubicBezTo>
                  <a:close/>
                  <a:moveTo>
                    <a:pt x="612458" y="299715"/>
                  </a:moveTo>
                  <a:cubicBezTo>
                    <a:pt x="602362" y="299715"/>
                    <a:pt x="594170" y="307890"/>
                    <a:pt x="594170" y="317979"/>
                  </a:cubicBezTo>
                  <a:cubicBezTo>
                    <a:pt x="594170" y="328069"/>
                    <a:pt x="602362" y="336244"/>
                    <a:pt x="612458" y="336244"/>
                  </a:cubicBezTo>
                  <a:cubicBezTo>
                    <a:pt x="622554" y="336244"/>
                    <a:pt x="630746" y="328069"/>
                    <a:pt x="630746" y="317979"/>
                  </a:cubicBezTo>
                  <a:cubicBezTo>
                    <a:pt x="630746" y="307890"/>
                    <a:pt x="622554" y="299715"/>
                    <a:pt x="612458" y="299715"/>
                  </a:cubicBezTo>
                  <a:close/>
                  <a:moveTo>
                    <a:pt x="612458" y="482359"/>
                  </a:moveTo>
                  <a:cubicBezTo>
                    <a:pt x="602362" y="482359"/>
                    <a:pt x="594170" y="490534"/>
                    <a:pt x="594170" y="500624"/>
                  </a:cubicBezTo>
                  <a:cubicBezTo>
                    <a:pt x="594170" y="510714"/>
                    <a:pt x="602362" y="518888"/>
                    <a:pt x="612458" y="518888"/>
                  </a:cubicBezTo>
                  <a:cubicBezTo>
                    <a:pt x="622554" y="518888"/>
                    <a:pt x="630746" y="510714"/>
                    <a:pt x="630746" y="500624"/>
                  </a:cubicBezTo>
                  <a:cubicBezTo>
                    <a:pt x="630619" y="490610"/>
                    <a:pt x="622491" y="482550"/>
                    <a:pt x="612458" y="482550"/>
                  </a:cubicBezTo>
                  <a:close/>
                  <a:moveTo>
                    <a:pt x="521018" y="391037"/>
                  </a:moveTo>
                  <a:cubicBezTo>
                    <a:pt x="510922" y="391037"/>
                    <a:pt x="502730" y="399212"/>
                    <a:pt x="502730" y="409302"/>
                  </a:cubicBezTo>
                  <a:cubicBezTo>
                    <a:pt x="502730" y="419391"/>
                    <a:pt x="510922" y="427566"/>
                    <a:pt x="521018" y="427566"/>
                  </a:cubicBezTo>
                  <a:cubicBezTo>
                    <a:pt x="531114" y="427566"/>
                    <a:pt x="539306" y="419391"/>
                    <a:pt x="539306" y="409302"/>
                  </a:cubicBezTo>
                  <a:cubicBezTo>
                    <a:pt x="539306" y="399212"/>
                    <a:pt x="531114" y="391037"/>
                    <a:pt x="521018" y="391037"/>
                  </a:cubicBezTo>
                  <a:close/>
                  <a:moveTo>
                    <a:pt x="612458" y="25748"/>
                  </a:moveTo>
                  <a:cubicBezTo>
                    <a:pt x="602362" y="25748"/>
                    <a:pt x="594170" y="33922"/>
                    <a:pt x="594170" y="44012"/>
                  </a:cubicBezTo>
                  <a:cubicBezTo>
                    <a:pt x="594170" y="54102"/>
                    <a:pt x="602362" y="62277"/>
                    <a:pt x="612458" y="62277"/>
                  </a:cubicBezTo>
                  <a:cubicBezTo>
                    <a:pt x="622554" y="62277"/>
                    <a:pt x="630746" y="54102"/>
                    <a:pt x="630746" y="44012"/>
                  </a:cubicBezTo>
                  <a:cubicBezTo>
                    <a:pt x="630619" y="33998"/>
                    <a:pt x="622491" y="25938"/>
                    <a:pt x="612458" y="25938"/>
                  </a:cubicBezTo>
                  <a:close/>
                  <a:moveTo>
                    <a:pt x="658178" y="619343"/>
                  </a:moveTo>
                  <a:cubicBezTo>
                    <a:pt x="648970" y="619381"/>
                    <a:pt x="641224" y="626293"/>
                    <a:pt x="640144" y="635451"/>
                  </a:cubicBezTo>
                  <a:cubicBezTo>
                    <a:pt x="651891" y="637734"/>
                    <a:pt x="663829" y="639700"/>
                    <a:pt x="676085" y="641349"/>
                  </a:cubicBezTo>
                  <a:cubicBezTo>
                    <a:pt x="678180" y="631475"/>
                    <a:pt x="671830" y="621797"/>
                    <a:pt x="661925" y="619730"/>
                  </a:cubicBezTo>
                  <a:cubicBezTo>
                    <a:pt x="660718" y="619470"/>
                    <a:pt x="659448" y="619343"/>
                    <a:pt x="658178" y="619343"/>
                  </a:cubicBezTo>
                  <a:close/>
                  <a:moveTo>
                    <a:pt x="383858" y="436698"/>
                  </a:moveTo>
                  <a:cubicBezTo>
                    <a:pt x="373762" y="436698"/>
                    <a:pt x="365570" y="444873"/>
                    <a:pt x="365570" y="454963"/>
                  </a:cubicBezTo>
                  <a:cubicBezTo>
                    <a:pt x="365570" y="465053"/>
                    <a:pt x="373762" y="473227"/>
                    <a:pt x="383858" y="473227"/>
                  </a:cubicBezTo>
                  <a:cubicBezTo>
                    <a:pt x="393954" y="473227"/>
                    <a:pt x="402146" y="465053"/>
                    <a:pt x="402146" y="454963"/>
                  </a:cubicBezTo>
                  <a:cubicBezTo>
                    <a:pt x="402146" y="444873"/>
                    <a:pt x="393954" y="436698"/>
                    <a:pt x="383858" y="436698"/>
                  </a:cubicBezTo>
                  <a:close/>
                  <a:moveTo>
                    <a:pt x="612458" y="208392"/>
                  </a:moveTo>
                  <a:cubicBezTo>
                    <a:pt x="602362" y="208392"/>
                    <a:pt x="594170" y="216567"/>
                    <a:pt x="594170" y="226657"/>
                  </a:cubicBezTo>
                  <a:cubicBezTo>
                    <a:pt x="594170" y="236747"/>
                    <a:pt x="602362" y="244921"/>
                    <a:pt x="612458" y="244921"/>
                  </a:cubicBezTo>
                  <a:cubicBezTo>
                    <a:pt x="622554" y="244921"/>
                    <a:pt x="630746" y="236747"/>
                    <a:pt x="630746" y="226657"/>
                  </a:cubicBezTo>
                  <a:cubicBezTo>
                    <a:pt x="630746" y="216567"/>
                    <a:pt x="622554" y="208392"/>
                    <a:pt x="612458" y="208392"/>
                  </a:cubicBezTo>
                  <a:close/>
                  <a:moveTo>
                    <a:pt x="612458" y="117070"/>
                  </a:moveTo>
                  <a:cubicBezTo>
                    <a:pt x="602362" y="117070"/>
                    <a:pt x="594170" y="125245"/>
                    <a:pt x="594170" y="135335"/>
                  </a:cubicBezTo>
                  <a:cubicBezTo>
                    <a:pt x="594170" y="145424"/>
                    <a:pt x="602362" y="153599"/>
                    <a:pt x="612458" y="153599"/>
                  </a:cubicBezTo>
                  <a:cubicBezTo>
                    <a:pt x="622554" y="153599"/>
                    <a:pt x="630746" y="145424"/>
                    <a:pt x="630746" y="135335"/>
                  </a:cubicBezTo>
                  <a:cubicBezTo>
                    <a:pt x="630746" y="125245"/>
                    <a:pt x="622554" y="117070"/>
                    <a:pt x="612458" y="117070"/>
                  </a:cubicBezTo>
                  <a:close/>
                  <a:moveTo>
                    <a:pt x="612458" y="573682"/>
                  </a:moveTo>
                  <a:cubicBezTo>
                    <a:pt x="602362" y="573682"/>
                    <a:pt x="594170" y="581856"/>
                    <a:pt x="594170" y="591946"/>
                  </a:cubicBezTo>
                  <a:cubicBezTo>
                    <a:pt x="594170" y="602036"/>
                    <a:pt x="602362" y="610211"/>
                    <a:pt x="612458" y="610211"/>
                  </a:cubicBezTo>
                  <a:cubicBezTo>
                    <a:pt x="622554" y="610211"/>
                    <a:pt x="630746" y="602036"/>
                    <a:pt x="630746" y="591946"/>
                  </a:cubicBezTo>
                  <a:cubicBezTo>
                    <a:pt x="630746" y="581856"/>
                    <a:pt x="622554" y="573682"/>
                    <a:pt x="612458" y="573682"/>
                  </a:cubicBezTo>
                  <a:close/>
                  <a:moveTo>
                    <a:pt x="521018" y="25748"/>
                  </a:moveTo>
                  <a:cubicBezTo>
                    <a:pt x="510922" y="25748"/>
                    <a:pt x="502730" y="33922"/>
                    <a:pt x="502730" y="44012"/>
                  </a:cubicBezTo>
                  <a:cubicBezTo>
                    <a:pt x="502730" y="54102"/>
                    <a:pt x="510922" y="62277"/>
                    <a:pt x="521018" y="62277"/>
                  </a:cubicBezTo>
                  <a:cubicBezTo>
                    <a:pt x="531114" y="62277"/>
                    <a:pt x="539306" y="54102"/>
                    <a:pt x="539306" y="44012"/>
                  </a:cubicBezTo>
                  <a:cubicBezTo>
                    <a:pt x="539179" y="33998"/>
                    <a:pt x="531051" y="25938"/>
                    <a:pt x="521018" y="25938"/>
                  </a:cubicBezTo>
                  <a:close/>
                  <a:moveTo>
                    <a:pt x="521018" y="117070"/>
                  </a:moveTo>
                  <a:cubicBezTo>
                    <a:pt x="510922" y="117070"/>
                    <a:pt x="502730" y="125245"/>
                    <a:pt x="502730" y="135335"/>
                  </a:cubicBezTo>
                  <a:cubicBezTo>
                    <a:pt x="502730" y="145424"/>
                    <a:pt x="510922" y="153599"/>
                    <a:pt x="521018" y="153599"/>
                  </a:cubicBezTo>
                  <a:cubicBezTo>
                    <a:pt x="531114" y="153599"/>
                    <a:pt x="539306" y="145424"/>
                    <a:pt x="539306" y="135335"/>
                  </a:cubicBezTo>
                  <a:cubicBezTo>
                    <a:pt x="539306" y="125245"/>
                    <a:pt x="531114" y="117070"/>
                    <a:pt x="521018" y="117070"/>
                  </a:cubicBezTo>
                  <a:close/>
                  <a:moveTo>
                    <a:pt x="521018" y="208392"/>
                  </a:moveTo>
                  <a:cubicBezTo>
                    <a:pt x="510922" y="208392"/>
                    <a:pt x="502730" y="216567"/>
                    <a:pt x="502730" y="226657"/>
                  </a:cubicBezTo>
                  <a:cubicBezTo>
                    <a:pt x="502730" y="236747"/>
                    <a:pt x="510922" y="244921"/>
                    <a:pt x="521018" y="244921"/>
                  </a:cubicBezTo>
                  <a:cubicBezTo>
                    <a:pt x="531114" y="244921"/>
                    <a:pt x="539306" y="236747"/>
                    <a:pt x="539306" y="226657"/>
                  </a:cubicBezTo>
                  <a:cubicBezTo>
                    <a:pt x="539306" y="216567"/>
                    <a:pt x="531114" y="208392"/>
                    <a:pt x="521018" y="208392"/>
                  </a:cubicBezTo>
                  <a:close/>
                  <a:moveTo>
                    <a:pt x="521018" y="299715"/>
                  </a:moveTo>
                  <a:cubicBezTo>
                    <a:pt x="510922" y="299715"/>
                    <a:pt x="502730" y="307890"/>
                    <a:pt x="502730" y="317979"/>
                  </a:cubicBezTo>
                  <a:cubicBezTo>
                    <a:pt x="502730" y="328069"/>
                    <a:pt x="510922" y="336244"/>
                    <a:pt x="521018" y="336244"/>
                  </a:cubicBezTo>
                  <a:cubicBezTo>
                    <a:pt x="531114" y="336244"/>
                    <a:pt x="539306" y="328069"/>
                    <a:pt x="539306" y="317979"/>
                  </a:cubicBezTo>
                  <a:cubicBezTo>
                    <a:pt x="539306" y="307890"/>
                    <a:pt x="531114" y="299715"/>
                    <a:pt x="521018" y="299715"/>
                  </a:cubicBezTo>
                  <a:close/>
                  <a:moveTo>
                    <a:pt x="566738" y="162731"/>
                  </a:moveTo>
                  <a:cubicBezTo>
                    <a:pt x="556641" y="162731"/>
                    <a:pt x="548450" y="170906"/>
                    <a:pt x="548450" y="180996"/>
                  </a:cubicBezTo>
                  <a:cubicBezTo>
                    <a:pt x="548450" y="191086"/>
                    <a:pt x="556641" y="199260"/>
                    <a:pt x="566738" y="199260"/>
                  </a:cubicBezTo>
                  <a:cubicBezTo>
                    <a:pt x="576835" y="199260"/>
                    <a:pt x="585026" y="191086"/>
                    <a:pt x="585026" y="180996"/>
                  </a:cubicBezTo>
                  <a:cubicBezTo>
                    <a:pt x="585026" y="170906"/>
                    <a:pt x="576835" y="162731"/>
                    <a:pt x="566738" y="162731"/>
                  </a:cubicBezTo>
                  <a:close/>
                  <a:moveTo>
                    <a:pt x="566738" y="528021"/>
                  </a:moveTo>
                  <a:cubicBezTo>
                    <a:pt x="556578" y="527983"/>
                    <a:pt x="548387" y="536164"/>
                    <a:pt x="548323" y="546285"/>
                  </a:cubicBezTo>
                  <a:cubicBezTo>
                    <a:pt x="548260" y="556407"/>
                    <a:pt x="556451" y="564638"/>
                    <a:pt x="566611" y="564676"/>
                  </a:cubicBezTo>
                  <a:cubicBezTo>
                    <a:pt x="576771" y="564714"/>
                    <a:pt x="584962" y="556533"/>
                    <a:pt x="585026" y="546412"/>
                  </a:cubicBezTo>
                  <a:cubicBezTo>
                    <a:pt x="585026" y="546367"/>
                    <a:pt x="585026" y="546330"/>
                    <a:pt x="585026" y="546285"/>
                  </a:cubicBezTo>
                  <a:cubicBezTo>
                    <a:pt x="585026" y="536195"/>
                    <a:pt x="576835" y="528021"/>
                    <a:pt x="566738" y="528021"/>
                  </a:cubicBezTo>
                  <a:close/>
                  <a:moveTo>
                    <a:pt x="566738" y="254054"/>
                  </a:moveTo>
                  <a:cubicBezTo>
                    <a:pt x="556641" y="254054"/>
                    <a:pt x="548450" y="262228"/>
                    <a:pt x="548450" y="272318"/>
                  </a:cubicBezTo>
                  <a:cubicBezTo>
                    <a:pt x="548450" y="282408"/>
                    <a:pt x="556641" y="290583"/>
                    <a:pt x="566738" y="290583"/>
                  </a:cubicBezTo>
                  <a:cubicBezTo>
                    <a:pt x="576835" y="290583"/>
                    <a:pt x="585026" y="282408"/>
                    <a:pt x="585026" y="272318"/>
                  </a:cubicBezTo>
                  <a:cubicBezTo>
                    <a:pt x="584899" y="262304"/>
                    <a:pt x="576771" y="254244"/>
                    <a:pt x="566738" y="254244"/>
                  </a:cubicBezTo>
                  <a:close/>
                  <a:moveTo>
                    <a:pt x="566738" y="345376"/>
                  </a:moveTo>
                  <a:cubicBezTo>
                    <a:pt x="556641" y="345376"/>
                    <a:pt x="548450" y="353551"/>
                    <a:pt x="548450" y="363640"/>
                  </a:cubicBezTo>
                  <a:cubicBezTo>
                    <a:pt x="548450" y="373730"/>
                    <a:pt x="556641" y="381905"/>
                    <a:pt x="566738" y="381905"/>
                  </a:cubicBezTo>
                  <a:cubicBezTo>
                    <a:pt x="576835" y="381905"/>
                    <a:pt x="585026" y="373730"/>
                    <a:pt x="585026" y="363640"/>
                  </a:cubicBezTo>
                  <a:cubicBezTo>
                    <a:pt x="585026" y="353551"/>
                    <a:pt x="576835" y="345376"/>
                    <a:pt x="566738" y="345376"/>
                  </a:cubicBezTo>
                  <a:close/>
                  <a:moveTo>
                    <a:pt x="566738" y="436698"/>
                  </a:moveTo>
                  <a:cubicBezTo>
                    <a:pt x="556641" y="436698"/>
                    <a:pt x="548450" y="444873"/>
                    <a:pt x="548450" y="454963"/>
                  </a:cubicBezTo>
                  <a:cubicBezTo>
                    <a:pt x="548450" y="465053"/>
                    <a:pt x="556641" y="473227"/>
                    <a:pt x="566738" y="473227"/>
                  </a:cubicBezTo>
                  <a:cubicBezTo>
                    <a:pt x="576835" y="473227"/>
                    <a:pt x="585026" y="465053"/>
                    <a:pt x="585026" y="454963"/>
                  </a:cubicBezTo>
                  <a:cubicBezTo>
                    <a:pt x="585026" y="444873"/>
                    <a:pt x="576835" y="436698"/>
                    <a:pt x="566738" y="436698"/>
                  </a:cubicBezTo>
                  <a:close/>
                  <a:moveTo>
                    <a:pt x="338138" y="299715"/>
                  </a:moveTo>
                  <a:cubicBezTo>
                    <a:pt x="328041" y="299715"/>
                    <a:pt x="319849" y="307890"/>
                    <a:pt x="319849" y="317979"/>
                  </a:cubicBezTo>
                  <a:cubicBezTo>
                    <a:pt x="319849" y="328069"/>
                    <a:pt x="328041" y="336244"/>
                    <a:pt x="338138" y="336244"/>
                  </a:cubicBezTo>
                  <a:cubicBezTo>
                    <a:pt x="348235" y="336244"/>
                    <a:pt x="356426" y="328069"/>
                    <a:pt x="356426" y="317979"/>
                  </a:cubicBezTo>
                  <a:cubicBezTo>
                    <a:pt x="356426" y="307890"/>
                    <a:pt x="348235" y="299715"/>
                    <a:pt x="338138" y="299715"/>
                  </a:cubicBezTo>
                  <a:close/>
                  <a:moveTo>
                    <a:pt x="292418" y="16616"/>
                  </a:moveTo>
                  <a:cubicBezTo>
                    <a:pt x="301879" y="16590"/>
                    <a:pt x="309753" y="9392"/>
                    <a:pt x="310579" y="0"/>
                  </a:cubicBezTo>
                  <a:lnTo>
                    <a:pt x="274193" y="0"/>
                  </a:lnTo>
                  <a:cubicBezTo>
                    <a:pt x="275019" y="9443"/>
                    <a:pt x="282956" y="16679"/>
                    <a:pt x="292418" y="16616"/>
                  </a:cubicBezTo>
                  <a:close/>
                  <a:moveTo>
                    <a:pt x="200978" y="16616"/>
                  </a:moveTo>
                  <a:cubicBezTo>
                    <a:pt x="210439" y="16590"/>
                    <a:pt x="218313" y="9392"/>
                    <a:pt x="219139" y="0"/>
                  </a:cubicBezTo>
                  <a:lnTo>
                    <a:pt x="182880" y="0"/>
                  </a:lnTo>
                  <a:cubicBezTo>
                    <a:pt x="183642" y="9392"/>
                    <a:pt x="191516" y="16616"/>
                    <a:pt x="200978" y="16616"/>
                  </a:cubicBezTo>
                  <a:close/>
                  <a:moveTo>
                    <a:pt x="109538" y="16616"/>
                  </a:moveTo>
                  <a:cubicBezTo>
                    <a:pt x="119000" y="16590"/>
                    <a:pt x="126874" y="9392"/>
                    <a:pt x="127699" y="0"/>
                  </a:cubicBezTo>
                  <a:lnTo>
                    <a:pt x="91440" y="0"/>
                  </a:lnTo>
                  <a:cubicBezTo>
                    <a:pt x="92266" y="9380"/>
                    <a:pt x="100140" y="16584"/>
                    <a:pt x="109538" y="16616"/>
                  </a:cubicBezTo>
                  <a:close/>
                  <a:moveTo>
                    <a:pt x="383858" y="16616"/>
                  </a:moveTo>
                  <a:cubicBezTo>
                    <a:pt x="393319" y="16590"/>
                    <a:pt x="401193" y="9392"/>
                    <a:pt x="402019" y="0"/>
                  </a:cubicBezTo>
                  <a:lnTo>
                    <a:pt x="365761" y="0"/>
                  </a:lnTo>
                  <a:cubicBezTo>
                    <a:pt x="366523" y="9392"/>
                    <a:pt x="374397" y="16616"/>
                    <a:pt x="383858" y="16616"/>
                  </a:cubicBezTo>
                  <a:close/>
                  <a:moveTo>
                    <a:pt x="63818" y="25748"/>
                  </a:moveTo>
                  <a:cubicBezTo>
                    <a:pt x="53722" y="25748"/>
                    <a:pt x="45530" y="33922"/>
                    <a:pt x="45530" y="44012"/>
                  </a:cubicBezTo>
                  <a:cubicBezTo>
                    <a:pt x="45530" y="54102"/>
                    <a:pt x="53722" y="62277"/>
                    <a:pt x="63818" y="62277"/>
                  </a:cubicBezTo>
                  <a:cubicBezTo>
                    <a:pt x="73914" y="62277"/>
                    <a:pt x="82106" y="54102"/>
                    <a:pt x="82106" y="44012"/>
                  </a:cubicBezTo>
                  <a:cubicBezTo>
                    <a:pt x="81979" y="33998"/>
                    <a:pt x="73851" y="25938"/>
                    <a:pt x="63818" y="25938"/>
                  </a:cubicBezTo>
                  <a:close/>
                  <a:moveTo>
                    <a:pt x="63818" y="117070"/>
                  </a:moveTo>
                  <a:cubicBezTo>
                    <a:pt x="57341" y="117121"/>
                    <a:pt x="51436" y="120539"/>
                    <a:pt x="48133" y="126076"/>
                  </a:cubicBezTo>
                  <a:lnTo>
                    <a:pt x="65913" y="153409"/>
                  </a:lnTo>
                  <a:cubicBezTo>
                    <a:pt x="75947" y="152699"/>
                    <a:pt x="83503" y="143991"/>
                    <a:pt x="82804" y="133965"/>
                  </a:cubicBezTo>
                  <a:cubicBezTo>
                    <a:pt x="82106" y="124129"/>
                    <a:pt x="73661" y="116633"/>
                    <a:pt x="63818" y="117070"/>
                  </a:cubicBezTo>
                  <a:close/>
                  <a:moveTo>
                    <a:pt x="475298" y="16616"/>
                  </a:moveTo>
                  <a:cubicBezTo>
                    <a:pt x="484760" y="16590"/>
                    <a:pt x="492634" y="9392"/>
                    <a:pt x="493459" y="0"/>
                  </a:cubicBezTo>
                  <a:lnTo>
                    <a:pt x="457200" y="0"/>
                  </a:lnTo>
                  <a:cubicBezTo>
                    <a:pt x="457962" y="9392"/>
                    <a:pt x="465837" y="16616"/>
                    <a:pt x="475298" y="16616"/>
                  </a:cubicBezTo>
                  <a:close/>
                  <a:moveTo>
                    <a:pt x="18098" y="71409"/>
                  </a:moveTo>
                  <a:cubicBezTo>
                    <a:pt x="16511" y="71447"/>
                    <a:pt x="14923" y="71682"/>
                    <a:pt x="13399" y="72107"/>
                  </a:cubicBezTo>
                  <a:cubicBezTo>
                    <a:pt x="19749" y="81746"/>
                    <a:pt x="26099" y="91513"/>
                    <a:pt x="32449" y="101279"/>
                  </a:cubicBezTo>
                  <a:cubicBezTo>
                    <a:pt x="35179" y="98038"/>
                    <a:pt x="36703" y="93922"/>
                    <a:pt x="36703" y="89673"/>
                  </a:cubicBezTo>
                  <a:cubicBezTo>
                    <a:pt x="36703" y="79584"/>
                    <a:pt x="28512" y="71409"/>
                    <a:pt x="18415" y="71409"/>
                  </a:cubicBezTo>
                  <a:cubicBezTo>
                    <a:pt x="18288" y="71409"/>
                    <a:pt x="18224" y="71409"/>
                    <a:pt x="18098" y="71409"/>
                  </a:cubicBezTo>
                  <a:close/>
                  <a:moveTo>
                    <a:pt x="36259" y="0"/>
                  </a:moveTo>
                  <a:lnTo>
                    <a:pt x="0" y="0"/>
                  </a:lnTo>
                  <a:cubicBezTo>
                    <a:pt x="1016" y="10001"/>
                    <a:pt x="9970" y="17275"/>
                    <a:pt x="20003" y="16248"/>
                  </a:cubicBezTo>
                  <a:cubicBezTo>
                    <a:pt x="28575" y="15366"/>
                    <a:pt x="35370" y="8580"/>
                    <a:pt x="36259" y="0"/>
                  </a:cubicBezTo>
                  <a:close/>
                  <a:moveTo>
                    <a:pt x="1115378" y="16616"/>
                  </a:moveTo>
                  <a:cubicBezTo>
                    <a:pt x="1124839" y="16616"/>
                    <a:pt x="1132713" y="9392"/>
                    <a:pt x="1133475" y="0"/>
                  </a:cubicBezTo>
                  <a:lnTo>
                    <a:pt x="1097280" y="0"/>
                  </a:lnTo>
                  <a:cubicBezTo>
                    <a:pt x="1098042" y="9392"/>
                    <a:pt x="1105916" y="16616"/>
                    <a:pt x="1115378" y="16616"/>
                  </a:cubicBezTo>
                  <a:close/>
                  <a:moveTo>
                    <a:pt x="1023938" y="16616"/>
                  </a:moveTo>
                  <a:cubicBezTo>
                    <a:pt x="1033400" y="16616"/>
                    <a:pt x="1041274" y="9392"/>
                    <a:pt x="1042036" y="0"/>
                  </a:cubicBezTo>
                  <a:lnTo>
                    <a:pt x="1005840" y="0"/>
                  </a:lnTo>
                  <a:cubicBezTo>
                    <a:pt x="1006602" y="9392"/>
                    <a:pt x="1014476" y="16616"/>
                    <a:pt x="1023938" y="16616"/>
                  </a:cubicBezTo>
                  <a:close/>
                  <a:moveTo>
                    <a:pt x="932498" y="16616"/>
                  </a:moveTo>
                  <a:cubicBezTo>
                    <a:pt x="941960" y="16616"/>
                    <a:pt x="949834" y="9392"/>
                    <a:pt x="950595" y="0"/>
                  </a:cubicBezTo>
                  <a:lnTo>
                    <a:pt x="914400" y="0"/>
                  </a:lnTo>
                  <a:cubicBezTo>
                    <a:pt x="915162" y="9392"/>
                    <a:pt x="923037" y="16616"/>
                    <a:pt x="932498" y="16616"/>
                  </a:cubicBezTo>
                  <a:close/>
                  <a:moveTo>
                    <a:pt x="109538" y="162478"/>
                  </a:moveTo>
                  <a:cubicBezTo>
                    <a:pt x="99441" y="162478"/>
                    <a:pt x="91249" y="170652"/>
                    <a:pt x="91249" y="180742"/>
                  </a:cubicBezTo>
                  <a:cubicBezTo>
                    <a:pt x="91249" y="190832"/>
                    <a:pt x="99441" y="199007"/>
                    <a:pt x="109538" y="199007"/>
                  </a:cubicBezTo>
                  <a:cubicBezTo>
                    <a:pt x="119635" y="199007"/>
                    <a:pt x="127826" y="190832"/>
                    <a:pt x="127826" y="180742"/>
                  </a:cubicBezTo>
                  <a:cubicBezTo>
                    <a:pt x="127699" y="170754"/>
                    <a:pt x="119571" y="162731"/>
                    <a:pt x="109538" y="162731"/>
                  </a:cubicBezTo>
                  <a:close/>
                  <a:moveTo>
                    <a:pt x="566738" y="16616"/>
                  </a:moveTo>
                  <a:cubicBezTo>
                    <a:pt x="576200" y="16590"/>
                    <a:pt x="584074" y="9392"/>
                    <a:pt x="584899" y="0"/>
                  </a:cubicBezTo>
                  <a:lnTo>
                    <a:pt x="548640" y="0"/>
                  </a:lnTo>
                  <a:cubicBezTo>
                    <a:pt x="549402" y="9392"/>
                    <a:pt x="557276" y="16616"/>
                    <a:pt x="566738" y="16616"/>
                  </a:cubicBezTo>
                  <a:close/>
                  <a:moveTo>
                    <a:pt x="1206818" y="16616"/>
                  </a:moveTo>
                  <a:cubicBezTo>
                    <a:pt x="1216279" y="16616"/>
                    <a:pt x="1224153" y="9392"/>
                    <a:pt x="1224915" y="0"/>
                  </a:cubicBezTo>
                  <a:lnTo>
                    <a:pt x="1188593" y="0"/>
                  </a:lnTo>
                  <a:cubicBezTo>
                    <a:pt x="1189419" y="9443"/>
                    <a:pt x="1197356" y="16679"/>
                    <a:pt x="1206818" y="16616"/>
                  </a:cubicBezTo>
                  <a:close/>
                  <a:moveTo>
                    <a:pt x="841058" y="16616"/>
                  </a:moveTo>
                  <a:cubicBezTo>
                    <a:pt x="850519" y="16616"/>
                    <a:pt x="858393" y="9392"/>
                    <a:pt x="859155" y="0"/>
                  </a:cubicBezTo>
                  <a:lnTo>
                    <a:pt x="822961" y="0"/>
                  </a:lnTo>
                  <a:cubicBezTo>
                    <a:pt x="823723" y="9392"/>
                    <a:pt x="831597" y="16616"/>
                    <a:pt x="841058" y="16616"/>
                  </a:cubicBezTo>
                  <a:close/>
                  <a:moveTo>
                    <a:pt x="658178" y="16616"/>
                  </a:moveTo>
                  <a:cubicBezTo>
                    <a:pt x="667639" y="16590"/>
                    <a:pt x="675513" y="9392"/>
                    <a:pt x="676339" y="0"/>
                  </a:cubicBezTo>
                  <a:lnTo>
                    <a:pt x="640080" y="0"/>
                  </a:lnTo>
                  <a:cubicBezTo>
                    <a:pt x="640842" y="9392"/>
                    <a:pt x="648716" y="16616"/>
                    <a:pt x="658178" y="16616"/>
                  </a:cubicBezTo>
                  <a:close/>
                  <a:moveTo>
                    <a:pt x="749618" y="16616"/>
                  </a:moveTo>
                  <a:cubicBezTo>
                    <a:pt x="759079" y="16616"/>
                    <a:pt x="766953" y="9392"/>
                    <a:pt x="767715" y="0"/>
                  </a:cubicBezTo>
                  <a:lnTo>
                    <a:pt x="731393" y="0"/>
                  </a:lnTo>
                  <a:cubicBezTo>
                    <a:pt x="732219" y="9443"/>
                    <a:pt x="740156" y="16679"/>
                    <a:pt x="749618" y="16616"/>
                  </a:cubicBezTo>
                  <a:close/>
                  <a:moveTo>
                    <a:pt x="200978" y="71409"/>
                  </a:moveTo>
                  <a:cubicBezTo>
                    <a:pt x="190881" y="71409"/>
                    <a:pt x="182690" y="79584"/>
                    <a:pt x="182690" y="89673"/>
                  </a:cubicBezTo>
                  <a:cubicBezTo>
                    <a:pt x="182690" y="99763"/>
                    <a:pt x="190881" y="107938"/>
                    <a:pt x="200978" y="107938"/>
                  </a:cubicBezTo>
                  <a:cubicBezTo>
                    <a:pt x="211075" y="107938"/>
                    <a:pt x="219266" y="99763"/>
                    <a:pt x="219266" y="89673"/>
                  </a:cubicBezTo>
                  <a:cubicBezTo>
                    <a:pt x="219266" y="79584"/>
                    <a:pt x="211075" y="71409"/>
                    <a:pt x="200978" y="71409"/>
                  </a:cubicBezTo>
                  <a:close/>
                  <a:moveTo>
                    <a:pt x="292418" y="162731"/>
                  </a:moveTo>
                  <a:cubicBezTo>
                    <a:pt x="282322" y="162731"/>
                    <a:pt x="274130" y="170906"/>
                    <a:pt x="274130" y="180996"/>
                  </a:cubicBezTo>
                  <a:cubicBezTo>
                    <a:pt x="274130" y="191086"/>
                    <a:pt x="282322" y="199260"/>
                    <a:pt x="292418" y="199260"/>
                  </a:cubicBezTo>
                  <a:cubicBezTo>
                    <a:pt x="302514" y="199260"/>
                    <a:pt x="310706" y="191086"/>
                    <a:pt x="310706" y="180996"/>
                  </a:cubicBezTo>
                  <a:cubicBezTo>
                    <a:pt x="310706" y="170906"/>
                    <a:pt x="302514" y="162731"/>
                    <a:pt x="292418" y="162731"/>
                  </a:cubicBezTo>
                  <a:close/>
                  <a:moveTo>
                    <a:pt x="292418" y="71409"/>
                  </a:moveTo>
                  <a:cubicBezTo>
                    <a:pt x="282322" y="71409"/>
                    <a:pt x="274130" y="79584"/>
                    <a:pt x="274130" y="89673"/>
                  </a:cubicBezTo>
                  <a:cubicBezTo>
                    <a:pt x="274130" y="99763"/>
                    <a:pt x="282322" y="107938"/>
                    <a:pt x="292418" y="107938"/>
                  </a:cubicBezTo>
                  <a:cubicBezTo>
                    <a:pt x="302514" y="107938"/>
                    <a:pt x="310706" y="99763"/>
                    <a:pt x="310706" y="89673"/>
                  </a:cubicBezTo>
                  <a:cubicBezTo>
                    <a:pt x="310706" y="79584"/>
                    <a:pt x="302514" y="71409"/>
                    <a:pt x="292418" y="71409"/>
                  </a:cubicBezTo>
                  <a:close/>
                  <a:moveTo>
                    <a:pt x="292418" y="254054"/>
                  </a:moveTo>
                  <a:cubicBezTo>
                    <a:pt x="282322" y="254054"/>
                    <a:pt x="274130" y="262228"/>
                    <a:pt x="274130" y="272318"/>
                  </a:cubicBezTo>
                  <a:cubicBezTo>
                    <a:pt x="274130" y="282408"/>
                    <a:pt x="282322" y="290583"/>
                    <a:pt x="292418" y="290583"/>
                  </a:cubicBezTo>
                  <a:cubicBezTo>
                    <a:pt x="302514" y="290583"/>
                    <a:pt x="310706" y="282408"/>
                    <a:pt x="310706" y="272318"/>
                  </a:cubicBezTo>
                  <a:cubicBezTo>
                    <a:pt x="310579" y="262304"/>
                    <a:pt x="302451" y="254244"/>
                    <a:pt x="292418" y="254244"/>
                  </a:cubicBezTo>
                  <a:close/>
                  <a:moveTo>
                    <a:pt x="292418" y="345376"/>
                  </a:moveTo>
                  <a:cubicBezTo>
                    <a:pt x="282322" y="345376"/>
                    <a:pt x="274130" y="353551"/>
                    <a:pt x="274130" y="363640"/>
                  </a:cubicBezTo>
                  <a:cubicBezTo>
                    <a:pt x="274130" y="373730"/>
                    <a:pt x="282322" y="381905"/>
                    <a:pt x="292418" y="381905"/>
                  </a:cubicBezTo>
                  <a:cubicBezTo>
                    <a:pt x="302514" y="381905"/>
                    <a:pt x="310706" y="373730"/>
                    <a:pt x="310706" y="363640"/>
                  </a:cubicBezTo>
                  <a:cubicBezTo>
                    <a:pt x="310706" y="353551"/>
                    <a:pt x="302514" y="345376"/>
                    <a:pt x="292418" y="345376"/>
                  </a:cubicBezTo>
                  <a:close/>
                  <a:moveTo>
                    <a:pt x="338138" y="208392"/>
                  </a:moveTo>
                  <a:cubicBezTo>
                    <a:pt x="328041" y="208392"/>
                    <a:pt x="319849" y="216567"/>
                    <a:pt x="319849" y="226657"/>
                  </a:cubicBezTo>
                  <a:cubicBezTo>
                    <a:pt x="319849" y="236747"/>
                    <a:pt x="328041" y="244921"/>
                    <a:pt x="338138" y="244921"/>
                  </a:cubicBezTo>
                  <a:cubicBezTo>
                    <a:pt x="348235" y="244921"/>
                    <a:pt x="356426" y="236747"/>
                    <a:pt x="356426" y="226657"/>
                  </a:cubicBezTo>
                  <a:cubicBezTo>
                    <a:pt x="356426" y="216567"/>
                    <a:pt x="348235" y="208392"/>
                    <a:pt x="338138" y="208392"/>
                  </a:cubicBezTo>
                  <a:close/>
                  <a:moveTo>
                    <a:pt x="109538" y="71409"/>
                  </a:moveTo>
                  <a:cubicBezTo>
                    <a:pt x="99441" y="71409"/>
                    <a:pt x="91249" y="79584"/>
                    <a:pt x="91249" y="89673"/>
                  </a:cubicBezTo>
                  <a:cubicBezTo>
                    <a:pt x="91249" y="99763"/>
                    <a:pt x="99441" y="107938"/>
                    <a:pt x="109538" y="107938"/>
                  </a:cubicBezTo>
                  <a:cubicBezTo>
                    <a:pt x="119635" y="107938"/>
                    <a:pt x="127826" y="99763"/>
                    <a:pt x="127826" y="89673"/>
                  </a:cubicBezTo>
                  <a:cubicBezTo>
                    <a:pt x="127826" y="79584"/>
                    <a:pt x="119635" y="71409"/>
                    <a:pt x="109538" y="71409"/>
                  </a:cubicBezTo>
                  <a:close/>
                  <a:moveTo>
                    <a:pt x="246698" y="25748"/>
                  </a:moveTo>
                  <a:cubicBezTo>
                    <a:pt x="236601" y="25748"/>
                    <a:pt x="228410" y="33922"/>
                    <a:pt x="228410" y="44012"/>
                  </a:cubicBezTo>
                  <a:cubicBezTo>
                    <a:pt x="228410" y="54102"/>
                    <a:pt x="236601" y="62277"/>
                    <a:pt x="246698" y="62277"/>
                  </a:cubicBezTo>
                  <a:cubicBezTo>
                    <a:pt x="256794" y="62277"/>
                    <a:pt x="264986" y="54102"/>
                    <a:pt x="264986" y="44012"/>
                  </a:cubicBezTo>
                  <a:cubicBezTo>
                    <a:pt x="264859" y="33998"/>
                    <a:pt x="256731" y="25938"/>
                    <a:pt x="246698" y="25938"/>
                  </a:cubicBezTo>
                  <a:close/>
                  <a:moveTo>
                    <a:pt x="338138" y="117070"/>
                  </a:moveTo>
                  <a:cubicBezTo>
                    <a:pt x="328041" y="117070"/>
                    <a:pt x="319849" y="125245"/>
                    <a:pt x="319849" y="135335"/>
                  </a:cubicBezTo>
                  <a:cubicBezTo>
                    <a:pt x="319849" y="145424"/>
                    <a:pt x="328041" y="153599"/>
                    <a:pt x="338138" y="153599"/>
                  </a:cubicBezTo>
                  <a:cubicBezTo>
                    <a:pt x="348235" y="153599"/>
                    <a:pt x="356426" y="145424"/>
                    <a:pt x="356426" y="135335"/>
                  </a:cubicBezTo>
                  <a:cubicBezTo>
                    <a:pt x="356426" y="125245"/>
                    <a:pt x="348235" y="117070"/>
                    <a:pt x="338138" y="117070"/>
                  </a:cubicBezTo>
                  <a:close/>
                  <a:moveTo>
                    <a:pt x="658178" y="528021"/>
                  </a:moveTo>
                  <a:cubicBezTo>
                    <a:pt x="648018" y="527983"/>
                    <a:pt x="639826" y="536164"/>
                    <a:pt x="639763" y="546285"/>
                  </a:cubicBezTo>
                  <a:cubicBezTo>
                    <a:pt x="639700" y="556407"/>
                    <a:pt x="647891" y="564638"/>
                    <a:pt x="658051" y="564676"/>
                  </a:cubicBezTo>
                  <a:cubicBezTo>
                    <a:pt x="668211" y="564714"/>
                    <a:pt x="676402" y="556533"/>
                    <a:pt x="676466" y="546412"/>
                  </a:cubicBezTo>
                  <a:cubicBezTo>
                    <a:pt x="676466" y="546367"/>
                    <a:pt x="676466" y="546330"/>
                    <a:pt x="676466" y="546285"/>
                  </a:cubicBezTo>
                  <a:cubicBezTo>
                    <a:pt x="676466" y="536195"/>
                    <a:pt x="668275" y="528021"/>
                    <a:pt x="658178" y="528021"/>
                  </a:cubicBezTo>
                  <a:close/>
                  <a:moveTo>
                    <a:pt x="338138" y="391037"/>
                  </a:moveTo>
                  <a:cubicBezTo>
                    <a:pt x="328041" y="391037"/>
                    <a:pt x="319849" y="399212"/>
                    <a:pt x="319849" y="409302"/>
                  </a:cubicBezTo>
                  <a:cubicBezTo>
                    <a:pt x="319849" y="419391"/>
                    <a:pt x="328041" y="427566"/>
                    <a:pt x="338138" y="427566"/>
                  </a:cubicBezTo>
                  <a:cubicBezTo>
                    <a:pt x="348235" y="427566"/>
                    <a:pt x="356426" y="419391"/>
                    <a:pt x="356426" y="409302"/>
                  </a:cubicBezTo>
                  <a:cubicBezTo>
                    <a:pt x="356426" y="399212"/>
                    <a:pt x="348235" y="391037"/>
                    <a:pt x="338138" y="391037"/>
                  </a:cubicBezTo>
                  <a:close/>
                  <a:moveTo>
                    <a:pt x="155258" y="25748"/>
                  </a:moveTo>
                  <a:cubicBezTo>
                    <a:pt x="145162" y="25748"/>
                    <a:pt x="136970" y="33922"/>
                    <a:pt x="136970" y="44012"/>
                  </a:cubicBezTo>
                  <a:cubicBezTo>
                    <a:pt x="136970" y="54102"/>
                    <a:pt x="145162" y="62277"/>
                    <a:pt x="155258" y="62277"/>
                  </a:cubicBezTo>
                  <a:cubicBezTo>
                    <a:pt x="165354" y="62277"/>
                    <a:pt x="173546" y="54102"/>
                    <a:pt x="173546" y="44012"/>
                  </a:cubicBezTo>
                  <a:cubicBezTo>
                    <a:pt x="173419" y="33998"/>
                    <a:pt x="165291" y="25938"/>
                    <a:pt x="155258" y="25938"/>
                  </a:cubicBezTo>
                  <a:close/>
                  <a:moveTo>
                    <a:pt x="155258" y="117070"/>
                  </a:moveTo>
                  <a:cubicBezTo>
                    <a:pt x="145162" y="117070"/>
                    <a:pt x="136970" y="125245"/>
                    <a:pt x="136970" y="135335"/>
                  </a:cubicBezTo>
                  <a:cubicBezTo>
                    <a:pt x="136970" y="145424"/>
                    <a:pt x="145162" y="153599"/>
                    <a:pt x="155258" y="153599"/>
                  </a:cubicBezTo>
                  <a:cubicBezTo>
                    <a:pt x="165354" y="153599"/>
                    <a:pt x="173546" y="145424"/>
                    <a:pt x="173546" y="135335"/>
                  </a:cubicBezTo>
                  <a:cubicBezTo>
                    <a:pt x="173546" y="125245"/>
                    <a:pt x="165354" y="117070"/>
                    <a:pt x="155258" y="117070"/>
                  </a:cubicBezTo>
                  <a:close/>
                  <a:moveTo>
                    <a:pt x="200978" y="254054"/>
                  </a:moveTo>
                  <a:cubicBezTo>
                    <a:pt x="190881" y="254054"/>
                    <a:pt x="182690" y="262228"/>
                    <a:pt x="182690" y="272318"/>
                  </a:cubicBezTo>
                  <a:cubicBezTo>
                    <a:pt x="182690" y="282408"/>
                    <a:pt x="190881" y="290583"/>
                    <a:pt x="200978" y="290583"/>
                  </a:cubicBezTo>
                  <a:cubicBezTo>
                    <a:pt x="211075" y="290583"/>
                    <a:pt x="219266" y="282408"/>
                    <a:pt x="219266" y="272318"/>
                  </a:cubicBezTo>
                  <a:cubicBezTo>
                    <a:pt x="219139" y="262304"/>
                    <a:pt x="211011" y="254244"/>
                    <a:pt x="200978" y="254244"/>
                  </a:cubicBezTo>
                  <a:close/>
                  <a:moveTo>
                    <a:pt x="155258" y="208392"/>
                  </a:moveTo>
                  <a:cubicBezTo>
                    <a:pt x="145162" y="208392"/>
                    <a:pt x="136970" y="216567"/>
                    <a:pt x="136970" y="226657"/>
                  </a:cubicBezTo>
                  <a:cubicBezTo>
                    <a:pt x="136970" y="236747"/>
                    <a:pt x="145162" y="244921"/>
                    <a:pt x="155258" y="244921"/>
                  </a:cubicBezTo>
                  <a:cubicBezTo>
                    <a:pt x="165354" y="244921"/>
                    <a:pt x="173546" y="236747"/>
                    <a:pt x="173546" y="226657"/>
                  </a:cubicBezTo>
                  <a:cubicBezTo>
                    <a:pt x="173546" y="216567"/>
                    <a:pt x="165354" y="208392"/>
                    <a:pt x="155258" y="208392"/>
                  </a:cubicBezTo>
                  <a:close/>
                  <a:moveTo>
                    <a:pt x="200978" y="162731"/>
                  </a:moveTo>
                  <a:cubicBezTo>
                    <a:pt x="190881" y="162731"/>
                    <a:pt x="182690" y="170906"/>
                    <a:pt x="182690" y="180996"/>
                  </a:cubicBezTo>
                  <a:cubicBezTo>
                    <a:pt x="182690" y="191086"/>
                    <a:pt x="190881" y="199260"/>
                    <a:pt x="200978" y="199260"/>
                  </a:cubicBezTo>
                  <a:cubicBezTo>
                    <a:pt x="211075" y="199260"/>
                    <a:pt x="219266" y="191086"/>
                    <a:pt x="219266" y="180996"/>
                  </a:cubicBezTo>
                  <a:cubicBezTo>
                    <a:pt x="219266" y="170906"/>
                    <a:pt x="211075" y="162731"/>
                    <a:pt x="200978" y="162731"/>
                  </a:cubicBezTo>
                  <a:close/>
                  <a:moveTo>
                    <a:pt x="246698" y="208392"/>
                  </a:moveTo>
                  <a:cubicBezTo>
                    <a:pt x="236601" y="208392"/>
                    <a:pt x="228410" y="216567"/>
                    <a:pt x="228410" y="226657"/>
                  </a:cubicBezTo>
                  <a:cubicBezTo>
                    <a:pt x="228410" y="236747"/>
                    <a:pt x="236601" y="244921"/>
                    <a:pt x="246698" y="244921"/>
                  </a:cubicBezTo>
                  <a:cubicBezTo>
                    <a:pt x="256794" y="244921"/>
                    <a:pt x="264986" y="236747"/>
                    <a:pt x="264986" y="226657"/>
                  </a:cubicBezTo>
                  <a:cubicBezTo>
                    <a:pt x="264986" y="216567"/>
                    <a:pt x="256794" y="208392"/>
                    <a:pt x="246698" y="208392"/>
                  </a:cubicBezTo>
                  <a:close/>
                  <a:moveTo>
                    <a:pt x="246698" y="299715"/>
                  </a:moveTo>
                  <a:cubicBezTo>
                    <a:pt x="236601" y="299715"/>
                    <a:pt x="228410" y="307890"/>
                    <a:pt x="228410" y="317979"/>
                  </a:cubicBezTo>
                  <a:cubicBezTo>
                    <a:pt x="228410" y="328069"/>
                    <a:pt x="236601" y="336244"/>
                    <a:pt x="246698" y="336244"/>
                  </a:cubicBezTo>
                  <a:cubicBezTo>
                    <a:pt x="256794" y="336244"/>
                    <a:pt x="264986" y="328069"/>
                    <a:pt x="264986" y="317979"/>
                  </a:cubicBezTo>
                  <a:cubicBezTo>
                    <a:pt x="264986" y="307890"/>
                    <a:pt x="256794" y="299715"/>
                    <a:pt x="246698" y="299715"/>
                  </a:cubicBezTo>
                  <a:close/>
                  <a:moveTo>
                    <a:pt x="338138" y="25748"/>
                  </a:moveTo>
                  <a:cubicBezTo>
                    <a:pt x="328041" y="25748"/>
                    <a:pt x="319849" y="33922"/>
                    <a:pt x="319849" y="44012"/>
                  </a:cubicBezTo>
                  <a:cubicBezTo>
                    <a:pt x="319849" y="54102"/>
                    <a:pt x="328041" y="62277"/>
                    <a:pt x="338138" y="62277"/>
                  </a:cubicBezTo>
                  <a:cubicBezTo>
                    <a:pt x="348235" y="62277"/>
                    <a:pt x="356426" y="54102"/>
                    <a:pt x="356426" y="44012"/>
                  </a:cubicBezTo>
                  <a:cubicBezTo>
                    <a:pt x="356299" y="33998"/>
                    <a:pt x="348171" y="25938"/>
                    <a:pt x="338138" y="25938"/>
                  </a:cubicBezTo>
                  <a:close/>
                  <a:moveTo>
                    <a:pt x="246698" y="117070"/>
                  </a:moveTo>
                  <a:cubicBezTo>
                    <a:pt x="236601" y="117070"/>
                    <a:pt x="228410" y="125245"/>
                    <a:pt x="228410" y="135335"/>
                  </a:cubicBezTo>
                  <a:cubicBezTo>
                    <a:pt x="228410" y="145424"/>
                    <a:pt x="236601" y="153599"/>
                    <a:pt x="246698" y="153599"/>
                  </a:cubicBezTo>
                  <a:cubicBezTo>
                    <a:pt x="256794" y="153599"/>
                    <a:pt x="264986" y="145424"/>
                    <a:pt x="264986" y="135335"/>
                  </a:cubicBezTo>
                  <a:cubicBezTo>
                    <a:pt x="264986" y="125245"/>
                    <a:pt x="256794" y="117070"/>
                    <a:pt x="246698" y="117070"/>
                  </a:cubicBezTo>
                  <a:close/>
                  <a:moveTo>
                    <a:pt x="1023938" y="345376"/>
                  </a:moveTo>
                  <a:cubicBezTo>
                    <a:pt x="1013841" y="345376"/>
                    <a:pt x="1005650" y="353551"/>
                    <a:pt x="1005650" y="363640"/>
                  </a:cubicBezTo>
                  <a:cubicBezTo>
                    <a:pt x="1005650" y="373730"/>
                    <a:pt x="1013841" y="381905"/>
                    <a:pt x="1023938" y="381905"/>
                  </a:cubicBezTo>
                  <a:cubicBezTo>
                    <a:pt x="1034035" y="381905"/>
                    <a:pt x="1042226" y="373730"/>
                    <a:pt x="1042226" y="363640"/>
                  </a:cubicBezTo>
                  <a:cubicBezTo>
                    <a:pt x="1042226" y="353551"/>
                    <a:pt x="1034035" y="345376"/>
                    <a:pt x="1023938" y="345376"/>
                  </a:cubicBezTo>
                  <a:close/>
                  <a:moveTo>
                    <a:pt x="978218" y="25748"/>
                  </a:moveTo>
                  <a:cubicBezTo>
                    <a:pt x="968122" y="25748"/>
                    <a:pt x="959930" y="33922"/>
                    <a:pt x="959930" y="44012"/>
                  </a:cubicBezTo>
                  <a:cubicBezTo>
                    <a:pt x="959930" y="54102"/>
                    <a:pt x="968122" y="62277"/>
                    <a:pt x="978218" y="62277"/>
                  </a:cubicBezTo>
                  <a:cubicBezTo>
                    <a:pt x="988314" y="62277"/>
                    <a:pt x="996506" y="54102"/>
                    <a:pt x="996506" y="44012"/>
                  </a:cubicBezTo>
                  <a:cubicBezTo>
                    <a:pt x="996379" y="33998"/>
                    <a:pt x="988251" y="25938"/>
                    <a:pt x="978218" y="25938"/>
                  </a:cubicBezTo>
                  <a:close/>
                  <a:moveTo>
                    <a:pt x="1023938" y="436698"/>
                  </a:moveTo>
                  <a:cubicBezTo>
                    <a:pt x="1013841" y="436698"/>
                    <a:pt x="1005650" y="444873"/>
                    <a:pt x="1005650" y="454963"/>
                  </a:cubicBezTo>
                  <a:cubicBezTo>
                    <a:pt x="1005650" y="465053"/>
                    <a:pt x="1013841" y="473227"/>
                    <a:pt x="1023938" y="473227"/>
                  </a:cubicBezTo>
                  <a:cubicBezTo>
                    <a:pt x="1034035" y="473227"/>
                    <a:pt x="1042226" y="465053"/>
                    <a:pt x="1042226" y="454963"/>
                  </a:cubicBezTo>
                  <a:cubicBezTo>
                    <a:pt x="1042226" y="444873"/>
                    <a:pt x="1034035" y="436698"/>
                    <a:pt x="1023938" y="436698"/>
                  </a:cubicBezTo>
                  <a:close/>
                  <a:moveTo>
                    <a:pt x="978218" y="117070"/>
                  </a:moveTo>
                  <a:cubicBezTo>
                    <a:pt x="968122" y="117070"/>
                    <a:pt x="959930" y="125245"/>
                    <a:pt x="959930" y="135335"/>
                  </a:cubicBezTo>
                  <a:cubicBezTo>
                    <a:pt x="959930" y="145424"/>
                    <a:pt x="968122" y="153599"/>
                    <a:pt x="978218" y="153599"/>
                  </a:cubicBezTo>
                  <a:cubicBezTo>
                    <a:pt x="988314" y="153599"/>
                    <a:pt x="996506" y="145424"/>
                    <a:pt x="996506" y="135335"/>
                  </a:cubicBezTo>
                  <a:cubicBezTo>
                    <a:pt x="996506" y="125245"/>
                    <a:pt x="988314" y="117070"/>
                    <a:pt x="978218" y="117070"/>
                  </a:cubicBezTo>
                  <a:close/>
                  <a:moveTo>
                    <a:pt x="1069658" y="391037"/>
                  </a:moveTo>
                  <a:cubicBezTo>
                    <a:pt x="1059562" y="391037"/>
                    <a:pt x="1051370" y="399212"/>
                    <a:pt x="1051370" y="409302"/>
                  </a:cubicBezTo>
                  <a:cubicBezTo>
                    <a:pt x="1051370" y="419391"/>
                    <a:pt x="1059562" y="427566"/>
                    <a:pt x="1069658" y="427566"/>
                  </a:cubicBezTo>
                  <a:cubicBezTo>
                    <a:pt x="1079754" y="427566"/>
                    <a:pt x="1087946" y="419391"/>
                    <a:pt x="1087946" y="409302"/>
                  </a:cubicBezTo>
                  <a:cubicBezTo>
                    <a:pt x="1087946" y="399212"/>
                    <a:pt x="1079754" y="391037"/>
                    <a:pt x="1069658" y="391037"/>
                  </a:cubicBezTo>
                  <a:close/>
                  <a:moveTo>
                    <a:pt x="1023938" y="254054"/>
                  </a:moveTo>
                  <a:cubicBezTo>
                    <a:pt x="1013841" y="254054"/>
                    <a:pt x="1005650" y="262228"/>
                    <a:pt x="1005650" y="272318"/>
                  </a:cubicBezTo>
                  <a:cubicBezTo>
                    <a:pt x="1005650" y="282408"/>
                    <a:pt x="1013841" y="290583"/>
                    <a:pt x="1023938" y="290583"/>
                  </a:cubicBezTo>
                  <a:cubicBezTo>
                    <a:pt x="1034035" y="290583"/>
                    <a:pt x="1042226" y="282408"/>
                    <a:pt x="1042226" y="272318"/>
                  </a:cubicBezTo>
                  <a:cubicBezTo>
                    <a:pt x="1042099" y="262304"/>
                    <a:pt x="1033971" y="254244"/>
                    <a:pt x="1023938" y="254244"/>
                  </a:cubicBezTo>
                  <a:close/>
                  <a:moveTo>
                    <a:pt x="1023938" y="71409"/>
                  </a:moveTo>
                  <a:cubicBezTo>
                    <a:pt x="1013841" y="71409"/>
                    <a:pt x="1005650" y="79584"/>
                    <a:pt x="1005650" y="89673"/>
                  </a:cubicBezTo>
                  <a:cubicBezTo>
                    <a:pt x="1005650" y="99763"/>
                    <a:pt x="1013841" y="107938"/>
                    <a:pt x="1023938" y="107938"/>
                  </a:cubicBezTo>
                  <a:cubicBezTo>
                    <a:pt x="1034035" y="107938"/>
                    <a:pt x="1042226" y="99763"/>
                    <a:pt x="1042226" y="89673"/>
                  </a:cubicBezTo>
                  <a:cubicBezTo>
                    <a:pt x="1042226" y="79584"/>
                    <a:pt x="1034035" y="71409"/>
                    <a:pt x="1023938" y="71409"/>
                  </a:cubicBezTo>
                  <a:close/>
                  <a:moveTo>
                    <a:pt x="978218" y="208392"/>
                  </a:moveTo>
                  <a:cubicBezTo>
                    <a:pt x="968122" y="208392"/>
                    <a:pt x="959930" y="216567"/>
                    <a:pt x="959930" y="226657"/>
                  </a:cubicBezTo>
                  <a:cubicBezTo>
                    <a:pt x="959930" y="236747"/>
                    <a:pt x="968122" y="244921"/>
                    <a:pt x="978218" y="244921"/>
                  </a:cubicBezTo>
                  <a:cubicBezTo>
                    <a:pt x="988314" y="244921"/>
                    <a:pt x="996506" y="236747"/>
                    <a:pt x="996506" y="226657"/>
                  </a:cubicBezTo>
                  <a:cubicBezTo>
                    <a:pt x="996506" y="216567"/>
                    <a:pt x="988314" y="208392"/>
                    <a:pt x="978218" y="208392"/>
                  </a:cubicBezTo>
                  <a:close/>
                  <a:moveTo>
                    <a:pt x="1023938" y="162731"/>
                  </a:moveTo>
                  <a:cubicBezTo>
                    <a:pt x="1013841" y="162731"/>
                    <a:pt x="1005650" y="170906"/>
                    <a:pt x="1005650" y="180996"/>
                  </a:cubicBezTo>
                  <a:cubicBezTo>
                    <a:pt x="1005650" y="191086"/>
                    <a:pt x="1013841" y="199260"/>
                    <a:pt x="1023938" y="199260"/>
                  </a:cubicBezTo>
                  <a:cubicBezTo>
                    <a:pt x="1034035" y="199260"/>
                    <a:pt x="1042226" y="191086"/>
                    <a:pt x="1042226" y="180996"/>
                  </a:cubicBezTo>
                  <a:cubicBezTo>
                    <a:pt x="1042226" y="170906"/>
                    <a:pt x="1034035" y="162731"/>
                    <a:pt x="1023938" y="162731"/>
                  </a:cubicBezTo>
                  <a:close/>
                  <a:moveTo>
                    <a:pt x="932498" y="528021"/>
                  </a:moveTo>
                  <a:cubicBezTo>
                    <a:pt x="922338" y="527983"/>
                    <a:pt x="914147" y="536164"/>
                    <a:pt x="914083" y="546285"/>
                  </a:cubicBezTo>
                  <a:cubicBezTo>
                    <a:pt x="914019" y="556407"/>
                    <a:pt x="922211" y="564638"/>
                    <a:pt x="932371" y="564676"/>
                  </a:cubicBezTo>
                  <a:cubicBezTo>
                    <a:pt x="942531" y="564714"/>
                    <a:pt x="950723" y="556533"/>
                    <a:pt x="950786" y="546412"/>
                  </a:cubicBezTo>
                  <a:cubicBezTo>
                    <a:pt x="950786" y="546367"/>
                    <a:pt x="950786" y="546330"/>
                    <a:pt x="950786" y="546285"/>
                  </a:cubicBezTo>
                  <a:cubicBezTo>
                    <a:pt x="950786" y="536195"/>
                    <a:pt x="942594" y="528021"/>
                    <a:pt x="932498" y="528021"/>
                  </a:cubicBezTo>
                  <a:close/>
                  <a:moveTo>
                    <a:pt x="932498" y="436698"/>
                  </a:moveTo>
                  <a:cubicBezTo>
                    <a:pt x="922401" y="436698"/>
                    <a:pt x="914210" y="444873"/>
                    <a:pt x="914210" y="454963"/>
                  </a:cubicBezTo>
                  <a:cubicBezTo>
                    <a:pt x="914210" y="465053"/>
                    <a:pt x="922401" y="473227"/>
                    <a:pt x="932498" y="473227"/>
                  </a:cubicBezTo>
                  <a:cubicBezTo>
                    <a:pt x="942594" y="473227"/>
                    <a:pt x="950786" y="465053"/>
                    <a:pt x="950786" y="454963"/>
                  </a:cubicBezTo>
                  <a:cubicBezTo>
                    <a:pt x="950786" y="444873"/>
                    <a:pt x="942594" y="436698"/>
                    <a:pt x="932498" y="436698"/>
                  </a:cubicBezTo>
                  <a:close/>
                  <a:moveTo>
                    <a:pt x="932498" y="345376"/>
                  </a:moveTo>
                  <a:cubicBezTo>
                    <a:pt x="922401" y="345376"/>
                    <a:pt x="914210" y="353551"/>
                    <a:pt x="914210" y="363640"/>
                  </a:cubicBezTo>
                  <a:cubicBezTo>
                    <a:pt x="914210" y="373730"/>
                    <a:pt x="922401" y="381905"/>
                    <a:pt x="932498" y="381905"/>
                  </a:cubicBezTo>
                  <a:cubicBezTo>
                    <a:pt x="942594" y="381905"/>
                    <a:pt x="950786" y="373730"/>
                    <a:pt x="950786" y="363640"/>
                  </a:cubicBezTo>
                  <a:cubicBezTo>
                    <a:pt x="950786" y="353551"/>
                    <a:pt x="942594" y="345376"/>
                    <a:pt x="932498" y="345376"/>
                  </a:cubicBezTo>
                  <a:close/>
                  <a:moveTo>
                    <a:pt x="1069658" y="299715"/>
                  </a:moveTo>
                  <a:cubicBezTo>
                    <a:pt x="1059562" y="299715"/>
                    <a:pt x="1051370" y="307890"/>
                    <a:pt x="1051370" y="317979"/>
                  </a:cubicBezTo>
                  <a:cubicBezTo>
                    <a:pt x="1051370" y="328069"/>
                    <a:pt x="1059562" y="336244"/>
                    <a:pt x="1069658" y="336244"/>
                  </a:cubicBezTo>
                  <a:cubicBezTo>
                    <a:pt x="1079754" y="336244"/>
                    <a:pt x="1087946" y="328069"/>
                    <a:pt x="1087946" y="317979"/>
                  </a:cubicBezTo>
                  <a:cubicBezTo>
                    <a:pt x="1087946" y="307890"/>
                    <a:pt x="1079754" y="299715"/>
                    <a:pt x="1069658" y="299715"/>
                  </a:cubicBezTo>
                  <a:close/>
                  <a:moveTo>
                    <a:pt x="886778" y="25748"/>
                  </a:moveTo>
                  <a:cubicBezTo>
                    <a:pt x="876681" y="25748"/>
                    <a:pt x="868490" y="33922"/>
                    <a:pt x="868490" y="44012"/>
                  </a:cubicBezTo>
                  <a:cubicBezTo>
                    <a:pt x="868490" y="54102"/>
                    <a:pt x="876681" y="62277"/>
                    <a:pt x="886778" y="62277"/>
                  </a:cubicBezTo>
                  <a:cubicBezTo>
                    <a:pt x="896875" y="62277"/>
                    <a:pt x="905066" y="54102"/>
                    <a:pt x="905066" y="44012"/>
                  </a:cubicBezTo>
                  <a:cubicBezTo>
                    <a:pt x="904939" y="33998"/>
                    <a:pt x="896811" y="25938"/>
                    <a:pt x="886778" y="25938"/>
                  </a:cubicBezTo>
                  <a:close/>
                  <a:moveTo>
                    <a:pt x="932498" y="162731"/>
                  </a:moveTo>
                  <a:cubicBezTo>
                    <a:pt x="922401" y="162731"/>
                    <a:pt x="914210" y="170906"/>
                    <a:pt x="914210" y="180996"/>
                  </a:cubicBezTo>
                  <a:cubicBezTo>
                    <a:pt x="914210" y="191086"/>
                    <a:pt x="922401" y="199260"/>
                    <a:pt x="932498" y="199260"/>
                  </a:cubicBezTo>
                  <a:cubicBezTo>
                    <a:pt x="942594" y="199260"/>
                    <a:pt x="950786" y="191086"/>
                    <a:pt x="950786" y="180996"/>
                  </a:cubicBezTo>
                  <a:cubicBezTo>
                    <a:pt x="950786" y="170906"/>
                    <a:pt x="942594" y="162731"/>
                    <a:pt x="932498" y="162731"/>
                  </a:cubicBezTo>
                  <a:close/>
                  <a:moveTo>
                    <a:pt x="978218" y="482359"/>
                  </a:moveTo>
                  <a:cubicBezTo>
                    <a:pt x="968122" y="482359"/>
                    <a:pt x="959930" y="490534"/>
                    <a:pt x="959930" y="500624"/>
                  </a:cubicBezTo>
                  <a:cubicBezTo>
                    <a:pt x="959930" y="510714"/>
                    <a:pt x="968122" y="518888"/>
                    <a:pt x="978218" y="518888"/>
                  </a:cubicBezTo>
                  <a:cubicBezTo>
                    <a:pt x="988314" y="518888"/>
                    <a:pt x="996506" y="510714"/>
                    <a:pt x="996506" y="500624"/>
                  </a:cubicBezTo>
                  <a:cubicBezTo>
                    <a:pt x="996379" y="490610"/>
                    <a:pt x="988251" y="482550"/>
                    <a:pt x="978218" y="482550"/>
                  </a:cubicBezTo>
                  <a:close/>
                  <a:moveTo>
                    <a:pt x="978218" y="299715"/>
                  </a:moveTo>
                  <a:cubicBezTo>
                    <a:pt x="968122" y="299715"/>
                    <a:pt x="959930" y="307890"/>
                    <a:pt x="959930" y="317979"/>
                  </a:cubicBezTo>
                  <a:cubicBezTo>
                    <a:pt x="959930" y="328069"/>
                    <a:pt x="968122" y="336244"/>
                    <a:pt x="978218" y="336244"/>
                  </a:cubicBezTo>
                  <a:cubicBezTo>
                    <a:pt x="988314" y="336244"/>
                    <a:pt x="996506" y="328069"/>
                    <a:pt x="996506" y="317979"/>
                  </a:cubicBezTo>
                  <a:cubicBezTo>
                    <a:pt x="996506" y="307890"/>
                    <a:pt x="988314" y="299715"/>
                    <a:pt x="978218" y="299715"/>
                  </a:cubicBezTo>
                  <a:close/>
                  <a:moveTo>
                    <a:pt x="978218" y="391037"/>
                  </a:moveTo>
                  <a:cubicBezTo>
                    <a:pt x="968122" y="391037"/>
                    <a:pt x="959930" y="399212"/>
                    <a:pt x="959930" y="409302"/>
                  </a:cubicBezTo>
                  <a:cubicBezTo>
                    <a:pt x="959930" y="419391"/>
                    <a:pt x="968122" y="427566"/>
                    <a:pt x="978218" y="427566"/>
                  </a:cubicBezTo>
                  <a:cubicBezTo>
                    <a:pt x="988314" y="427566"/>
                    <a:pt x="996506" y="419391"/>
                    <a:pt x="996506" y="409302"/>
                  </a:cubicBezTo>
                  <a:cubicBezTo>
                    <a:pt x="996506" y="399212"/>
                    <a:pt x="988314" y="391037"/>
                    <a:pt x="978218" y="391037"/>
                  </a:cubicBezTo>
                  <a:close/>
                  <a:moveTo>
                    <a:pt x="932498" y="71409"/>
                  </a:moveTo>
                  <a:cubicBezTo>
                    <a:pt x="922401" y="71409"/>
                    <a:pt x="914210" y="79584"/>
                    <a:pt x="914210" y="89673"/>
                  </a:cubicBezTo>
                  <a:cubicBezTo>
                    <a:pt x="914210" y="99763"/>
                    <a:pt x="922401" y="107938"/>
                    <a:pt x="932498" y="107938"/>
                  </a:cubicBezTo>
                  <a:cubicBezTo>
                    <a:pt x="942594" y="107938"/>
                    <a:pt x="950786" y="99763"/>
                    <a:pt x="950786" y="89673"/>
                  </a:cubicBezTo>
                  <a:cubicBezTo>
                    <a:pt x="950786" y="79584"/>
                    <a:pt x="942594" y="71409"/>
                    <a:pt x="932498" y="71409"/>
                  </a:cubicBezTo>
                  <a:close/>
                  <a:moveTo>
                    <a:pt x="932498" y="254054"/>
                  </a:moveTo>
                  <a:cubicBezTo>
                    <a:pt x="922401" y="254054"/>
                    <a:pt x="914210" y="262228"/>
                    <a:pt x="914210" y="272318"/>
                  </a:cubicBezTo>
                  <a:cubicBezTo>
                    <a:pt x="914210" y="282408"/>
                    <a:pt x="922401" y="290583"/>
                    <a:pt x="932498" y="290583"/>
                  </a:cubicBezTo>
                  <a:cubicBezTo>
                    <a:pt x="942594" y="290583"/>
                    <a:pt x="950786" y="282408"/>
                    <a:pt x="950786" y="272318"/>
                  </a:cubicBezTo>
                  <a:cubicBezTo>
                    <a:pt x="950659" y="262304"/>
                    <a:pt x="942531" y="254244"/>
                    <a:pt x="932498" y="254244"/>
                  </a:cubicBezTo>
                  <a:close/>
                  <a:moveTo>
                    <a:pt x="1206818" y="162731"/>
                  </a:moveTo>
                  <a:cubicBezTo>
                    <a:pt x="1196722" y="162731"/>
                    <a:pt x="1188530" y="170906"/>
                    <a:pt x="1188530" y="180996"/>
                  </a:cubicBezTo>
                  <a:cubicBezTo>
                    <a:pt x="1188530" y="191086"/>
                    <a:pt x="1196722" y="199260"/>
                    <a:pt x="1206818" y="199260"/>
                  </a:cubicBezTo>
                  <a:cubicBezTo>
                    <a:pt x="1216914" y="199260"/>
                    <a:pt x="1225106" y="191086"/>
                    <a:pt x="1225106" y="180996"/>
                  </a:cubicBezTo>
                  <a:cubicBezTo>
                    <a:pt x="1225106" y="170906"/>
                    <a:pt x="1216914" y="162731"/>
                    <a:pt x="1206818" y="162731"/>
                  </a:cubicBezTo>
                  <a:close/>
                  <a:moveTo>
                    <a:pt x="1206818" y="71409"/>
                  </a:moveTo>
                  <a:cubicBezTo>
                    <a:pt x="1196722" y="71409"/>
                    <a:pt x="1188530" y="79584"/>
                    <a:pt x="1188530" y="89673"/>
                  </a:cubicBezTo>
                  <a:cubicBezTo>
                    <a:pt x="1188530" y="99763"/>
                    <a:pt x="1196722" y="107938"/>
                    <a:pt x="1206818" y="107938"/>
                  </a:cubicBezTo>
                  <a:cubicBezTo>
                    <a:pt x="1216914" y="107938"/>
                    <a:pt x="1225106" y="99763"/>
                    <a:pt x="1225106" y="89673"/>
                  </a:cubicBezTo>
                  <a:cubicBezTo>
                    <a:pt x="1225106" y="79584"/>
                    <a:pt x="1216914" y="71409"/>
                    <a:pt x="1206818" y="71409"/>
                  </a:cubicBezTo>
                  <a:close/>
                  <a:moveTo>
                    <a:pt x="1188593" y="272318"/>
                  </a:moveTo>
                  <a:cubicBezTo>
                    <a:pt x="1188593" y="276599"/>
                    <a:pt x="1190117" y="280734"/>
                    <a:pt x="1192912" y="283987"/>
                  </a:cubicBezTo>
                  <a:cubicBezTo>
                    <a:pt x="1198309" y="274221"/>
                    <a:pt x="1203706" y="264327"/>
                    <a:pt x="1209104" y="254307"/>
                  </a:cubicBezTo>
                  <a:cubicBezTo>
                    <a:pt x="1208342" y="254244"/>
                    <a:pt x="1207643" y="254244"/>
                    <a:pt x="1206881" y="254307"/>
                  </a:cubicBezTo>
                  <a:cubicBezTo>
                    <a:pt x="1196849" y="254307"/>
                    <a:pt x="1188721" y="262330"/>
                    <a:pt x="1188593" y="272318"/>
                  </a:cubicBezTo>
                  <a:close/>
                  <a:moveTo>
                    <a:pt x="658241" y="436698"/>
                  </a:moveTo>
                  <a:cubicBezTo>
                    <a:pt x="648145" y="436698"/>
                    <a:pt x="639953" y="444873"/>
                    <a:pt x="639953" y="454963"/>
                  </a:cubicBezTo>
                  <a:cubicBezTo>
                    <a:pt x="639953" y="465053"/>
                    <a:pt x="648145" y="473227"/>
                    <a:pt x="658241" y="473227"/>
                  </a:cubicBezTo>
                  <a:cubicBezTo>
                    <a:pt x="668338" y="473227"/>
                    <a:pt x="676529" y="465053"/>
                    <a:pt x="676529" y="454963"/>
                  </a:cubicBezTo>
                  <a:cubicBezTo>
                    <a:pt x="676529" y="444873"/>
                    <a:pt x="668338" y="436698"/>
                    <a:pt x="658241" y="436698"/>
                  </a:cubicBezTo>
                  <a:cubicBezTo>
                    <a:pt x="658241" y="436698"/>
                    <a:pt x="658178" y="436698"/>
                    <a:pt x="658178" y="436698"/>
                  </a:cubicBezTo>
                  <a:close/>
                  <a:moveTo>
                    <a:pt x="1161162" y="25748"/>
                  </a:moveTo>
                  <a:cubicBezTo>
                    <a:pt x="1151065" y="25748"/>
                    <a:pt x="1142874" y="33922"/>
                    <a:pt x="1142874" y="44012"/>
                  </a:cubicBezTo>
                  <a:cubicBezTo>
                    <a:pt x="1142874" y="54102"/>
                    <a:pt x="1151065" y="62277"/>
                    <a:pt x="1161162" y="62277"/>
                  </a:cubicBezTo>
                  <a:cubicBezTo>
                    <a:pt x="1171258" y="62277"/>
                    <a:pt x="1179450" y="54102"/>
                    <a:pt x="1179450" y="44012"/>
                  </a:cubicBezTo>
                  <a:cubicBezTo>
                    <a:pt x="1179323" y="33973"/>
                    <a:pt x="1171131" y="25900"/>
                    <a:pt x="1161098" y="25938"/>
                  </a:cubicBezTo>
                  <a:close/>
                  <a:moveTo>
                    <a:pt x="1280034" y="89673"/>
                  </a:moveTo>
                  <a:cubicBezTo>
                    <a:pt x="1280034" y="93859"/>
                    <a:pt x="1281494" y="97911"/>
                    <a:pt x="1284161" y="101152"/>
                  </a:cubicBezTo>
                  <a:cubicBezTo>
                    <a:pt x="1288606" y="91322"/>
                    <a:pt x="1293051" y="81493"/>
                    <a:pt x="1297432" y="71536"/>
                  </a:cubicBezTo>
                  <a:cubicBezTo>
                    <a:pt x="1287717" y="71942"/>
                    <a:pt x="1279970" y="79939"/>
                    <a:pt x="1279970" y="89673"/>
                  </a:cubicBezTo>
                  <a:close/>
                  <a:moveTo>
                    <a:pt x="1069722" y="208392"/>
                  </a:moveTo>
                  <a:cubicBezTo>
                    <a:pt x="1059625" y="208392"/>
                    <a:pt x="1051434" y="216567"/>
                    <a:pt x="1051434" y="226657"/>
                  </a:cubicBezTo>
                  <a:cubicBezTo>
                    <a:pt x="1051434" y="236747"/>
                    <a:pt x="1059625" y="244921"/>
                    <a:pt x="1069722" y="244921"/>
                  </a:cubicBezTo>
                  <a:cubicBezTo>
                    <a:pt x="1079818" y="244921"/>
                    <a:pt x="1088010" y="236747"/>
                    <a:pt x="1088010" y="226657"/>
                  </a:cubicBezTo>
                  <a:cubicBezTo>
                    <a:pt x="1088010" y="216567"/>
                    <a:pt x="1079818" y="208392"/>
                    <a:pt x="1069722" y="208392"/>
                  </a:cubicBezTo>
                  <a:cubicBezTo>
                    <a:pt x="1069722" y="208392"/>
                    <a:pt x="1069658" y="208392"/>
                    <a:pt x="1069658" y="208392"/>
                  </a:cubicBezTo>
                  <a:close/>
                  <a:moveTo>
                    <a:pt x="1252601" y="25748"/>
                  </a:moveTo>
                  <a:cubicBezTo>
                    <a:pt x="1242505" y="25748"/>
                    <a:pt x="1234313" y="33922"/>
                    <a:pt x="1234313" y="44012"/>
                  </a:cubicBezTo>
                  <a:cubicBezTo>
                    <a:pt x="1234313" y="54102"/>
                    <a:pt x="1242505" y="62277"/>
                    <a:pt x="1252601" y="62277"/>
                  </a:cubicBezTo>
                  <a:cubicBezTo>
                    <a:pt x="1262698" y="62277"/>
                    <a:pt x="1270889" y="54102"/>
                    <a:pt x="1270889" y="44012"/>
                  </a:cubicBezTo>
                  <a:cubicBezTo>
                    <a:pt x="1270762" y="33973"/>
                    <a:pt x="1262571" y="25900"/>
                    <a:pt x="1252538" y="25938"/>
                  </a:cubicBezTo>
                  <a:close/>
                  <a:moveTo>
                    <a:pt x="1252601" y="117070"/>
                  </a:moveTo>
                  <a:cubicBezTo>
                    <a:pt x="1242505" y="117070"/>
                    <a:pt x="1234313" y="125245"/>
                    <a:pt x="1234313" y="135335"/>
                  </a:cubicBezTo>
                  <a:cubicBezTo>
                    <a:pt x="1234313" y="145424"/>
                    <a:pt x="1242505" y="153599"/>
                    <a:pt x="1252601" y="153599"/>
                  </a:cubicBezTo>
                  <a:cubicBezTo>
                    <a:pt x="1255396" y="153574"/>
                    <a:pt x="1258189" y="152901"/>
                    <a:pt x="1260729" y="151633"/>
                  </a:cubicBezTo>
                  <a:cubicBezTo>
                    <a:pt x="1263904" y="144847"/>
                    <a:pt x="1267079" y="138062"/>
                    <a:pt x="1270318" y="131149"/>
                  </a:cubicBezTo>
                  <a:cubicBezTo>
                    <a:pt x="1268413" y="122879"/>
                    <a:pt x="1261047" y="117032"/>
                    <a:pt x="1252538" y="117070"/>
                  </a:cubicBezTo>
                  <a:close/>
                  <a:moveTo>
                    <a:pt x="1280224" y="0"/>
                  </a:moveTo>
                  <a:cubicBezTo>
                    <a:pt x="1281050" y="9982"/>
                    <a:pt x="1289812" y="17396"/>
                    <a:pt x="1299846" y="16558"/>
                  </a:cubicBezTo>
                  <a:cubicBezTo>
                    <a:pt x="1308672" y="15816"/>
                    <a:pt x="1315657" y="8821"/>
                    <a:pt x="1316419" y="0"/>
                  </a:cubicBezTo>
                  <a:close/>
                  <a:moveTo>
                    <a:pt x="1115124" y="345376"/>
                  </a:moveTo>
                  <a:cubicBezTo>
                    <a:pt x="1105027" y="345376"/>
                    <a:pt x="1096836" y="353551"/>
                    <a:pt x="1096836" y="363640"/>
                  </a:cubicBezTo>
                  <a:cubicBezTo>
                    <a:pt x="1096836" y="373730"/>
                    <a:pt x="1105027" y="381905"/>
                    <a:pt x="1115124" y="381905"/>
                  </a:cubicBezTo>
                  <a:cubicBezTo>
                    <a:pt x="1125221" y="381905"/>
                    <a:pt x="1133412" y="373730"/>
                    <a:pt x="1133412" y="363640"/>
                  </a:cubicBezTo>
                  <a:cubicBezTo>
                    <a:pt x="1133412" y="353652"/>
                    <a:pt x="1125411" y="345515"/>
                    <a:pt x="1115378" y="345376"/>
                  </a:cubicBezTo>
                  <a:close/>
                  <a:moveTo>
                    <a:pt x="1115124" y="254054"/>
                  </a:moveTo>
                  <a:cubicBezTo>
                    <a:pt x="1105027" y="254054"/>
                    <a:pt x="1096836" y="262228"/>
                    <a:pt x="1096836" y="272318"/>
                  </a:cubicBezTo>
                  <a:cubicBezTo>
                    <a:pt x="1096836" y="282408"/>
                    <a:pt x="1105027" y="290583"/>
                    <a:pt x="1115124" y="290583"/>
                  </a:cubicBezTo>
                  <a:cubicBezTo>
                    <a:pt x="1125221" y="290583"/>
                    <a:pt x="1133412" y="282408"/>
                    <a:pt x="1133412" y="272318"/>
                  </a:cubicBezTo>
                  <a:cubicBezTo>
                    <a:pt x="1133285" y="262406"/>
                    <a:pt x="1125284" y="254383"/>
                    <a:pt x="1115378" y="254244"/>
                  </a:cubicBezTo>
                  <a:close/>
                  <a:moveTo>
                    <a:pt x="1069404" y="25748"/>
                  </a:moveTo>
                  <a:cubicBezTo>
                    <a:pt x="1059307" y="25748"/>
                    <a:pt x="1051116" y="33922"/>
                    <a:pt x="1051116" y="44012"/>
                  </a:cubicBezTo>
                  <a:cubicBezTo>
                    <a:pt x="1051116" y="54102"/>
                    <a:pt x="1059307" y="62277"/>
                    <a:pt x="1069404" y="62277"/>
                  </a:cubicBezTo>
                  <a:cubicBezTo>
                    <a:pt x="1079500" y="62277"/>
                    <a:pt x="1087692" y="54102"/>
                    <a:pt x="1087692" y="44012"/>
                  </a:cubicBezTo>
                  <a:cubicBezTo>
                    <a:pt x="1087565" y="34100"/>
                    <a:pt x="1079564" y="26078"/>
                    <a:pt x="1069658" y="25938"/>
                  </a:cubicBezTo>
                  <a:close/>
                  <a:moveTo>
                    <a:pt x="1069404" y="117070"/>
                  </a:moveTo>
                  <a:cubicBezTo>
                    <a:pt x="1059307" y="117070"/>
                    <a:pt x="1051116" y="125245"/>
                    <a:pt x="1051116" y="135335"/>
                  </a:cubicBezTo>
                  <a:cubicBezTo>
                    <a:pt x="1051116" y="145424"/>
                    <a:pt x="1059307" y="153599"/>
                    <a:pt x="1069404" y="153599"/>
                  </a:cubicBezTo>
                  <a:cubicBezTo>
                    <a:pt x="1079500" y="153599"/>
                    <a:pt x="1087692" y="145424"/>
                    <a:pt x="1087692" y="135335"/>
                  </a:cubicBezTo>
                  <a:cubicBezTo>
                    <a:pt x="1087692" y="125346"/>
                    <a:pt x="1079627" y="117210"/>
                    <a:pt x="1069658" y="117070"/>
                  </a:cubicBezTo>
                  <a:close/>
                  <a:moveTo>
                    <a:pt x="1160844" y="299715"/>
                  </a:moveTo>
                  <a:cubicBezTo>
                    <a:pt x="1150748" y="299715"/>
                    <a:pt x="1142556" y="307890"/>
                    <a:pt x="1142556" y="317979"/>
                  </a:cubicBezTo>
                  <a:cubicBezTo>
                    <a:pt x="1142556" y="328069"/>
                    <a:pt x="1150748" y="336244"/>
                    <a:pt x="1160844" y="336244"/>
                  </a:cubicBezTo>
                  <a:lnTo>
                    <a:pt x="1162495" y="336244"/>
                  </a:lnTo>
                  <a:cubicBezTo>
                    <a:pt x="1167512" y="327790"/>
                    <a:pt x="1172528" y="319330"/>
                    <a:pt x="1177544" y="310876"/>
                  </a:cubicBezTo>
                  <a:cubicBezTo>
                    <a:pt x="1174750" y="304255"/>
                    <a:pt x="1168274" y="299892"/>
                    <a:pt x="1161098" y="299715"/>
                  </a:cubicBezTo>
                  <a:close/>
                  <a:moveTo>
                    <a:pt x="1160844" y="208392"/>
                  </a:moveTo>
                  <a:cubicBezTo>
                    <a:pt x="1150748" y="208392"/>
                    <a:pt x="1142556" y="216567"/>
                    <a:pt x="1142556" y="226657"/>
                  </a:cubicBezTo>
                  <a:cubicBezTo>
                    <a:pt x="1142556" y="236747"/>
                    <a:pt x="1150748" y="244921"/>
                    <a:pt x="1160844" y="244921"/>
                  </a:cubicBezTo>
                  <a:cubicBezTo>
                    <a:pt x="1170940" y="244921"/>
                    <a:pt x="1179132" y="236747"/>
                    <a:pt x="1179132" y="226657"/>
                  </a:cubicBezTo>
                  <a:cubicBezTo>
                    <a:pt x="1179132" y="216669"/>
                    <a:pt x="1171067" y="208532"/>
                    <a:pt x="1161098" y="208392"/>
                  </a:cubicBezTo>
                  <a:close/>
                  <a:moveTo>
                    <a:pt x="1115124" y="162731"/>
                  </a:moveTo>
                  <a:cubicBezTo>
                    <a:pt x="1105027" y="162731"/>
                    <a:pt x="1096836" y="170906"/>
                    <a:pt x="1096836" y="180996"/>
                  </a:cubicBezTo>
                  <a:cubicBezTo>
                    <a:pt x="1096836" y="191086"/>
                    <a:pt x="1105027" y="199260"/>
                    <a:pt x="1115124" y="199260"/>
                  </a:cubicBezTo>
                  <a:cubicBezTo>
                    <a:pt x="1125221" y="199260"/>
                    <a:pt x="1133412" y="191086"/>
                    <a:pt x="1133412" y="180996"/>
                  </a:cubicBezTo>
                  <a:cubicBezTo>
                    <a:pt x="1133412" y="171007"/>
                    <a:pt x="1125411" y="162871"/>
                    <a:pt x="1115378" y="162731"/>
                  </a:cubicBezTo>
                  <a:close/>
                  <a:moveTo>
                    <a:pt x="1115124" y="71409"/>
                  </a:moveTo>
                  <a:cubicBezTo>
                    <a:pt x="1105027" y="71409"/>
                    <a:pt x="1096836" y="79584"/>
                    <a:pt x="1096836" y="89673"/>
                  </a:cubicBezTo>
                  <a:cubicBezTo>
                    <a:pt x="1096836" y="99763"/>
                    <a:pt x="1105027" y="107938"/>
                    <a:pt x="1115124" y="107938"/>
                  </a:cubicBezTo>
                  <a:cubicBezTo>
                    <a:pt x="1125221" y="107938"/>
                    <a:pt x="1133412" y="99763"/>
                    <a:pt x="1133412" y="89673"/>
                  </a:cubicBezTo>
                  <a:cubicBezTo>
                    <a:pt x="1133412" y="79685"/>
                    <a:pt x="1125411" y="71548"/>
                    <a:pt x="1115378" y="71409"/>
                  </a:cubicBezTo>
                  <a:close/>
                  <a:moveTo>
                    <a:pt x="1160844" y="117070"/>
                  </a:moveTo>
                  <a:cubicBezTo>
                    <a:pt x="1150748" y="117070"/>
                    <a:pt x="1142556" y="125245"/>
                    <a:pt x="1142556" y="135335"/>
                  </a:cubicBezTo>
                  <a:cubicBezTo>
                    <a:pt x="1142556" y="145424"/>
                    <a:pt x="1150748" y="153599"/>
                    <a:pt x="1160844" y="153599"/>
                  </a:cubicBezTo>
                  <a:cubicBezTo>
                    <a:pt x="1170940" y="153599"/>
                    <a:pt x="1179132" y="145424"/>
                    <a:pt x="1179132" y="135335"/>
                  </a:cubicBezTo>
                  <a:cubicBezTo>
                    <a:pt x="1179132" y="125346"/>
                    <a:pt x="1171067" y="117210"/>
                    <a:pt x="1161098" y="117070"/>
                  </a:cubicBezTo>
                  <a:close/>
                  <a:moveTo>
                    <a:pt x="749364" y="619343"/>
                  </a:moveTo>
                  <a:cubicBezTo>
                    <a:pt x="739267" y="619343"/>
                    <a:pt x="731076" y="627518"/>
                    <a:pt x="731076" y="637607"/>
                  </a:cubicBezTo>
                  <a:cubicBezTo>
                    <a:pt x="731076" y="640747"/>
                    <a:pt x="731965" y="643822"/>
                    <a:pt x="733489" y="646549"/>
                  </a:cubicBezTo>
                  <a:cubicBezTo>
                    <a:pt x="743776" y="647057"/>
                    <a:pt x="754190" y="647310"/>
                    <a:pt x="764794" y="647374"/>
                  </a:cubicBezTo>
                  <a:cubicBezTo>
                    <a:pt x="770192" y="638850"/>
                    <a:pt x="767652" y="627568"/>
                    <a:pt x="759143" y="622171"/>
                  </a:cubicBezTo>
                  <a:cubicBezTo>
                    <a:pt x="756222" y="620326"/>
                    <a:pt x="752793" y="619349"/>
                    <a:pt x="749364" y="619343"/>
                  </a:cubicBezTo>
                  <a:close/>
                  <a:moveTo>
                    <a:pt x="749364" y="436698"/>
                  </a:moveTo>
                  <a:cubicBezTo>
                    <a:pt x="739267" y="436698"/>
                    <a:pt x="731076" y="444873"/>
                    <a:pt x="731076" y="454963"/>
                  </a:cubicBezTo>
                  <a:cubicBezTo>
                    <a:pt x="731076" y="465053"/>
                    <a:pt x="739267" y="473227"/>
                    <a:pt x="749364" y="473227"/>
                  </a:cubicBezTo>
                  <a:cubicBezTo>
                    <a:pt x="759461" y="473227"/>
                    <a:pt x="767652" y="465053"/>
                    <a:pt x="767652" y="454963"/>
                  </a:cubicBezTo>
                  <a:cubicBezTo>
                    <a:pt x="767652" y="444974"/>
                    <a:pt x="759587" y="436838"/>
                    <a:pt x="749618" y="436698"/>
                  </a:cubicBezTo>
                  <a:close/>
                  <a:moveTo>
                    <a:pt x="749364" y="528021"/>
                  </a:moveTo>
                  <a:cubicBezTo>
                    <a:pt x="739204" y="527983"/>
                    <a:pt x="731012" y="536164"/>
                    <a:pt x="730949" y="546285"/>
                  </a:cubicBezTo>
                  <a:cubicBezTo>
                    <a:pt x="730886" y="556407"/>
                    <a:pt x="739077" y="564638"/>
                    <a:pt x="749237" y="564676"/>
                  </a:cubicBezTo>
                  <a:cubicBezTo>
                    <a:pt x="759397" y="564714"/>
                    <a:pt x="767588" y="556533"/>
                    <a:pt x="767652" y="546412"/>
                  </a:cubicBezTo>
                  <a:cubicBezTo>
                    <a:pt x="767652" y="546367"/>
                    <a:pt x="767652" y="546330"/>
                    <a:pt x="767652" y="546285"/>
                  </a:cubicBezTo>
                  <a:cubicBezTo>
                    <a:pt x="767652" y="536297"/>
                    <a:pt x="759587" y="528160"/>
                    <a:pt x="749618" y="528021"/>
                  </a:cubicBezTo>
                  <a:close/>
                  <a:moveTo>
                    <a:pt x="703644" y="25748"/>
                  </a:moveTo>
                  <a:cubicBezTo>
                    <a:pt x="693548" y="25748"/>
                    <a:pt x="685356" y="33922"/>
                    <a:pt x="685356" y="44012"/>
                  </a:cubicBezTo>
                  <a:cubicBezTo>
                    <a:pt x="685356" y="54102"/>
                    <a:pt x="693548" y="62277"/>
                    <a:pt x="703644" y="62277"/>
                  </a:cubicBezTo>
                  <a:cubicBezTo>
                    <a:pt x="713740" y="62277"/>
                    <a:pt x="721932" y="54102"/>
                    <a:pt x="721932" y="44012"/>
                  </a:cubicBezTo>
                  <a:cubicBezTo>
                    <a:pt x="721805" y="34100"/>
                    <a:pt x="713804" y="26078"/>
                    <a:pt x="703898" y="25938"/>
                  </a:cubicBezTo>
                  <a:close/>
                  <a:moveTo>
                    <a:pt x="749364" y="162731"/>
                  </a:moveTo>
                  <a:cubicBezTo>
                    <a:pt x="739267" y="162731"/>
                    <a:pt x="731076" y="170906"/>
                    <a:pt x="731076" y="180996"/>
                  </a:cubicBezTo>
                  <a:cubicBezTo>
                    <a:pt x="731076" y="191086"/>
                    <a:pt x="739267" y="199260"/>
                    <a:pt x="749364" y="199260"/>
                  </a:cubicBezTo>
                  <a:cubicBezTo>
                    <a:pt x="759461" y="199260"/>
                    <a:pt x="767652" y="191086"/>
                    <a:pt x="767652" y="180996"/>
                  </a:cubicBezTo>
                  <a:cubicBezTo>
                    <a:pt x="767652" y="171007"/>
                    <a:pt x="759587" y="162871"/>
                    <a:pt x="749618" y="162731"/>
                  </a:cubicBezTo>
                  <a:close/>
                  <a:moveTo>
                    <a:pt x="749364" y="345376"/>
                  </a:moveTo>
                  <a:cubicBezTo>
                    <a:pt x="739267" y="345376"/>
                    <a:pt x="731076" y="353551"/>
                    <a:pt x="731076" y="363640"/>
                  </a:cubicBezTo>
                  <a:cubicBezTo>
                    <a:pt x="731076" y="373730"/>
                    <a:pt x="739267" y="381905"/>
                    <a:pt x="749364" y="381905"/>
                  </a:cubicBezTo>
                  <a:cubicBezTo>
                    <a:pt x="759461" y="381905"/>
                    <a:pt x="767652" y="373730"/>
                    <a:pt x="767652" y="363640"/>
                  </a:cubicBezTo>
                  <a:cubicBezTo>
                    <a:pt x="767652" y="353652"/>
                    <a:pt x="759587" y="345515"/>
                    <a:pt x="749618" y="345376"/>
                  </a:cubicBezTo>
                  <a:close/>
                  <a:moveTo>
                    <a:pt x="749364" y="71409"/>
                  </a:moveTo>
                  <a:cubicBezTo>
                    <a:pt x="739267" y="71409"/>
                    <a:pt x="731076" y="79584"/>
                    <a:pt x="731076" y="89673"/>
                  </a:cubicBezTo>
                  <a:cubicBezTo>
                    <a:pt x="731076" y="99763"/>
                    <a:pt x="739267" y="107938"/>
                    <a:pt x="749364" y="107938"/>
                  </a:cubicBezTo>
                  <a:cubicBezTo>
                    <a:pt x="759461" y="107938"/>
                    <a:pt x="767652" y="99763"/>
                    <a:pt x="767652" y="89673"/>
                  </a:cubicBezTo>
                  <a:cubicBezTo>
                    <a:pt x="767652" y="79685"/>
                    <a:pt x="759587" y="71548"/>
                    <a:pt x="749618" y="71409"/>
                  </a:cubicBezTo>
                  <a:close/>
                  <a:moveTo>
                    <a:pt x="703644" y="117070"/>
                  </a:moveTo>
                  <a:cubicBezTo>
                    <a:pt x="693548" y="117070"/>
                    <a:pt x="685356" y="125245"/>
                    <a:pt x="685356" y="135335"/>
                  </a:cubicBezTo>
                  <a:cubicBezTo>
                    <a:pt x="685356" y="145424"/>
                    <a:pt x="693548" y="153599"/>
                    <a:pt x="703644" y="153599"/>
                  </a:cubicBezTo>
                  <a:cubicBezTo>
                    <a:pt x="713740" y="153599"/>
                    <a:pt x="721932" y="145424"/>
                    <a:pt x="721932" y="135335"/>
                  </a:cubicBezTo>
                  <a:cubicBezTo>
                    <a:pt x="721932" y="125346"/>
                    <a:pt x="713867" y="117210"/>
                    <a:pt x="703898" y="117070"/>
                  </a:cubicBezTo>
                  <a:close/>
                  <a:moveTo>
                    <a:pt x="749364" y="254054"/>
                  </a:moveTo>
                  <a:cubicBezTo>
                    <a:pt x="739267" y="254054"/>
                    <a:pt x="731076" y="262228"/>
                    <a:pt x="731076" y="272318"/>
                  </a:cubicBezTo>
                  <a:cubicBezTo>
                    <a:pt x="731076" y="282408"/>
                    <a:pt x="739267" y="290583"/>
                    <a:pt x="749364" y="290583"/>
                  </a:cubicBezTo>
                  <a:cubicBezTo>
                    <a:pt x="759461" y="290583"/>
                    <a:pt x="767652" y="282408"/>
                    <a:pt x="767652" y="272318"/>
                  </a:cubicBezTo>
                  <a:cubicBezTo>
                    <a:pt x="767525" y="262406"/>
                    <a:pt x="759524" y="254383"/>
                    <a:pt x="749618" y="254244"/>
                  </a:cubicBezTo>
                  <a:close/>
                  <a:moveTo>
                    <a:pt x="703644" y="482359"/>
                  </a:moveTo>
                  <a:cubicBezTo>
                    <a:pt x="693548" y="482359"/>
                    <a:pt x="685356" y="490534"/>
                    <a:pt x="685356" y="500624"/>
                  </a:cubicBezTo>
                  <a:cubicBezTo>
                    <a:pt x="685356" y="510714"/>
                    <a:pt x="693548" y="518888"/>
                    <a:pt x="703644" y="518888"/>
                  </a:cubicBezTo>
                  <a:cubicBezTo>
                    <a:pt x="713740" y="518888"/>
                    <a:pt x="721932" y="510714"/>
                    <a:pt x="721932" y="500624"/>
                  </a:cubicBezTo>
                  <a:cubicBezTo>
                    <a:pt x="721805" y="490712"/>
                    <a:pt x="713804" y="482689"/>
                    <a:pt x="703898" y="482550"/>
                  </a:cubicBezTo>
                  <a:close/>
                  <a:moveTo>
                    <a:pt x="657924" y="71409"/>
                  </a:moveTo>
                  <a:cubicBezTo>
                    <a:pt x="647827" y="71409"/>
                    <a:pt x="639636" y="79584"/>
                    <a:pt x="639636" y="89673"/>
                  </a:cubicBezTo>
                  <a:cubicBezTo>
                    <a:pt x="639636" y="99763"/>
                    <a:pt x="647827" y="107938"/>
                    <a:pt x="657924" y="107938"/>
                  </a:cubicBezTo>
                  <a:cubicBezTo>
                    <a:pt x="668020" y="107938"/>
                    <a:pt x="676212" y="99763"/>
                    <a:pt x="676212" y="89673"/>
                  </a:cubicBezTo>
                  <a:cubicBezTo>
                    <a:pt x="676212" y="79685"/>
                    <a:pt x="668211" y="71548"/>
                    <a:pt x="658178" y="71409"/>
                  </a:cubicBezTo>
                  <a:close/>
                  <a:moveTo>
                    <a:pt x="886524" y="117070"/>
                  </a:moveTo>
                  <a:cubicBezTo>
                    <a:pt x="876427" y="117070"/>
                    <a:pt x="868236" y="125245"/>
                    <a:pt x="868236" y="135335"/>
                  </a:cubicBezTo>
                  <a:cubicBezTo>
                    <a:pt x="868236" y="145424"/>
                    <a:pt x="876427" y="153599"/>
                    <a:pt x="886524" y="153599"/>
                  </a:cubicBezTo>
                  <a:cubicBezTo>
                    <a:pt x="896620" y="153599"/>
                    <a:pt x="904812" y="145424"/>
                    <a:pt x="904812" y="135335"/>
                  </a:cubicBezTo>
                  <a:cubicBezTo>
                    <a:pt x="904812" y="125346"/>
                    <a:pt x="896811" y="117210"/>
                    <a:pt x="886778" y="117070"/>
                  </a:cubicBezTo>
                  <a:close/>
                  <a:moveTo>
                    <a:pt x="657924" y="162731"/>
                  </a:moveTo>
                  <a:cubicBezTo>
                    <a:pt x="647827" y="162731"/>
                    <a:pt x="639636" y="170906"/>
                    <a:pt x="639636" y="180996"/>
                  </a:cubicBezTo>
                  <a:cubicBezTo>
                    <a:pt x="639636" y="191086"/>
                    <a:pt x="647827" y="199260"/>
                    <a:pt x="657924" y="199260"/>
                  </a:cubicBezTo>
                  <a:cubicBezTo>
                    <a:pt x="668020" y="199260"/>
                    <a:pt x="676212" y="191086"/>
                    <a:pt x="676212" y="180996"/>
                  </a:cubicBezTo>
                  <a:cubicBezTo>
                    <a:pt x="676212" y="171007"/>
                    <a:pt x="668211" y="162871"/>
                    <a:pt x="658178" y="162731"/>
                  </a:cubicBezTo>
                  <a:close/>
                  <a:moveTo>
                    <a:pt x="657924" y="345376"/>
                  </a:moveTo>
                  <a:cubicBezTo>
                    <a:pt x="647827" y="345376"/>
                    <a:pt x="639636" y="353551"/>
                    <a:pt x="639636" y="363640"/>
                  </a:cubicBezTo>
                  <a:cubicBezTo>
                    <a:pt x="639636" y="373730"/>
                    <a:pt x="647827" y="381905"/>
                    <a:pt x="657924" y="381905"/>
                  </a:cubicBezTo>
                  <a:cubicBezTo>
                    <a:pt x="668020" y="381905"/>
                    <a:pt x="676212" y="373730"/>
                    <a:pt x="676212" y="363640"/>
                  </a:cubicBezTo>
                  <a:cubicBezTo>
                    <a:pt x="676212" y="353652"/>
                    <a:pt x="668211" y="345515"/>
                    <a:pt x="658178" y="345376"/>
                  </a:cubicBezTo>
                  <a:close/>
                  <a:moveTo>
                    <a:pt x="703644" y="391037"/>
                  </a:moveTo>
                  <a:cubicBezTo>
                    <a:pt x="693548" y="391037"/>
                    <a:pt x="685356" y="399212"/>
                    <a:pt x="685356" y="409302"/>
                  </a:cubicBezTo>
                  <a:cubicBezTo>
                    <a:pt x="685356" y="419391"/>
                    <a:pt x="693548" y="427566"/>
                    <a:pt x="703644" y="427566"/>
                  </a:cubicBezTo>
                  <a:cubicBezTo>
                    <a:pt x="713740" y="427566"/>
                    <a:pt x="721932" y="419391"/>
                    <a:pt x="721932" y="409302"/>
                  </a:cubicBezTo>
                  <a:cubicBezTo>
                    <a:pt x="721932" y="399313"/>
                    <a:pt x="713867" y="391177"/>
                    <a:pt x="703898" y="391037"/>
                  </a:cubicBezTo>
                  <a:close/>
                  <a:moveTo>
                    <a:pt x="703644" y="573682"/>
                  </a:moveTo>
                  <a:cubicBezTo>
                    <a:pt x="693548" y="573682"/>
                    <a:pt x="685356" y="581856"/>
                    <a:pt x="685356" y="591946"/>
                  </a:cubicBezTo>
                  <a:cubicBezTo>
                    <a:pt x="685356" y="602036"/>
                    <a:pt x="693548" y="610211"/>
                    <a:pt x="703644" y="610211"/>
                  </a:cubicBezTo>
                  <a:cubicBezTo>
                    <a:pt x="713740" y="610211"/>
                    <a:pt x="721932" y="602036"/>
                    <a:pt x="721932" y="591946"/>
                  </a:cubicBezTo>
                  <a:cubicBezTo>
                    <a:pt x="721932" y="581958"/>
                    <a:pt x="713867" y="573821"/>
                    <a:pt x="703898" y="573682"/>
                  </a:cubicBezTo>
                  <a:close/>
                  <a:moveTo>
                    <a:pt x="703644" y="208392"/>
                  </a:moveTo>
                  <a:cubicBezTo>
                    <a:pt x="693548" y="208392"/>
                    <a:pt x="685356" y="216567"/>
                    <a:pt x="685356" y="226657"/>
                  </a:cubicBezTo>
                  <a:cubicBezTo>
                    <a:pt x="685356" y="236747"/>
                    <a:pt x="693548" y="244921"/>
                    <a:pt x="703644" y="244921"/>
                  </a:cubicBezTo>
                  <a:cubicBezTo>
                    <a:pt x="713740" y="244921"/>
                    <a:pt x="721932" y="236747"/>
                    <a:pt x="721932" y="226657"/>
                  </a:cubicBezTo>
                  <a:cubicBezTo>
                    <a:pt x="721932" y="216669"/>
                    <a:pt x="713867" y="208532"/>
                    <a:pt x="703898" y="208392"/>
                  </a:cubicBezTo>
                  <a:close/>
                  <a:moveTo>
                    <a:pt x="703644" y="299715"/>
                  </a:moveTo>
                  <a:cubicBezTo>
                    <a:pt x="693548" y="299715"/>
                    <a:pt x="685356" y="307890"/>
                    <a:pt x="685356" y="317979"/>
                  </a:cubicBezTo>
                  <a:cubicBezTo>
                    <a:pt x="685356" y="328069"/>
                    <a:pt x="693548" y="336244"/>
                    <a:pt x="703644" y="336244"/>
                  </a:cubicBezTo>
                  <a:cubicBezTo>
                    <a:pt x="713740" y="336244"/>
                    <a:pt x="721932" y="328069"/>
                    <a:pt x="721932" y="317979"/>
                  </a:cubicBezTo>
                  <a:cubicBezTo>
                    <a:pt x="721932" y="307991"/>
                    <a:pt x="713867" y="299854"/>
                    <a:pt x="703898" y="299715"/>
                  </a:cubicBezTo>
                  <a:close/>
                  <a:moveTo>
                    <a:pt x="795084" y="573682"/>
                  </a:moveTo>
                  <a:cubicBezTo>
                    <a:pt x="784987" y="573682"/>
                    <a:pt x="776796" y="581856"/>
                    <a:pt x="776796" y="591946"/>
                  </a:cubicBezTo>
                  <a:cubicBezTo>
                    <a:pt x="776796" y="602036"/>
                    <a:pt x="784987" y="610211"/>
                    <a:pt x="795084" y="610211"/>
                  </a:cubicBezTo>
                  <a:cubicBezTo>
                    <a:pt x="805180" y="610211"/>
                    <a:pt x="813372" y="602036"/>
                    <a:pt x="813372" y="591946"/>
                  </a:cubicBezTo>
                  <a:cubicBezTo>
                    <a:pt x="813372" y="581958"/>
                    <a:pt x="805371" y="573821"/>
                    <a:pt x="795338" y="573682"/>
                  </a:cubicBezTo>
                  <a:close/>
                  <a:moveTo>
                    <a:pt x="657924" y="254054"/>
                  </a:moveTo>
                  <a:cubicBezTo>
                    <a:pt x="647827" y="254054"/>
                    <a:pt x="639636" y="262228"/>
                    <a:pt x="639636" y="272318"/>
                  </a:cubicBezTo>
                  <a:cubicBezTo>
                    <a:pt x="639636" y="282408"/>
                    <a:pt x="647827" y="290583"/>
                    <a:pt x="657924" y="290583"/>
                  </a:cubicBezTo>
                  <a:cubicBezTo>
                    <a:pt x="668020" y="290583"/>
                    <a:pt x="676212" y="282408"/>
                    <a:pt x="676212" y="272318"/>
                  </a:cubicBezTo>
                  <a:cubicBezTo>
                    <a:pt x="676085" y="262406"/>
                    <a:pt x="668084" y="254383"/>
                    <a:pt x="658178" y="254244"/>
                  </a:cubicBezTo>
                  <a:close/>
                  <a:moveTo>
                    <a:pt x="840804" y="162731"/>
                  </a:moveTo>
                  <a:cubicBezTo>
                    <a:pt x="830707" y="162731"/>
                    <a:pt x="822516" y="170906"/>
                    <a:pt x="822516" y="180996"/>
                  </a:cubicBezTo>
                  <a:cubicBezTo>
                    <a:pt x="822516" y="191086"/>
                    <a:pt x="830707" y="199260"/>
                    <a:pt x="840804" y="199260"/>
                  </a:cubicBezTo>
                  <a:cubicBezTo>
                    <a:pt x="850900" y="199260"/>
                    <a:pt x="859092" y="191086"/>
                    <a:pt x="859092" y="180996"/>
                  </a:cubicBezTo>
                  <a:cubicBezTo>
                    <a:pt x="859092" y="171007"/>
                    <a:pt x="851027" y="162871"/>
                    <a:pt x="841058" y="162731"/>
                  </a:cubicBezTo>
                  <a:close/>
                  <a:moveTo>
                    <a:pt x="840804" y="71409"/>
                  </a:moveTo>
                  <a:cubicBezTo>
                    <a:pt x="830707" y="71409"/>
                    <a:pt x="822516" y="79584"/>
                    <a:pt x="822516" y="89673"/>
                  </a:cubicBezTo>
                  <a:cubicBezTo>
                    <a:pt x="822516" y="99763"/>
                    <a:pt x="830707" y="107938"/>
                    <a:pt x="840804" y="107938"/>
                  </a:cubicBezTo>
                  <a:cubicBezTo>
                    <a:pt x="850900" y="107938"/>
                    <a:pt x="859092" y="99763"/>
                    <a:pt x="859092" y="89673"/>
                  </a:cubicBezTo>
                  <a:cubicBezTo>
                    <a:pt x="859092" y="79685"/>
                    <a:pt x="851027" y="71548"/>
                    <a:pt x="841058" y="71409"/>
                  </a:cubicBezTo>
                  <a:close/>
                  <a:moveTo>
                    <a:pt x="840804" y="345376"/>
                  </a:moveTo>
                  <a:cubicBezTo>
                    <a:pt x="830707" y="345376"/>
                    <a:pt x="822516" y="353551"/>
                    <a:pt x="822516" y="363640"/>
                  </a:cubicBezTo>
                  <a:cubicBezTo>
                    <a:pt x="822516" y="373730"/>
                    <a:pt x="830707" y="381905"/>
                    <a:pt x="840804" y="381905"/>
                  </a:cubicBezTo>
                  <a:cubicBezTo>
                    <a:pt x="850900" y="381905"/>
                    <a:pt x="859092" y="373730"/>
                    <a:pt x="859092" y="363640"/>
                  </a:cubicBezTo>
                  <a:cubicBezTo>
                    <a:pt x="859092" y="353652"/>
                    <a:pt x="851027" y="345515"/>
                    <a:pt x="841058" y="345376"/>
                  </a:cubicBezTo>
                  <a:close/>
                  <a:moveTo>
                    <a:pt x="886524" y="573682"/>
                  </a:moveTo>
                  <a:cubicBezTo>
                    <a:pt x="876427" y="573682"/>
                    <a:pt x="868236" y="581856"/>
                    <a:pt x="868236" y="591946"/>
                  </a:cubicBezTo>
                  <a:cubicBezTo>
                    <a:pt x="868236" y="602036"/>
                    <a:pt x="876427" y="610211"/>
                    <a:pt x="886524" y="610211"/>
                  </a:cubicBezTo>
                  <a:cubicBezTo>
                    <a:pt x="896620" y="610211"/>
                    <a:pt x="904812" y="602036"/>
                    <a:pt x="904812" y="591946"/>
                  </a:cubicBezTo>
                  <a:cubicBezTo>
                    <a:pt x="904812" y="581958"/>
                    <a:pt x="896811" y="573821"/>
                    <a:pt x="886778" y="573682"/>
                  </a:cubicBezTo>
                  <a:close/>
                  <a:moveTo>
                    <a:pt x="840804" y="254054"/>
                  </a:moveTo>
                  <a:cubicBezTo>
                    <a:pt x="830707" y="254054"/>
                    <a:pt x="822516" y="262228"/>
                    <a:pt x="822516" y="272318"/>
                  </a:cubicBezTo>
                  <a:cubicBezTo>
                    <a:pt x="822516" y="282408"/>
                    <a:pt x="830707" y="290583"/>
                    <a:pt x="840804" y="290583"/>
                  </a:cubicBezTo>
                  <a:cubicBezTo>
                    <a:pt x="850900" y="290583"/>
                    <a:pt x="859092" y="282408"/>
                    <a:pt x="859092" y="272318"/>
                  </a:cubicBezTo>
                  <a:cubicBezTo>
                    <a:pt x="858965" y="262406"/>
                    <a:pt x="850964" y="254383"/>
                    <a:pt x="841058" y="254244"/>
                  </a:cubicBezTo>
                  <a:close/>
                  <a:moveTo>
                    <a:pt x="886524" y="208392"/>
                  </a:moveTo>
                  <a:cubicBezTo>
                    <a:pt x="876427" y="208392"/>
                    <a:pt x="868236" y="216567"/>
                    <a:pt x="868236" y="226657"/>
                  </a:cubicBezTo>
                  <a:cubicBezTo>
                    <a:pt x="868236" y="236747"/>
                    <a:pt x="876427" y="244921"/>
                    <a:pt x="886524" y="244921"/>
                  </a:cubicBezTo>
                  <a:cubicBezTo>
                    <a:pt x="896620" y="244921"/>
                    <a:pt x="904812" y="236747"/>
                    <a:pt x="904812" y="226657"/>
                  </a:cubicBezTo>
                  <a:cubicBezTo>
                    <a:pt x="904812" y="216669"/>
                    <a:pt x="896811" y="208532"/>
                    <a:pt x="886778" y="208392"/>
                  </a:cubicBezTo>
                  <a:close/>
                  <a:moveTo>
                    <a:pt x="886524" y="299715"/>
                  </a:moveTo>
                  <a:cubicBezTo>
                    <a:pt x="876427" y="299715"/>
                    <a:pt x="868236" y="307890"/>
                    <a:pt x="868236" y="317979"/>
                  </a:cubicBezTo>
                  <a:cubicBezTo>
                    <a:pt x="868236" y="328069"/>
                    <a:pt x="876427" y="336244"/>
                    <a:pt x="886524" y="336244"/>
                  </a:cubicBezTo>
                  <a:cubicBezTo>
                    <a:pt x="896620" y="336244"/>
                    <a:pt x="904812" y="328069"/>
                    <a:pt x="904812" y="317979"/>
                  </a:cubicBezTo>
                  <a:cubicBezTo>
                    <a:pt x="904812" y="307991"/>
                    <a:pt x="896811" y="299854"/>
                    <a:pt x="886778" y="299715"/>
                  </a:cubicBezTo>
                  <a:close/>
                  <a:moveTo>
                    <a:pt x="886524" y="391037"/>
                  </a:moveTo>
                  <a:cubicBezTo>
                    <a:pt x="876427" y="391037"/>
                    <a:pt x="868236" y="399212"/>
                    <a:pt x="868236" y="409302"/>
                  </a:cubicBezTo>
                  <a:cubicBezTo>
                    <a:pt x="868236" y="419391"/>
                    <a:pt x="876427" y="427566"/>
                    <a:pt x="886524" y="427566"/>
                  </a:cubicBezTo>
                  <a:cubicBezTo>
                    <a:pt x="896620" y="427566"/>
                    <a:pt x="904812" y="419391"/>
                    <a:pt x="904812" y="409302"/>
                  </a:cubicBezTo>
                  <a:cubicBezTo>
                    <a:pt x="904812" y="399313"/>
                    <a:pt x="896811" y="391177"/>
                    <a:pt x="886778" y="391037"/>
                  </a:cubicBezTo>
                  <a:close/>
                  <a:moveTo>
                    <a:pt x="886524" y="482359"/>
                  </a:moveTo>
                  <a:cubicBezTo>
                    <a:pt x="876427" y="482359"/>
                    <a:pt x="868236" y="490534"/>
                    <a:pt x="868236" y="500624"/>
                  </a:cubicBezTo>
                  <a:cubicBezTo>
                    <a:pt x="868236" y="510714"/>
                    <a:pt x="876427" y="518888"/>
                    <a:pt x="886524" y="518888"/>
                  </a:cubicBezTo>
                  <a:cubicBezTo>
                    <a:pt x="896620" y="518888"/>
                    <a:pt x="904812" y="510714"/>
                    <a:pt x="904812" y="500624"/>
                  </a:cubicBezTo>
                  <a:cubicBezTo>
                    <a:pt x="904685" y="490712"/>
                    <a:pt x="896684" y="482689"/>
                    <a:pt x="886778" y="482550"/>
                  </a:cubicBezTo>
                  <a:close/>
                  <a:moveTo>
                    <a:pt x="795084" y="391037"/>
                  </a:moveTo>
                  <a:cubicBezTo>
                    <a:pt x="784987" y="391037"/>
                    <a:pt x="776796" y="399212"/>
                    <a:pt x="776796" y="409302"/>
                  </a:cubicBezTo>
                  <a:cubicBezTo>
                    <a:pt x="776796" y="419391"/>
                    <a:pt x="784987" y="427566"/>
                    <a:pt x="795084" y="427566"/>
                  </a:cubicBezTo>
                  <a:cubicBezTo>
                    <a:pt x="805180" y="427566"/>
                    <a:pt x="813372" y="419391"/>
                    <a:pt x="813372" y="409302"/>
                  </a:cubicBezTo>
                  <a:cubicBezTo>
                    <a:pt x="813372" y="399313"/>
                    <a:pt x="805371" y="391177"/>
                    <a:pt x="795338" y="391037"/>
                  </a:cubicBezTo>
                  <a:close/>
                  <a:moveTo>
                    <a:pt x="795084" y="299715"/>
                  </a:moveTo>
                  <a:cubicBezTo>
                    <a:pt x="784987" y="299715"/>
                    <a:pt x="776796" y="307890"/>
                    <a:pt x="776796" y="317979"/>
                  </a:cubicBezTo>
                  <a:cubicBezTo>
                    <a:pt x="776796" y="328069"/>
                    <a:pt x="784987" y="336244"/>
                    <a:pt x="795084" y="336244"/>
                  </a:cubicBezTo>
                  <a:cubicBezTo>
                    <a:pt x="805180" y="336244"/>
                    <a:pt x="813372" y="328069"/>
                    <a:pt x="813372" y="317979"/>
                  </a:cubicBezTo>
                  <a:cubicBezTo>
                    <a:pt x="813372" y="307991"/>
                    <a:pt x="805371" y="299854"/>
                    <a:pt x="795338" y="299715"/>
                  </a:cubicBezTo>
                  <a:close/>
                  <a:moveTo>
                    <a:pt x="840804" y="436698"/>
                  </a:moveTo>
                  <a:cubicBezTo>
                    <a:pt x="830707" y="436698"/>
                    <a:pt x="822516" y="444873"/>
                    <a:pt x="822516" y="454963"/>
                  </a:cubicBezTo>
                  <a:cubicBezTo>
                    <a:pt x="822516" y="465053"/>
                    <a:pt x="830707" y="473227"/>
                    <a:pt x="840804" y="473227"/>
                  </a:cubicBezTo>
                  <a:cubicBezTo>
                    <a:pt x="850900" y="473227"/>
                    <a:pt x="859092" y="465053"/>
                    <a:pt x="859092" y="454963"/>
                  </a:cubicBezTo>
                  <a:cubicBezTo>
                    <a:pt x="859092" y="444974"/>
                    <a:pt x="851027" y="436838"/>
                    <a:pt x="841058" y="436698"/>
                  </a:cubicBezTo>
                  <a:close/>
                  <a:moveTo>
                    <a:pt x="795084" y="208392"/>
                  </a:moveTo>
                  <a:cubicBezTo>
                    <a:pt x="784987" y="208392"/>
                    <a:pt x="776796" y="216567"/>
                    <a:pt x="776796" y="226657"/>
                  </a:cubicBezTo>
                  <a:cubicBezTo>
                    <a:pt x="776796" y="236747"/>
                    <a:pt x="784987" y="244921"/>
                    <a:pt x="795084" y="244921"/>
                  </a:cubicBezTo>
                  <a:cubicBezTo>
                    <a:pt x="805180" y="244921"/>
                    <a:pt x="813372" y="236747"/>
                    <a:pt x="813372" y="226657"/>
                  </a:cubicBezTo>
                  <a:cubicBezTo>
                    <a:pt x="813372" y="216669"/>
                    <a:pt x="805371" y="208532"/>
                    <a:pt x="795338" y="208392"/>
                  </a:cubicBezTo>
                  <a:close/>
                  <a:moveTo>
                    <a:pt x="795084" y="482359"/>
                  </a:moveTo>
                  <a:cubicBezTo>
                    <a:pt x="784987" y="482359"/>
                    <a:pt x="776796" y="490534"/>
                    <a:pt x="776796" y="500624"/>
                  </a:cubicBezTo>
                  <a:cubicBezTo>
                    <a:pt x="776796" y="510714"/>
                    <a:pt x="784987" y="518888"/>
                    <a:pt x="795084" y="518888"/>
                  </a:cubicBezTo>
                  <a:cubicBezTo>
                    <a:pt x="805180" y="518888"/>
                    <a:pt x="813372" y="510714"/>
                    <a:pt x="813372" y="500624"/>
                  </a:cubicBezTo>
                  <a:cubicBezTo>
                    <a:pt x="813245" y="490712"/>
                    <a:pt x="805244" y="482689"/>
                    <a:pt x="795338" y="482550"/>
                  </a:cubicBezTo>
                  <a:close/>
                  <a:moveTo>
                    <a:pt x="795084" y="117070"/>
                  </a:moveTo>
                  <a:cubicBezTo>
                    <a:pt x="784987" y="117070"/>
                    <a:pt x="776796" y="125245"/>
                    <a:pt x="776796" y="135335"/>
                  </a:cubicBezTo>
                  <a:cubicBezTo>
                    <a:pt x="776796" y="145424"/>
                    <a:pt x="784987" y="153599"/>
                    <a:pt x="795084" y="153599"/>
                  </a:cubicBezTo>
                  <a:cubicBezTo>
                    <a:pt x="805180" y="153599"/>
                    <a:pt x="813372" y="145424"/>
                    <a:pt x="813372" y="135335"/>
                  </a:cubicBezTo>
                  <a:cubicBezTo>
                    <a:pt x="813372" y="125346"/>
                    <a:pt x="805371" y="117210"/>
                    <a:pt x="795338" y="117070"/>
                  </a:cubicBezTo>
                  <a:close/>
                  <a:moveTo>
                    <a:pt x="840804" y="528021"/>
                  </a:moveTo>
                  <a:cubicBezTo>
                    <a:pt x="830644" y="527983"/>
                    <a:pt x="822452" y="536164"/>
                    <a:pt x="822389" y="546285"/>
                  </a:cubicBezTo>
                  <a:cubicBezTo>
                    <a:pt x="822325" y="556407"/>
                    <a:pt x="830517" y="564638"/>
                    <a:pt x="840677" y="564676"/>
                  </a:cubicBezTo>
                  <a:cubicBezTo>
                    <a:pt x="850837" y="564714"/>
                    <a:pt x="859028" y="556533"/>
                    <a:pt x="859092" y="546412"/>
                  </a:cubicBezTo>
                  <a:cubicBezTo>
                    <a:pt x="859092" y="546367"/>
                    <a:pt x="859092" y="546330"/>
                    <a:pt x="859092" y="546285"/>
                  </a:cubicBezTo>
                  <a:cubicBezTo>
                    <a:pt x="859092" y="536297"/>
                    <a:pt x="851027" y="528160"/>
                    <a:pt x="841058" y="528021"/>
                  </a:cubicBezTo>
                  <a:close/>
                  <a:moveTo>
                    <a:pt x="840804" y="619343"/>
                  </a:moveTo>
                  <a:cubicBezTo>
                    <a:pt x="830707" y="619343"/>
                    <a:pt x="822516" y="627518"/>
                    <a:pt x="822516" y="637607"/>
                  </a:cubicBezTo>
                  <a:cubicBezTo>
                    <a:pt x="822516" y="639148"/>
                    <a:pt x="822770" y="640683"/>
                    <a:pt x="823151" y="642174"/>
                  </a:cubicBezTo>
                  <a:cubicBezTo>
                    <a:pt x="835089" y="639814"/>
                    <a:pt x="846837" y="636701"/>
                    <a:pt x="858393" y="632851"/>
                  </a:cubicBezTo>
                  <a:cubicBezTo>
                    <a:pt x="856298" y="624994"/>
                    <a:pt x="849186" y="619489"/>
                    <a:pt x="841058" y="619343"/>
                  </a:cubicBezTo>
                  <a:close/>
                  <a:moveTo>
                    <a:pt x="795084" y="25748"/>
                  </a:moveTo>
                  <a:cubicBezTo>
                    <a:pt x="784987" y="25748"/>
                    <a:pt x="776796" y="33922"/>
                    <a:pt x="776796" y="44012"/>
                  </a:cubicBezTo>
                  <a:cubicBezTo>
                    <a:pt x="776796" y="54102"/>
                    <a:pt x="784987" y="62277"/>
                    <a:pt x="795084" y="62277"/>
                  </a:cubicBezTo>
                  <a:cubicBezTo>
                    <a:pt x="805180" y="62277"/>
                    <a:pt x="813372" y="54102"/>
                    <a:pt x="813372" y="44012"/>
                  </a:cubicBezTo>
                  <a:cubicBezTo>
                    <a:pt x="813245" y="34100"/>
                    <a:pt x="805244" y="26078"/>
                    <a:pt x="795338" y="25938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6"/>
            <p:cNvSpPr/>
            <p:nvPr/>
          </p:nvSpPr>
          <p:spPr>
            <a:xfrm>
              <a:off x="6788222" y="1606642"/>
              <a:ext cx="679513" cy="456825"/>
            </a:xfrm>
            <a:custGeom>
              <a:avLst/>
              <a:gdLst/>
              <a:ahLst/>
              <a:cxnLst/>
              <a:rect l="l" t="t" r="r" b="b"/>
              <a:pathLst>
                <a:path w="1812035" h="1218201" extrusionOk="0">
                  <a:moveTo>
                    <a:pt x="877760" y="1218202"/>
                  </a:moveTo>
                  <a:cubicBezTo>
                    <a:pt x="1373442" y="1218202"/>
                    <a:pt x="1576959" y="444118"/>
                    <a:pt x="1812036" y="0"/>
                  </a:cubicBezTo>
                  <a:lnTo>
                    <a:pt x="0" y="0"/>
                  </a:lnTo>
                  <a:cubicBezTo>
                    <a:pt x="243967" y="601269"/>
                    <a:pt x="522922" y="1218202"/>
                    <a:pt x="877760" y="1218202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6"/>
            <p:cNvSpPr/>
            <p:nvPr/>
          </p:nvSpPr>
          <p:spPr>
            <a:xfrm>
              <a:off x="6308923" y="1183542"/>
              <a:ext cx="479298" cy="423103"/>
            </a:xfrm>
            <a:custGeom>
              <a:avLst/>
              <a:gdLst/>
              <a:ahLst/>
              <a:cxnLst/>
              <a:rect l="l" t="t" r="r" b="b"/>
              <a:pathLst>
                <a:path w="1278128" h="1128274" extrusionOk="0">
                  <a:moveTo>
                    <a:pt x="641922" y="0"/>
                  </a:moveTo>
                  <a:cubicBezTo>
                    <a:pt x="371729" y="0"/>
                    <a:pt x="243142" y="659994"/>
                    <a:pt x="0" y="1128275"/>
                  </a:cubicBezTo>
                  <a:lnTo>
                    <a:pt x="1278128" y="1128275"/>
                  </a:lnTo>
                  <a:cubicBezTo>
                    <a:pt x="1046290" y="557066"/>
                    <a:pt x="845947" y="0"/>
                    <a:pt x="641922" y="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6"/>
            <p:cNvSpPr/>
            <p:nvPr/>
          </p:nvSpPr>
          <p:spPr>
            <a:xfrm>
              <a:off x="7467735" y="1492704"/>
              <a:ext cx="265033" cy="113939"/>
            </a:xfrm>
            <a:custGeom>
              <a:avLst/>
              <a:gdLst/>
              <a:ahLst/>
              <a:cxnLst/>
              <a:rect l="l" t="t" r="r" b="b"/>
              <a:pathLst>
                <a:path w="706755" h="303837" extrusionOk="0">
                  <a:moveTo>
                    <a:pt x="320167" y="0"/>
                  </a:moveTo>
                  <a:cubicBezTo>
                    <a:pt x="194310" y="0"/>
                    <a:pt x="94615" y="125251"/>
                    <a:pt x="0" y="303837"/>
                  </a:cubicBezTo>
                  <a:lnTo>
                    <a:pt x="706755" y="303837"/>
                  </a:lnTo>
                  <a:cubicBezTo>
                    <a:pt x="594932" y="135335"/>
                    <a:pt x="483933" y="0"/>
                    <a:pt x="320167" y="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6"/>
            <p:cNvSpPr/>
            <p:nvPr/>
          </p:nvSpPr>
          <p:spPr>
            <a:xfrm>
              <a:off x="8954159" y="1606642"/>
              <a:ext cx="189405" cy="242741"/>
            </a:xfrm>
            <a:custGeom>
              <a:avLst/>
              <a:gdLst/>
              <a:ahLst/>
              <a:cxnLst/>
              <a:rect l="l" t="t" r="r" b="b"/>
              <a:pathLst>
                <a:path w="505079" h="647310" extrusionOk="0">
                  <a:moveTo>
                    <a:pt x="0" y="0"/>
                  </a:moveTo>
                  <a:cubicBezTo>
                    <a:pt x="127000" y="368460"/>
                    <a:pt x="278765" y="644013"/>
                    <a:pt x="505079" y="647310"/>
                  </a:cubicBezTo>
                  <a:lnTo>
                    <a:pt x="505079" y="0"/>
                  </a:ln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6"/>
            <p:cNvSpPr/>
            <p:nvPr/>
          </p:nvSpPr>
          <p:spPr>
            <a:xfrm>
              <a:off x="5519015" y="1249917"/>
              <a:ext cx="397002" cy="356728"/>
            </a:xfrm>
            <a:custGeom>
              <a:avLst/>
              <a:gdLst/>
              <a:ahLst/>
              <a:cxnLst/>
              <a:rect l="l" t="t" r="r" b="b"/>
              <a:pathLst>
                <a:path w="1058671" h="951274" extrusionOk="0">
                  <a:moveTo>
                    <a:pt x="584200" y="0"/>
                  </a:moveTo>
                  <a:cubicBezTo>
                    <a:pt x="388938" y="0"/>
                    <a:pt x="206692" y="447289"/>
                    <a:pt x="0" y="951274"/>
                  </a:cubicBezTo>
                  <a:lnTo>
                    <a:pt x="1058672" y="951274"/>
                  </a:lnTo>
                  <a:cubicBezTo>
                    <a:pt x="920623" y="672805"/>
                    <a:pt x="806005" y="314808"/>
                    <a:pt x="664654" y="17313"/>
                  </a:cubicBezTo>
                  <a:cubicBezTo>
                    <a:pt x="639312" y="6075"/>
                    <a:pt x="611924" y="184"/>
                    <a:pt x="584200" y="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6"/>
            <p:cNvSpPr/>
            <p:nvPr/>
          </p:nvSpPr>
          <p:spPr>
            <a:xfrm>
              <a:off x="7215942" y="1606642"/>
              <a:ext cx="470225" cy="214036"/>
            </a:xfrm>
            <a:custGeom>
              <a:avLst/>
              <a:gdLst/>
              <a:ahLst/>
              <a:cxnLst/>
              <a:rect l="l" t="t" r="r" b="b"/>
              <a:pathLst>
                <a:path w="1253934" h="570764" extrusionOk="0">
                  <a:moveTo>
                    <a:pt x="569913" y="570765"/>
                  </a:moveTo>
                  <a:cubicBezTo>
                    <a:pt x="852488" y="570765"/>
                    <a:pt x="1068959" y="318106"/>
                    <a:pt x="1253934" y="0"/>
                  </a:cubicBezTo>
                  <a:lnTo>
                    <a:pt x="0" y="0"/>
                  </a:lnTo>
                  <a:cubicBezTo>
                    <a:pt x="142240" y="325336"/>
                    <a:pt x="312674" y="570765"/>
                    <a:pt x="569913" y="570765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6"/>
            <p:cNvSpPr/>
            <p:nvPr/>
          </p:nvSpPr>
          <p:spPr>
            <a:xfrm>
              <a:off x="8828810" y="1202353"/>
              <a:ext cx="314754" cy="404291"/>
            </a:xfrm>
            <a:custGeom>
              <a:avLst/>
              <a:gdLst/>
              <a:ahLst/>
              <a:cxnLst/>
              <a:rect l="l" t="t" r="r" b="b"/>
              <a:pathLst>
                <a:path w="839343" h="1078110" extrusionOk="0">
                  <a:moveTo>
                    <a:pt x="0" y="1078111"/>
                  </a:moveTo>
                  <a:lnTo>
                    <a:pt x="839343" y="1078111"/>
                  </a:lnTo>
                  <a:lnTo>
                    <a:pt x="839343" y="0"/>
                  </a:lnTo>
                  <a:cubicBezTo>
                    <a:pt x="537274" y="5898"/>
                    <a:pt x="328867" y="647881"/>
                    <a:pt x="0" y="1078111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6"/>
            <p:cNvSpPr/>
            <p:nvPr/>
          </p:nvSpPr>
          <p:spPr>
            <a:xfrm>
              <a:off x="6509901" y="1012171"/>
              <a:ext cx="699230" cy="594522"/>
            </a:xfrm>
            <a:custGeom>
              <a:avLst/>
              <a:gdLst/>
              <a:ahLst/>
              <a:cxnLst/>
              <a:rect l="l" t="t" r="r" b="b"/>
              <a:pathLst>
                <a:path w="1864614" h="1585393" extrusionOk="0">
                  <a:moveTo>
                    <a:pt x="215900" y="962880"/>
                  </a:moveTo>
                  <a:lnTo>
                    <a:pt x="839153" y="1585267"/>
                  </a:lnTo>
                  <a:lnTo>
                    <a:pt x="866648" y="1585267"/>
                  </a:lnTo>
                  <a:lnTo>
                    <a:pt x="223329" y="942523"/>
                  </a:lnTo>
                  <a:close/>
                  <a:moveTo>
                    <a:pt x="194754" y="1023761"/>
                  </a:moveTo>
                  <a:lnTo>
                    <a:pt x="757047" y="1585267"/>
                  </a:lnTo>
                  <a:lnTo>
                    <a:pt x="784542" y="1585267"/>
                  </a:lnTo>
                  <a:lnTo>
                    <a:pt x="201866" y="1003341"/>
                  </a:lnTo>
                  <a:cubicBezTo>
                    <a:pt x="199771" y="1010190"/>
                    <a:pt x="197358" y="1016976"/>
                    <a:pt x="195009" y="1023761"/>
                  </a:cubicBezTo>
                  <a:close/>
                  <a:moveTo>
                    <a:pt x="173990" y="1084833"/>
                  </a:moveTo>
                  <a:lnTo>
                    <a:pt x="675132" y="1585267"/>
                  </a:lnTo>
                  <a:lnTo>
                    <a:pt x="702691" y="1585267"/>
                  </a:lnTo>
                  <a:lnTo>
                    <a:pt x="181039" y="1064349"/>
                  </a:lnTo>
                  <a:close/>
                  <a:moveTo>
                    <a:pt x="259143" y="841751"/>
                  </a:moveTo>
                  <a:lnTo>
                    <a:pt x="1003681" y="1585267"/>
                  </a:lnTo>
                  <a:lnTo>
                    <a:pt x="1031177" y="1585267"/>
                  </a:lnTo>
                  <a:lnTo>
                    <a:pt x="266700" y="821584"/>
                  </a:lnTo>
                  <a:close/>
                  <a:moveTo>
                    <a:pt x="237490" y="902188"/>
                  </a:moveTo>
                  <a:lnTo>
                    <a:pt x="921512" y="1585267"/>
                  </a:lnTo>
                  <a:lnTo>
                    <a:pt x="949071" y="1585267"/>
                  </a:lnTo>
                  <a:lnTo>
                    <a:pt x="244729" y="881895"/>
                  </a:lnTo>
                  <a:close/>
                  <a:moveTo>
                    <a:pt x="303657" y="722207"/>
                  </a:moveTo>
                  <a:lnTo>
                    <a:pt x="1167892" y="1585267"/>
                  </a:lnTo>
                  <a:lnTo>
                    <a:pt x="1195451" y="1585267"/>
                  </a:lnTo>
                  <a:lnTo>
                    <a:pt x="311150" y="702358"/>
                  </a:lnTo>
                  <a:cubicBezTo>
                    <a:pt x="308801" y="708953"/>
                    <a:pt x="306260" y="715549"/>
                    <a:pt x="303657" y="722207"/>
                  </a:cubicBezTo>
                  <a:close/>
                  <a:moveTo>
                    <a:pt x="281178" y="781757"/>
                  </a:moveTo>
                  <a:lnTo>
                    <a:pt x="1085850" y="1585267"/>
                  </a:lnTo>
                  <a:lnTo>
                    <a:pt x="1113346" y="1585267"/>
                  </a:lnTo>
                  <a:lnTo>
                    <a:pt x="288671" y="761717"/>
                  </a:lnTo>
                  <a:cubicBezTo>
                    <a:pt x="286131" y="768376"/>
                    <a:pt x="283654" y="775035"/>
                    <a:pt x="281178" y="781757"/>
                  </a:cubicBezTo>
                  <a:close/>
                  <a:moveTo>
                    <a:pt x="45657" y="1448727"/>
                  </a:moveTo>
                  <a:lnTo>
                    <a:pt x="182372" y="1585267"/>
                  </a:lnTo>
                  <a:lnTo>
                    <a:pt x="209867" y="1585267"/>
                  </a:lnTo>
                  <a:lnTo>
                    <a:pt x="53086" y="1428687"/>
                  </a:lnTo>
                  <a:close/>
                  <a:moveTo>
                    <a:pt x="23051" y="1508150"/>
                  </a:moveTo>
                  <a:lnTo>
                    <a:pt x="100266" y="1585267"/>
                  </a:lnTo>
                  <a:lnTo>
                    <a:pt x="127762" y="1585267"/>
                  </a:lnTo>
                  <a:lnTo>
                    <a:pt x="30671" y="1488300"/>
                  </a:lnTo>
                  <a:close/>
                  <a:moveTo>
                    <a:pt x="67501" y="1388797"/>
                  </a:moveTo>
                  <a:lnTo>
                    <a:pt x="264351" y="1585394"/>
                  </a:lnTo>
                  <a:lnTo>
                    <a:pt x="292100" y="1585394"/>
                  </a:lnTo>
                  <a:lnTo>
                    <a:pt x="75121" y="1368757"/>
                  </a:lnTo>
                  <a:close/>
                  <a:moveTo>
                    <a:pt x="326517" y="663228"/>
                  </a:moveTo>
                  <a:lnTo>
                    <a:pt x="1249807" y="1585267"/>
                  </a:lnTo>
                  <a:lnTo>
                    <a:pt x="1277303" y="1585267"/>
                  </a:lnTo>
                  <a:lnTo>
                    <a:pt x="334709" y="643632"/>
                  </a:lnTo>
                  <a:cubicBezTo>
                    <a:pt x="332041" y="650164"/>
                    <a:pt x="329374" y="656696"/>
                    <a:pt x="326771" y="663228"/>
                  </a:cubicBezTo>
                  <a:close/>
                  <a:moveTo>
                    <a:pt x="153035" y="1145905"/>
                  </a:moveTo>
                  <a:lnTo>
                    <a:pt x="593027" y="1585267"/>
                  </a:lnTo>
                  <a:lnTo>
                    <a:pt x="620522" y="1585267"/>
                  </a:lnTo>
                  <a:lnTo>
                    <a:pt x="160084" y="1125421"/>
                  </a:lnTo>
                  <a:close/>
                  <a:moveTo>
                    <a:pt x="0" y="1566812"/>
                  </a:moveTo>
                  <a:lnTo>
                    <a:pt x="18288" y="1585077"/>
                  </a:lnTo>
                  <a:lnTo>
                    <a:pt x="45847" y="1585077"/>
                  </a:lnTo>
                  <a:lnTo>
                    <a:pt x="7747" y="1547026"/>
                  </a:lnTo>
                  <a:cubicBezTo>
                    <a:pt x="5080" y="1554128"/>
                    <a:pt x="2413" y="1560470"/>
                    <a:pt x="0" y="1566812"/>
                  </a:cubicBezTo>
                  <a:close/>
                  <a:moveTo>
                    <a:pt x="132207" y="1206723"/>
                  </a:moveTo>
                  <a:lnTo>
                    <a:pt x="511111" y="1585077"/>
                  </a:lnTo>
                  <a:lnTo>
                    <a:pt x="538607" y="1585077"/>
                  </a:lnTo>
                  <a:lnTo>
                    <a:pt x="139065" y="1186302"/>
                  </a:lnTo>
                  <a:close/>
                  <a:moveTo>
                    <a:pt x="110998" y="1267605"/>
                  </a:moveTo>
                  <a:lnTo>
                    <a:pt x="428942" y="1585077"/>
                  </a:lnTo>
                  <a:lnTo>
                    <a:pt x="456438" y="1585077"/>
                  </a:lnTo>
                  <a:lnTo>
                    <a:pt x="118110" y="1247184"/>
                  </a:lnTo>
                  <a:cubicBezTo>
                    <a:pt x="115570" y="1254223"/>
                    <a:pt x="113221" y="1261009"/>
                    <a:pt x="110808" y="1267795"/>
                  </a:cubicBezTo>
                  <a:close/>
                  <a:moveTo>
                    <a:pt x="89662" y="1328233"/>
                  </a:moveTo>
                  <a:lnTo>
                    <a:pt x="346837" y="1585077"/>
                  </a:lnTo>
                  <a:lnTo>
                    <a:pt x="374333" y="1585077"/>
                  </a:lnTo>
                  <a:lnTo>
                    <a:pt x="96838" y="1307939"/>
                  </a:lnTo>
                  <a:cubicBezTo>
                    <a:pt x="94234" y="1314915"/>
                    <a:pt x="91884" y="1321701"/>
                    <a:pt x="89472" y="1328423"/>
                  </a:cubicBezTo>
                  <a:close/>
                  <a:moveTo>
                    <a:pt x="1792922" y="1361400"/>
                  </a:moveTo>
                  <a:lnTo>
                    <a:pt x="599122" y="169137"/>
                  </a:lnTo>
                  <a:cubicBezTo>
                    <a:pt x="594868" y="173956"/>
                    <a:pt x="590614" y="178966"/>
                    <a:pt x="586422" y="183976"/>
                  </a:cubicBezTo>
                  <a:lnTo>
                    <a:pt x="1809750" y="1405920"/>
                  </a:lnTo>
                  <a:cubicBezTo>
                    <a:pt x="1804035" y="1391251"/>
                    <a:pt x="1798383" y="1376475"/>
                    <a:pt x="1792732" y="1361591"/>
                  </a:cubicBezTo>
                  <a:close/>
                  <a:moveTo>
                    <a:pt x="1608772" y="849171"/>
                  </a:moveTo>
                  <a:lnTo>
                    <a:pt x="785876" y="27967"/>
                  </a:lnTo>
                  <a:cubicBezTo>
                    <a:pt x="779526" y="30631"/>
                    <a:pt x="773176" y="33421"/>
                    <a:pt x="766826" y="36402"/>
                  </a:cubicBezTo>
                  <a:lnTo>
                    <a:pt x="1624076" y="892549"/>
                  </a:lnTo>
                  <a:close/>
                  <a:moveTo>
                    <a:pt x="1745488" y="1231837"/>
                  </a:moveTo>
                  <a:lnTo>
                    <a:pt x="638873" y="127217"/>
                  </a:lnTo>
                  <a:cubicBezTo>
                    <a:pt x="634238" y="131720"/>
                    <a:pt x="629603" y="136222"/>
                    <a:pt x="625030" y="140915"/>
                  </a:cubicBezTo>
                  <a:lnTo>
                    <a:pt x="1760728" y="1275088"/>
                  </a:lnTo>
                  <a:close/>
                  <a:moveTo>
                    <a:pt x="1700149" y="1104493"/>
                  </a:moveTo>
                  <a:lnTo>
                    <a:pt x="682689" y="89166"/>
                  </a:lnTo>
                  <a:cubicBezTo>
                    <a:pt x="677609" y="93161"/>
                    <a:pt x="672528" y="97347"/>
                    <a:pt x="667512" y="101533"/>
                  </a:cubicBezTo>
                  <a:lnTo>
                    <a:pt x="1714818" y="1147490"/>
                  </a:lnTo>
                  <a:close/>
                  <a:moveTo>
                    <a:pt x="1558734" y="717197"/>
                  </a:moveTo>
                  <a:lnTo>
                    <a:pt x="848423" y="8435"/>
                  </a:lnTo>
                  <a:cubicBezTo>
                    <a:pt x="841058" y="10020"/>
                    <a:pt x="833691" y="11859"/>
                    <a:pt x="826453" y="13952"/>
                  </a:cubicBezTo>
                  <a:lnTo>
                    <a:pt x="1575753" y="762288"/>
                  </a:lnTo>
                  <a:cubicBezTo>
                    <a:pt x="1569974" y="747239"/>
                    <a:pt x="1564132" y="732272"/>
                    <a:pt x="1558354" y="717388"/>
                  </a:cubicBezTo>
                  <a:close/>
                  <a:moveTo>
                    <a:pt x="1655128" y="977593"/>
                  </a:moveTo>
                  <a:lnTo>
                    <a:pt x="731266" y="55491"/>
                  </a:lnTo>
                  <a:cubicBezTo>
                    <a:pt x="725615" y="58852"/>
                    <a:pt x="719963" y="62404"/>
                    <a:pt x="714375" y="66082"/>
                  </a:cubicBezTo>
                  <a:lnTo>
                    <a:pt x="1670050" y="1020337"/>
                  </a:lnTo>
                  <a:cubicBezTo>
                    <a:pt x="1664843" y="1006131"/>
                    <a:pt x="1659827" y="991925"/>
                    <a:pt x="1654746" y="977783"/>
                  </a:cubicBezTo>
                  <a:close/>
                  <a:moveTo>
                    <a:pt x="1289876" y="202621"/>
                  </a:moveTo>
                  <a:lnTo>
                    <a:pt x="1173035" y="85995"/>
                  </a:lnTo>
                  <a:cubicBezTo>
                    <a:pt x="1150029" y="68341"/>
                    <a:pt x="1125385" y="52924"/>
                    <a:pt x="1099439" y="39954"/>
                  </a:cubicBezTo>
                  <a:lnTo>
                    <a:pt x="1356423" y="296544"/>
                  </a:lnTo>
                  <a:cubicBezTo>
                    <a:pt x="1335786" y="264142"/>
                    <a:pt x="1313434" y="232854"/>
                    <a:pt x="1289495" y="202812"/>
                  </a:cubicBezTo>
                  <a:close/>
                  <a:moveTo>
                    <a:pt x="1501457" y="577994"/>
                  </a:moveTo>
                  <a:lnTo>
                    <a:pt x="922147" y="0"/>
                  </a:lnTo>
                  <a:cubicBezTo>
                    <a:pt x="913321" y="0"/>
                    <a:pt x="904558" y="634"/>
                    <a:pt x="895922" y="1332"/>
                  </a:cubicBezTo>
                  <a:lnTo>
                    <a:pt x="1521396" y="625938"/>
                  </a:lnTo>
                  <a:cubicBezTo>
                    <a:pt x="1514666" y="609894"/>
                    <a:pt x="1507934" y="593912"/>
                    <a:pt x="1501077" y="578185"/>
                  </a:cubicBezTo>
                  <a:close/>
                  <a:moveTo>
                    <a:pt x="1428496" y="423127"/>
                  </a:moveTo>
                  <a:lnTo>
                    <a:pt x="1013841" y="9576"/>
                  </a:lnTo>
                  <a:cubicBezTo>
                    <a:pt x="1002792" y="7039"/>
                    <a:pt x="991597" y="4926"/>
                    <a:pt x="980250" y="3234"/>
                  </a:cubicBezTo>
                  <a:lnTo>
                    <a:pt x="1455293" y="477667"/>
                  </a:lnTo>
                  <a:cubicBezTo>
                    <a:pt x="1446340" y="459275"/>
                    <a:pt x="1437322" y="441157"/>
                    <a:pt x="1428115" y="423317"/>
                  </a:cubicBezTo>
                  <a:close/>
                  <a:moveTo>
                    <a:pt x="456057" y="381651"/>
                  </a:moveTo>
                  <a:lnTo>
                    <a:pt x="1661033" y="1585077"/>
                  </a:lnTo>
                  <a:lnTo>
                    <a:pt x="1688592" y="1585077"/>
                  </a:lnTo>
                  <a:lnTo>
                    <a:pt x="465455" y="364084"/>
                  </a:lnTo>
                  <a:cubicBezTo>
                    <a:pt x="462153" y="369982"/>
                    <a:pt x="458915" y="375880"/>
                    <a:pt x="455676" y="381842"/>
                  </a:cubicBezTo>
                  <a:close/>
                  <a:moveTo>
                    <a:pt x="427990" y="435620"/>
                  </a:moveTo>
                  <a:lnTo>
                    <a:pt x="1578928" y="1585077"/>
                  </a:lnTo>
                  <a:lnTo>
                    <a:pt x="1606423" y="1585077"/>
                  </a:lnTo>
                  <a:lnTo>
                    <a:pt x="436880" y="417609"/>
                  </a:lnTo>
                  <a:cubicBezTo>
                    <a:pt x="433769" y="423634"/>
                    <a:pt x="430657" y="429659"/>
                    <a:pt x="427609" y="435810"/>
                  </a:cubicBezTo>
                  <a:close/>
                  <a:moveTo>
                    <a:pt x="1845564" y="1495847"/>
                  </a:moveTo>
                  <a:lnTo>
                    <a:pt x="561911" y="214354"/>
                  </a:lnTo>
                  <a:cubicBezTo>
                    <a:pt x="557975" y="219554"/>
                    <a:pt x="554101" y="224881"/>
                    <a:pt x="550164" y="230145"/>
                  </a:cubicBezTo>
                  <a:lnTo>
                    <a:pt x="1864614" y="1542904"/>
                  </a:lnTo>
                  <a:cubicBezTo>
                    <a:pt x="1858137" y="1527429"/>
                    <a:pt x="1851660" y="1511828"/>
                    <a:pt x="1845183" y="1496037"/>
                  </a:cubicBezTo>
                  <a:close/>
                  <a:moveTo>
                    <a:pt x="375222" y="547553"/>
                  </a:moveTo>
                  <a:lnTo>
                    <a:pt x="1414272" y="1585267"/>
                  </a:lnTo>
                  <a:lnTo>
                    <a:pt x="1441831" y="1585267"/>
                  </a:lnTo>
                  <a:lnTo>
                    <a:pt x="383730" y="528528"/>
                  </a:lnTo>
                  <a:cubicBezTo>
                    <a:pt x="381000" y="534870"/>
                    <a:pt x="378016" y="541148"/>
                    <a:pt x="375222" y="547553"/>
                  </a:cubicBezTo>
                  <a:close/>
                  <a:moveTo>
                    <a:pt x="400622" y="491111"/>
                  </a:moveTo>
                  <a:lnTo>
                    <a:pt x="1496251" y="1585267"/>
                  </a:lnTo>
                  <a:lnTo>
                    <a:pt x="1524000" y="1585267"/>
                  </a:lnTo>
                  <a:lnTo>
                    <a:pt x="409702" y="472466"/>
                  </a:lnTo>
                  <a:close/>
                  <a:moveTo>
                    <a:pt x="516509" y="278723"/>
                  </a:moveTo>
                  <a:lnTo>
                    <a:pt x="1824609" y="1585140"/>
                  </a:lnTo>
                  <a:lnTo>
                    <a:pt x="1852105" y="1585140"/>
                  </a:lnTo>
                  <a:lnTo>
                    <a:pt x="527685" y="262235"/>
                  </a:lnTo>
                  <a:cubicBezTo>
                    <a:pt x="524002" y="267689"/>
                    <a:pt x="520319" y="273079"/>
                    <a:pt x="516699" y="278723"/>
                  </a:cubicBezTo>
                  <a:close/>
                  <a:moveTo>
                    <a:pt x="484759" y="329458"/>
                  </a:moveTo>
                  <a:lnTo>
                    <a:pt x="1742059" y="1585140"/>
                  </a:lnTo>
                  <a:lnTo>
                    <a:pt x="1769555" y="1585140"/>
                  </a:lnTo>
                  <a:lnTo>
                    <a:pt x="495617" y="312208"/>
                  </a:lnTo>
                  <a:cubicBezTo>
                    <a:pt x="492125" y="317916"/>
                    <a:pt x="488950" y="323814"/>
                    <a:pt x="485267" y="329395"/>
                  </a:cubicBezTo>
                  <a:close/>
                  <a:moveTo>
                    <a:pt x="350076" y="605010"/>
                  </a:moveTo>
                  <a:lnTo>
                    <a:pt x="1331659" y="1585330"/>
                  </a:lnTo>
                  <a:lnTo>
                    <a:pt x="1359154" y="1585330"/>
                  </a:lnTo>
                  <a:lnTo>
                    <a:pt x="358775" y="585668"/>
                  </a:ln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6"/>
            <p:cNvSpPr/>
            <p:nvPr/>
          </p:nvSpPr>
          <p:spPr>
            <a:xfrm>
              <a:off x="7686167" y="1131008"/>
              <a:ext cx="683038" cy="475637"/>
            </a:xfrm>
            <a:custGeom>
              <a:avLst/>
              <a:gdLst/>
              <a:ahLst/>
              <a:cxnLst/>
              <a:rect l="l" t="t" r="r" b="b"/>
              <a:pathLst>
                <a:path w="1821434" h="1268365" extrusionOk="0">
                  <a:moveTo>
                    <a:pt x="840804" y="0"/>
                  </a:moveTo>
                  <a:cubicBezTo>
                    <a:pt x="537718" y="0"/>
                    <a:pt x="314134" y="728422"/>
                    <a:pt x="0" y="1268366"/>
                  </a:cubicBezTo>
                  <a:lnTo>
                    <a:pt x="1821435" y="1268366"/>
                  </a:lnTo>
                  <a:cubicBezTo>
                    <a:pt x="1438784" y="781440"/>
                    <a:pt x="1172337" y="0"/>
                    <a:pt x="840804" y="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6"/>
            <p:cNvSpPr/>
            <p:nvPr/>
          </p:nvSpPr>
          <p:spPr>
            <a:xfrm>
              <a:off x="8243403" y="898161"/>
              <a:ext cx="710732" cy="708485"/>
            </a:xfrm>
            <a:custGeom>
              <a:avLst/>
              <a:gdLst/>
              <a:ahLst/>
              <a:cxnLst/>
              <a:rect l="l" t="t" r="r" b="b"/>
              <a:pathLst>
                <a:path w="1895284" h="1889294" extrusionOk="0">
                  <a:moveTo>
                    <a:pt x="878205" y="1889294"/>
                  </a:moveTo>
                  <a:lnTo>
                    <a:pt x="931735" y="1889294"/>
                  </a:lnTo>
                  <a:lnTo>
                    <a:pt x="931735" y="14333"/>
                  </a:lnTo>
                  <a:cubicBezTo>
                    <a:pt x="913194" y="20420"/>
                    <a:pt x="895286" y="28190"/>
                    <a:pt x="878205" y="37544"/>
                  </a:cubicBezTo>
                  <a:close/>
                  <a:moveTo>
                    <a:pt x="607695" y="1889294"/>
                  </a:moveTo>
                  <a:lnTo>
                    <a:pt x="661226" y="1889294"/>
                  </a:lnTo>
                  <a:lnTo>
                    <a:pt x="661226" y="256971"/>
                  </a:lnTo>
                  <a:cubicBezTo>
                    <a:pt x="643065" y="284241"/>
                    <a:pt x="625221" y="313223"/>
                    <a:pt x="607695" y="343917"/>
                  </a:cubicBezTo>
                  <a:close/>
                  <a:moveTo>
                    <a:pt x="427419" y="1889294"/>
                  </a:moveTo>
                  <a:lnTo>
                    <a:pt x="480885" y="1889294"/>
                  </a:lnTo>
                  <a:lnTo>
                    <a:pt x="480885" y="601903"/>
                  </a:lnTo>
                  <a:cubicBezTo>
                    <a:pt x="462852" y="643505"/>
                    <a:pt x="445009" y="686357"/>
                    <a:pt x="427419" y="730452"/>
                  </a:cubicBezTo>
                  <a:close/>
                  <a:moveTo>
                    <a:pt x="697865" y="1889294"/>
                  </a:moveTo>
                  <a:lnTo>
                    <a:pt x="751396" y="1889294"/>
                  </a:lnTo>
                  <a:lnTo>
                    <a:pt x="751396" y="140281"/>
                  </a:lnTo>
                  <a:cubicBezTo>
                    <a:pt x="733171" y="160068"/>
                    <a:pt x="715328" y="181651"/>
                    <a:pt x="697865" y="205031"/>
                  </a:cubicBezTo>
                  <a:close/>
                  <a:moveTo>
                    <a:pt x="517525" y="1889294"/>
                  </a:moveTo>
                  <a:lnTo>
                    <a:pt x="571056" y="1889294"/>
                  </a:lnTo>
                  <a:lnTo>
                    <a:pt x="571056" y="411141"/>
                  </a:lnTo>
                  <a:cubicBezTo>
                    <a:pt x="552895" y="445894"/>
                    <a:pt x="535115" y="482296"/>
                    <a:pt x="517525" y="520030"/>
                  </a:cubicBezTo>
                  <a:close/>
                  <a:moveTo>
                    <a:pt x="66675" y="1889294"/>
                  </a:moveTo>
                  <a:lnTo>
                    <a:pt x="120206" y="1889294"/>
                  </a:lnTo>
                  <a:lnTo>
                    <a:pt x="120206" y="1579813"/>
                  </a:lnTo>
                  <a:cubicBezTo>
                    <a:pt x="102489" y="1628309"/>
                    <a:pt x="84646" y="1676037"/>
                    <a:pt x="66675" y="1723011"/>
                  </a:cubicBezTo>
                  <a:close/>
                  <a:moveTo>
                    <a:pt x="30035" y="1889294"/>
                  </a:moveTo>
                  <a:lnTo>
                    <a:pt x="30035" y="1816363"/>
                  </a:lnTo>
                  <a:cubicBezTo>
                    <a:pt x="20066" y="1841014"/>
                    <a:pt x="10096" y="1865322"/>
                    <a:pt x="0" y="1889294"/>
                  </a:cubicBezTo>
                  <a:close/>
                  <a:moveTo>
                    <a:pt x="247015" y="1889294"/>
                  </a:moveTo>
                  <a:lnTo>
                    <a:pt x="300482" y="1889294"/>
                  </a:lnTo>
                  <a:lnTo>
                    <a:pt x="300482" y="1069676"/>
                  </a:lnTo>
                  <a:cubicBezTo>
                    <a:pt x="282639" y="1119986"/>
                    <a:pt x="264858" y="1170721"/>
                    <a:pt x="247015" y="1221880"/>
                  </a:cubicBezTo>
                  <a:close/>
                  <a:moveTo>
                    <a:pt x="337185" y="1889294"/>
                  </a:moveTo>
                  <a:lnTo>
                    <a:pt x="390652" y="1889294"/>
                  </a:lnTo>
                  <a:lnTo>
                    <a:pt x="390652" y="823867"/>
                  </a:lnTo>
                  <a:cubicBezTo>
                    <a:pt x="372682" y="870923"/>
                    <a:pt x="354902" y="918823"/>
                    <a:pt x="337185" y="967573"/>
                  </a:cubicBezTo>
                  <a:close/>
                  <a:moveTo>
                    <a:pt x="156845" y="1889294"/>
                  </a:moveTo>
                  <a:lnTo>
                    <a:pt x="210376" y="1889294"/>
                  </a:lnTo>
                  <a:lnTo>
                    <a:pt x="210376" y="1326393"/>
                  </a:lnTo>
                  <a:cubicBezTo>
                    <a:pt x="192532" y="1377128"/>
                    <a:pt x="174689" y="1427691"/>
                    <a:pt x="156845" y="1478090"/>
                  </a:cubicBezTo>
                  <a:close/>
                  <a:moveTo>
                    <a:pt x="787971" y="1889294"/>
                  </a:moveTo>
                  <a:lnTo>
                    <a:pt x="841502" y="1889294"/>
                  </a:lnTo>
                  <a:lnTo>
                    <a:pt x="841502" y="60184"/>
                  </a:lnTo>
                  <a:cubicBezTo>
                    <a:pt x="822643" y="73317"/>
                    <a:pt x="804799" y="87748"/>
                    <a:pt x="787971" y="103372"/>
                  </a:cubicBezTo>
                  <a:close/>
                  <a:moveTo>
                    <a:pt x="1501902" y="1889294"/>
                  </a:moveTo>
                  <a:lnTo>
                    <a:pt x="1555369" y="1889294"/>
                  </a:lnTo>
                  <a:lnTo>
                    <a:pt x="1555369" y="725442"/>
                  </a:lnTo>
                  <a:cubicBezTo>
                    <a:pt x="1538033" y="671917"/>
                    <a:pt x="1520254" y="620041"/>
                    <a:pt x="1501902" y="570194"/>
                  </a:cubicBezTo>
                  <a:close/>
                  <a:moveTo>
                    <a:pt x="1592008" y="1889294"/>
                  </a:moveTo>
                  <a:lnTo>
                    <a:pt x="1645539" y="1889294"/>
                  </a:lnTo>
                  <a:lnTo>
                    <a:pt x="1645539" y="1026298"/>
                  </a:lnTo>
                  <a:cubicBezTo>
                    <a:pt x="1628013" y="964021"/>
                    <a:pt x="1610234" y="902569"/>
                    <a:pt x="1592008" y="842385"/>
                  </a:cubicBezTo>
                  <a:close/>
                  <a:moveTo>
                    <a:pt x="1682179" y="1889294"/>
                  </a:moveTo>
                  <a:lnTo>
                    <a:pt x="1735709" y="1889294"/>
                  </a:lnTo>
                  <a:lnTo>
                    <a:pt x="1735709" y="1353980"/>
                  </a:lnTo>
                  <a:cubicBezTo>
                    <a:pt x="1717866" y="1288786"/>
                    <a:pt x="1700085" y="1223339"/>
                    <a:pt x="1682179" y="1158272"/>
                  </a:cubicBezTo>
                  <a:close/>
                  <a:moveTo>
                    <a:pt x="1862519" y="1790425"/>
                  </a:moveTo>
                  <a:lnTo>
                    <a:pt x="1862519" y="1889294"/>
                  </a:lnTo>
                  <a:lnTo>
                    <a:pt x="1895284" y="1889294"/>
                  </a:lnTo>
                  <a:cubicBezTo>
                    <a:pt x="1884235" y="1856995"/>
                    <a:pt x="1873314" y="1824037"/>
                    <a:pt x="1862582" y="1790425"/>
                  </a:cubicBezTo>
                  <a:close/>
                  <a:moveTo>
                    <a:pt x="1772348" y="1889294"/>
                  </a:moveTo>
                  <a:lnTo>
                    <a:pt x="1825879" y="1889294"/>
                  </a:lnTo>
                  <a:lnTo>
                    <a:pt x="1825879" y="1671833"/>
                  </a:lnTo>
                  <a:cubicBezTo>
                    <a:pt x="1807718" y="1611205"/>
                    <a:pt x="1789938" y="1549245"/>
                    <a:pt x="1772348" y="1486525"/>
                  </a:cubicBezTo>
                  <a:close/>
                  <a:moveTo>
                    <a:pt x="968375" y="4883"/>
                  </a:moveTo>
                  <a:lnTo>
                    <a:pt x="968375" y="1889294"/>
                  </a:lnTo>
                  <a:lnTo>
                    <a:pt x="1021842" y="1889294"/>
                  </a:lnTo>
                  <a:lnTo>
                    <a:pt x="1021842" y="0"/>
                  </a:lnTo>
                  <a:lnTo>
                    <a:pt x="1020191" y="0"/>
                  </a:lnTo>
                  <a:cubicBezTo>
                    <a:pt x="1002792" y="-8"/>
                    <a:pt x="985457" y="1627"/>
                    <a:pt x="968375" y="4883"/>
                  </a:cubicBezTo>
                  <a:close/>
                  <a:moveTo>
                    <a:pt x="1050925" y="1889294"/>
                  </a:moveTo>
                  <a:lnTo>
                    <a:pt x="1104456" y="1889294"/>
                  </a:lnTo>
                  <a:lnTo>
                    <a:pt x="1104456" y="13318"/>
                  </a:lnTo>
                  <a:cubicBezTo>
                    <a:pt x="1087057" y="7658"/>
                    <a:pt x="1069086" y="3770"/>
                    <a:pt x="1050925" y="1712"/>
                  </a:cubicBezTo>
                  <a:close/>
                  <a:moveTo>
                    <a:pt x="1141096" y="1889294"/>
                  </a:moveTo>
                  <a:lnTo>
                    <a:pt x="1194626" y="1889294"/>
                  </a:lnTo>
                  <a:lnTo>
                    <a:pt x="1194626" y="60564"/>
                  </a:lnTo>
                  <a:cubicBezTo>
                    <a:pt x="1177862" y="48103"/>
                    <a:pt x="1159891" y="37232"/>
                    <a:pt x="1141096" y="28094"/>
                  </a:cubicBezTo>
                  <a:close/>
                  <a:moveTo>
                    <a:pt x="1321435" y="1889294"/>
                  </a:moveTo>
                  <a:lnTo>
                    <a:pt x="1374902" y="1889294"/>
                  </a:lnTo>
                  <a:lnTo>
                    <a:pt x="1374902" y="284304"/>
                  </a:lnTo>
                  <a:cubicBezTo>
                    <a:pt x="1357694" y="253187"/>
                    <a:pt x="1339850" y="224205"/>
                    <a:pt x="1321435" y="197358"/>
                  </a:cubicBezTo>
                  <a:close/>
                  <a:moveTo>
                    <a:pt x="1231265" y="90942"/>
                  </a:moveTo>
                  <a:lnTo>
                    <a:pt x="1231265" y="1889294"/>
                  </a:lnTo>
                  <a:lnTo>
                    <a:pt x="1284732" y="1889294"/>
                  </a:lnTo>
                  <a:lnTo>
                    <a:pt x="1284732" y="148335"/>
                  </a:lnTo>
                  <a:cubicBezTo>
                    <a:pt x="1268349" y="127978"/>
                    <a:pt x="1250569" y="108800"/>
                    <a:pt x="1231456" y="90942"/>
                  </a:cubicBezTo>
                  <a:close/>
                  <a:moveTo>
                    <a:pt x="1411605" y="1889294"/>
                  </a:moveTo>
                  <a:lnTo>
                    <a:pt x="1465072" y="1889294"/>
                  </a:lnTo>
                  <a:lnTo>
                    <a:pt x="1465072" y="475637"/>
                  </a:lnTo>
                  <a:cubicBezTo>
                    <a:pt x="1447800" y="433401"/>
                    <a:pt x="1430021" y="393193"/>
                    <a:pt x="1411605" y="355142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6"/>
            <p:cNvSpPr/>
            <p:nvPr/>
          </p:nvSpPr>
          <p:spPr>
            <a:xfrm>
              <a:off x="7686239" y="1569757"/>
              <a:ext cx="46601" cy="36885"/>
            </a:xfrm>
            <a:custGeom>
              <a:avLst/>
              <a:gdLst/>
              <a:ahLst/>
              <a:cxnLst/>
              <a:rect l="l" t="t" r="r" b="b"/>
              <a:pathLst>
                <a:path w="124269" h="98361" extrusionOk="0">
                  <a:moveTo>
                    <a:pt x="0" y="98362"/>
                  </a:moveTo>
                  <a:lnTo>
                    <a:pt x="124269" y="98362"/>
                  </a:lnTo>
                  <a:cubicBezTo>
                    <a:pt x="101409" y="63926"/>
                    <a:pt x="78549" y="30821"/>
                    <a:pt x="55245" y="0"/>
                  </a:cubicBezTo>
                  <a:cubicBezTo>
                    <a:pt x="37020" y="33358"/>
                    <a:pt x="18606" y="66145"/>
                    <a:pt x="0" y="98362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6"/>
            <p:cNvSpPr/>
            <p:nvPr/>
          </p:nvSpPr>
          <p:spPr>
            <a:xfrm>
              <a:off x="8369228" y="1606642"/>
              <a:ext cx="459581" cy="142691"/>
            </a:xfrm>
            <a:custGeom>
              <a:avLst/>
              <a:gdLst/>
              <a:ahLst/>
              <a:cxnLst/>
              <a:rect l="l" t="t" r="r" b="b"/>
              <a:pathLst>
                <a:path w="1225550" h="380509" extrusionOk="0">
                  <a:moveTo>
                    <a:pt x="607632" y="380510"/>
                  </a:moveTo>
                  <a:cubicBezTo>
                    <a:pt x="862712" y="380510"/>
                    <a:pt x="1059435" y="217271"/>
                    <a:pt x="1225550" y="0"/>
                  </a:cubicBezTo>
                  <a:lnTo>
                    <a:pt x="0" y="0"/>
                  </a:lnTo>
                  <a:cubicBezTo>
                    <a:pt x="173101" y="220442"/>
                    <a:pt x="370078" y="380510"/>
                    <a:pt x="607632" y="38051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6"/>
            <p:cNvSpPr/>
            <p:nvPr/>
          </p:nvSpPr>
          <p:spPr>
            <a:xfrm>
              <a:off x="6000837" y="1606143"/>
              <a:ext cx="506206" cy="237366"/>
            </a:xfrm>
            <a:custGeom>
              <a:avLst/>
              <a:gdLst/>
              <a:ahLst/>
              <a:cxnLst/>
              <a:rect l="l" t="t" r="r" b="b"/>
              <a:pathLst>
                <a:path w="1349883" h="632977" extrusionOk="0">
                  <a:moveTo>
                    <a:pt x="617347" y="0"/>
                  </a:moveTo>
                  <a:cubicBezTo>
                    <a:pt x="595535" y="0"/>
                    <a:pt x="577850" y="17662"/>
                    <a:pt x="577850" y="39446"/>
                  </a:cubicBezTo>
                  <a:cubicBezTo>
                    <a:pt x="577850" y="39465"/>
                    <a:pt x="577850" y="39491"/>
                    <a:pt x="577850" y="39509"/>
                  </a:cubicBezTo>
                  <a:lnTo>
                    <a:pt x="577850" y="569877"/>
                  </a:lnTo>
                  <a:cubicBezTo>
                    <a:pt x="577850" y="591661"/>
                    <a:pt x="595535" y="609323"/>
                    <a:pt x="617347" y="609323"/>
                  </a:cubicBezTo>
                  <a:cubicBezTo>
                    <a:pt x="639159" y="609323"/>
                    <a:pt x="656844" y="591661"/>
                    <a:pt x="656844" y="569877"/>
                  </a:cubicBezTo>
                  <a:lnTo>
                    <a:pt x="656844" y="39509"/>
                  </a:lnTo>
                  <a:cubicBezTo>
                    <a:pt x="656876" y="17725"/>
                    <a:pt x="639223" y="38"/>
                    <a:pt x="617411" y="0"/>
                  </a:cubicBezTo>
                  <a:cubicBezTo>
                    <a:pt x="617392" y="0"/>
                    <a:pt x="617366" y="0"/>
                    <a:pt x="617347" y="0"/>
                  </a:cubicBezTo>
                  <a:close/>
                  <a:moveTo>
                    <a:pt x="39497" y="0"/>
                  </a:moveTo>
                  <a:cubicBezTo>
                    <a:pt x="17685" y="0"/>
                    <a:pt x="0" y="17662"/>
                    <a:pt x="0" y="39446"/>
                  </a:cubicBezTo>
                  <a:cubicBezTo>
                    <a:pt x="0" y="39465"/>
                    <a:pt x="0" y="39491"/>
                    <a:pt x="0" y="39509"/>
                  </a:cubicBezTo>
                  <a:lnTo>
                    <a:pt x="0" y="69506"/>
                  </a:lnTo>
                  <a:cubicBezTo>
                    <a:pt x="0" y="91291"/>
                    <a:pt x="17685" y="108953"/>
                    <a:pt x="39497" y="108953"/>
                  </a:cubicBezTo>
                  <a:cubicBezTo>
                    <a:pt x="61309" y="108953"/>
                    <a:pt x="78994" y="91291"/>
                    <a:pt x="78994" y="69506"/>
                  </a:cubicBezTo>
                  <a:lnTo>
                    <a:pt x="78994" y="39509"/>
                  </a:lnTo>
                  <a:cubicBezTo>
                    <a:pt x="79032" y="17821"/>
                    <a:pt x="61532" y="171"/>
                    <a:pt x="39815" y="0"/>
                  </a:cubicBezTo>
                  <a:close/>
                  <a:moveTo>
                    <a:pt x="501523" y="0"/>
                  </a:moveTo>
                  <a:cubicBezTo>
                    <a:pt x="479711" y="0"/>
                    <a:pt x="462026" y="17662"/>
                    <a:pt x="462026" y="39446"/>
                  </a:cubicBezTo>
                  <a:cubicBezTo>
                    <a:pt x="462026" y="39465"/>
                    <a:pt x="462026" y="39491"/>
                    <a:pt x="462026" y="39509"/>
                  </a:cubicBezTo>
                  <a:lnTo>
                    <a:pt x="462026" y="513561"/>
                  </a:lnTo>
                  <a:cubicBezTo>
                    <a:pt x="462026" y="535345"/>
                    <a:pt x="479711" y="553007"/>
                    <a:pt x="501523" y="553007"/>
                  </a:cubicBezTo>
                  <a:cubicBezTo>
                    <a:pt x="523336" y="553007"/>
                    <a:pt x="541020" y="535345"/>
                    <a:pt x="541020" y="513561"/>
                  </a:cubicBezTo>
                  <a:lnTo>
                    <a:pt x="541020" y="39509"/>
                  </a:lnTo>
                  <a:cubicBezTo>
                    <a:pt x="541058" y="17821"/>
                    <a:pt x="523558" y="171"/>
                    <a:pt x="501841" y="0"/>
                  </a:cubicBezTo>
                  <a:close/>
                  <a:moveTo>
                    <a:pt x="386017" y="0"/>
                  </a:moveTo>
                  <a:cubicBezTo>
                    <a:pt x="364205" y="0"/>
                    <a:pt x="346520" y="17662"/>
                    <a:pt x="346520" y="39446"/>
                  </a:cubicBezTo>
                  <a:cubicBezTo>
                    <a:pt x="346520" y="39465"/>
                    <a:pt x="346520" y="39491"/>
                    <a:pt x="346520" y="39509"/>
                  </a:cubicBezTo>
                  <a:lnTo>
                    <a:pt x="346520" y="437206"/>
                  </a:lnTo>
                  <a:cubicBezTo>
                    <a:pt x="346520" y="458990"/>
                    <a:pt x="364205" y="476652"/>
                    <a:pt x="386017" y="476652"/>
                  </a:cubicBezTo>
                  <a:cubicBezTo>
                    <a:pt x="407829" y="476652"/>
                    <a:pt x="425514" y="458990"/>
                    <a:pt x="425514" y="437206"/>
                  </a:cubicBezTo>
                  <a:lnTo>
                    <a:pt x="425514" y="39509"/>
                  </a:lnTo>
                  <a:cubicBezTo>
                    <a:pt x="425552" y="17821"/>
                    <a:pt x="408051" y="171"/>
                    <a:pt x="386334" y="0"/>
                  </a:cubicBezTo>
                  <a:close/>
                  <a:moveTo>
                    <a:pt x="155004" y="0"/>
                  </a:moveTo>
                  <a:cubicBezTo>
                    <a:pt x="133191" y="0"/>
                    <a:pt x="115507" y="17662"/>
                    <a:pt x="115507" y="39446"/>
                  </a:cubicBezTo>
                  <a:cubicBezTo>
                    <a:pt x="115507" y="39465"/>
                    <a:pt x="115507" y="39491"/>
                    <a:pt x="115507" y="39509"/>
                  </a:cubicBezTo>
                  <a:lnTo>
                    <a:pt x="115507" y="171356"/>
                  </a:lnTo>
                  <a:cubicBezTo>
                    <a:pt x="115507" y="193140"/>
                    <a:pt x="133191" y="210802"/>
                    <a:pt x="155004" y="210802"/>
                  </a:cubicBezTo>
                  <a:cubicBezTo>
                    <a:pt x="176816" y="210802"/>
                    <a:pt x="194501" y="193140"/>
                    <a:pt x="194501" y="171356"/>
                  </a:cubicBezTo>
                  <a:lnTo>
                    <a:pt x="194501" y="39509"/>
                  </a:lnTo>
                  <a:cubicBezTo>
                    <a:pt x="194539" y="17821"/>
                    <a:pt x="177038" y="171"/>
                    <a:pt x="155321" y="0"/>
                  </a:cubicBezTo>
                  <a:close/>
                  <a:moveTo>
                    <a:pt x="270510" y="0"/>
                  </a:moveTo>
                  <a:cubicBezTo>
                    <a:pt x="248698" y="0"/>
                    <a:pt x="231013" y="17662"/>
                    <a:pt x="231013" y="39446"/>
                  </a:cubicBezTo>
                  <a:cubicBezTo>
                    <a:pt x="231013" y="39465"/>
                    <a:pt x="231013" y="39491"/>
                    <a:pt x="231013" y="39509"/>
                  </a:cubicBezTo>
                  <a:lnTo>
                    <a:pt x="231013" y="322355"/>
                  </a:lnTo>
                  <a:cubicBezTo>
                    <a:pt x="231013" y="344139"/>
                    <a:pt x="248698" y="361801"/>
                    <a:pt x="270510" y="361801"/>
                  </a:cubicBezTo>
                  <a:cubicBezTo>
                    <a:pt x="292322" y="361801"/>
                    <a:pt x="310007" y="344139"/>
                    <a:pt x="310007" y="322355"/>
                  </a:cubicBezTo>
                  <a:lnTo>
                    <a:pt x="310007" y="39509"/>
                  </a:lnTo>
                  <a:cubicBezTo>
                    <a:pt x="310045" y="17821"/>
                    <a:pt x="292545" y="171"/>
                    <a:pt x="270828" y="0"/>
                  </a:cubicBezTo>
                  <a:close/>
                  <a:moveTo>
                    <a:pt x="848360" y="0"/>
                  </a:moveTo>
                  <a:cubicBezTo>
                    <a:pt x="826548" y="0"/>
                    <a:pt x="808863" y="17662"/>
                    <a:pt x="808863" y="39446"/>
                  </a:cubicBezTo>
                  <a:cubicBezTo>
                    <a:pt x="808863" y="39465"/>
                    <a:pt x="808863" y="39491"/>
                    <a:pt x="808863" y="39509"/>
                  </a:cubicBezTo>
                  <a:lnTo>
                    <a:pt x="808863" y="580911"/>
                  </a:lnTo>
                  <a:cubicBezTo>
                    <a:pt x="808863" y="602696"/>
                    <a:pt x="826548" y="620358"/>
                    <a:pt x="848360" y="620358"/>
                  </a:cubicBezTo>
                  <a:cubicBezTo>
                    <a:pt x="870172" y="620358"/>
                    <a:pt x="887857" y="602696"/>
                    <a:pt x="887857" y="580911"/>
                  </a:cubicBezTo>
                  <a:lnTo>
                    <a:pt x="887857" y="39509"/>
                  </a:lnTo>
                  <a:cubicBezTo>
                    <a:pt x="887889" y="17725"/>
                    <a:pt x="870236" y="38"/>
                    <a:pt x="848424" y="0"/>
                  </a:cubicBezTo>
                  <a:cubicBezTo>
                    <a:pt x="848405" y="0"/>
                    <a:pt x="848379" y="0"/>
                    <a:pt x="848360" y="0"/>
                  </a:cubicBezTo>
                  <a:close/>
                  <a:moveTo>
                    <a:pt x="1194880" y="0"/>
                  </a:moveTo>
                  <a:cubicBezTo>
                    <a:pt x="1173068" y="0"/>
                    <a:pt x="1155383" y="17662"/>
                    <a:pt x="1155383" y="39446"/>
                  </a:cubicBezTo>
                  <a:cubicBezTo>
                    <a:pt x="1155383" y="39465"/>
                    <a:pt x="1155383" y="39491"/>
                    <a:pt x="1155383" y="39509"/>
                  </a:cubicBezTo>
                  <a:lnTo>
                    <a:pt x="1155383" y="236106"/>
                  </a:lnTo>
                  <a:cubicBezTo>
                    <a:pt x="1155383" y="257890"/>
                    <a:pt x="1173068" y="275552"/>
                    <a:pt x="1194880" y="275552"/>
                  </a:cubicBezTo>
                  <a:cubicBezTo>
                    <a:pt x="1216692" y="275552"/>
                    <a:pt x="1234377" y="257890"/>
                    <a:pt x="1234377" y="236106"/>
                  </a:cubicBezTo>
                  <a:lnTo>
                    <a:pt x="1234377" y="39509"/>
                  </a:lnTo>
                  <a:cubicBezTo>
                    <a:pt x="1234408" y="17725"/>
                    <a:pt x="1216756" y="38"/>
                    <a:pt x="1194943" y="0"/>
                  </a:cubicBezTo>
                  <a:cubicBezTo>
                    <a:pt x="1194924" y="0"/>
                    <a:pt x="1194899" y="0"/>
                    <a:pt x="1194880" y="0"/>
                  </a:cubicBezTo>
                  <a:close/>
                  <a:moveTo>
                    <a:pt x="1310386" y="0"/>
                  </a:moveTo>
                  <a:cubicBezTo>
                    <a:pt x="1288574" y="0"/>
                    <a:pt x="1270889" y="17662"/>
                    <a:pt x="1270889" y="39446"/>
                  </a:cubicBezTo>
                  <a:cubicBezTo>
                    <a:pt x="1270889" y="39465"/>
                    <a:pt x="1270889" y="39491"/>
                    <a:pt x="1270889" y="39509"/>
                  </a:cubicBezTo>
                  <a:lnTo>
                    <a:pt x="1270889" y="71219"/>
                  </a:lnTo>
                  <a:cubicBezTo>
                    <a:pt x="1270889" y="93003"/>
                    <a:pt x="1288574" y="110665"/>
                    <a:pt x="1310386" y="110665"/>
                  </a:cubicBezTo>
                  <a:cubicBezTo>
                    <a:pt x="1332199" y="110665"/>
                    <a:pt x="1349883" y="93003"/>
                    <a:pt x="1349883" y="71219"/>
                  </a:cubicBezTo>
                  <a:lnTo>
                    <a:pt x="1349883" y="39509"/>
                  </a:lnTo>
                  <a:cubicBezTo>
                    <a:pt x="1349915" y="17725"/>
                    <a:pt x="1332262" y="38"/>
                    <a:pt x="1310450" y="0"/>
                  </a:cubicBezTo>
                  <a:cubicBezTo>
                    <a:pt x="1310431" y="0"/>
                    <a:pt x="1310405" y="0"/>
                    <a:pt x="1310386" y="0"/>
                  </a:cubicBezTo>
                  <a:close/>
                  <a:moveTo>
                    <a:pt x="732536" y="0"/>
                  </a:moveTo>
                  <a:cubicBezTo>
                    <a:pt x="710724" y="0"/>
                    <a:pt x="693039" y="17662"/>
                    <a:pt x="693039" y="39446"/>
                  </a:cubicBezTo>
                  <a:cubicBezTo>
                    <a:pt x="693039" y="39465"/>
                    <a:pt x="693039" y="39491"/>
                    <a:pt x="693039" y="39509"/>
                  </a:cubicBezTo>
                  <a:lnTo>
                    <a:pt x="693039" y="593532"/>
                  </a:lnTo>
                  <a:cubicBezTo>
                    <a:pt x="693039" y="615316"/>
                    <a:pt x="710724" y="632978"/>
                    <a:pt x="732536" y="632978"/>
                  </a:cubicBezTo>
                  <a:cubicBezTo>
                    <a:pt x="754349" y="632978"/>
                    <a:pt x="772033" y="615316"/>
                    <a:pt x="772033" y="593532"/>
                  </a:cubicBezTo>
                  <a:lnTo>
                    <a:pt x="772033" y="39509"/>
                  </a:lnTo>
                  <a:cubicBezTo>
                    <a:pt x="772072" y="17821"/>
                    <a:pt x="754571" y="171"/>
                    <a:pt x="732854" y="0"/>
                  </a:cubicBezTo>
                  <a:close/>
                  <a:moveTo>
                    <a:pt x="1079056" y="0"/>
                  </a:moveTo>
                  <a:cubicBezTo>
                    <a:pt x="1057244" y="0"/>
                    <a:pt x="1039559" y="17662"/>
                    <a:pt x="1039559" y="39446"/>
                  </a:cubicBezTo>
                  <a:cubicBezTo>
                    <a:pt x="1039559" y="39465"/>
                    <a:pt x="1039559" y="39491"/>
                    <a:pt x="1039559" y="39509"/>
                  </a:cubicBezTo>
                  <a:lnTo>
                    <a:pt x="1039559" y="411141"/>
                  </a:lnTo>
                  <a:cubicBezTo>
                    <a:pt x="1039559" y="432925"/>
                    <a:pt x="1057244" y="450587"/>
                    <a:pt x="1079056" y="450587"/>
                  </a:cubicBezTo>
                  <a:cubicBezTo>
                    <a:pt x="1100868" y="450587"/>
                    <a:pt x="1118553" y="432925"/>
                    <a:pt x="1118553" y="411141"/>
                  </a:cubicBezTo>
                  <a:lnTo>
                    <a:pt x="1118553" y="39509"/>
                  </a:lnTo>
                  <a:cubicBezTo>
                    <a:pt x="1118591" y="17821"/>
                    <a:pt x="1101090" y="171"/>
                    <a:pt x="1079373" y="0"/>
                  </a:cubicBezTo>
                  <a:close/>
                  <a:moveTo>
                    <a:pt x="963549" y="0"/>
                  </a:moveTo>
                  <a:lnTo>
                    <a:pt x="963549" y="0"/>
                  </a:lnTo>
                  <a:cubicBezTo>
                    <a:pt x="941737" y="0"/>
                    <a:pt x="924052" y="17662"/>
                    <a:pt x="924052" y="39446"/>
                  </a:cubicBezTo>
                  <a:cubicBezTo>
                    <a:pt x="924052" y="39465"/>
                    <a:pt x="924052" y="39491"/>
                    <a:pt x="924052" y="39509"/>
                  </a:cubicBezTo>
                  <a:lnTo>
                    <a:pt x="924052" y="524913"/>
                  </a:lnTo>
                  <a:cubicBezTo>
                    <a:pt x="924014" y="546697"/>
                    <a:pt x="941674" y="564391"/>
                    <a:pt x="963486" y="564423"/>
                  </a:cubicBezTo>
                  <a:cubicBezTo>
                    <a:pt x="963594" y="564423"/>
                    <a:pt x="963695" y="564423"/>
                    <a:pt x="963803" y="564423"/>
                  </a:cubicBezTo>
                  <a:lnTo>
                    <a:pt x="963803" y="564423"/>
                  </a:lnTo>
                  <a:cubicBezTo>
                    <a:pt x="985615" y="564423"/>
                    <a:pt x="1003300" y="546761"/>
                    <a:pt x="1003300" y="524977"/>
                  </a:cubicBezTo>
                  <a:cubicBezTo>
                    <a:pt x="1003300" y="524957"/>
                    <a:pt x="1003300" y="524932"/>
                    <a:pt x="1003300" y="524913"/>
                  </a:cubicBezTo>
                  <a:lnTo>
                    <a:pt x="1003300" y="39509"/>
                  </a:lnTo>
                  <a:cubicBezTo>
                    <a:pt x="1003332" y="17725"/>
                    <a:pt x="985679" y="38"/>
                    <a:pt x="963867" y="0"/>
                  </a:cubicBezTo>
                  <a:cubicBezTo>
                    <a:pt x="963848" y="0"/>
                    <a:pt x="963822" y="0"/>
                    <a:pt x="963803" y="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6"/>
            <p:cNvSpPr/>
            <p:nvPr/>
          </p:nvSpPr>
          <p:spPr>
            <a:xfrm flipH="1">
              <a:off x="3624791" y="1606642"/>
              <a:ext cx="753451" cy="523201"/>
            </a:xfrm>
            <a:custGeom>
              <a:avLst/>
              <a:gdLst/>
              <a:ahLst/>
              <a:cxnLst/>
              <a:rect l="l" t="t" r="r" b="b"/>
              <a:pathLst>
                <a:path w="2009203" h="1395202" extrusionOk="0">
                  <a:moveTo>
                    <a:pt x="1005142" y="1395202"/>
                  </a:moveTo>
                  <a:cubicBezTo>
                    <a:pt x="1434656" y="1395202"/>
                    <a:pt x="1742377" y="650418"/>
                    <a:pt x="2009204" y="0"/>
                  </a:cubicBezTo>
                  <a:lnTo>
                    <a:pt x="0" y="0"/>
                  </a:lnTo>
                  <a:cubicBezTo>
                    <a:pt x="310706" y="521742"/>
                    <a:pt x="470408" y="1395202"/>
                    <a:pt x="1005142" y="1395202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6"/>
            <p:cNvSpPr/>
            <p:nvPr/>
          </p:nvSpPr>
          <p:spPr>
            <a:xfrm flipH="1">
              <a:off x="3913827" y="1606642"/>
              <a:ext cx="426243" cy="242789"/>
            </a:xfrm>
            <a:custGeom>
              <a:avLst/>
              <a:gdLst/>
              <a:ahLst/>
              <a:cxnLst/>
              <a:rect l="l" t="t" r="r" b="b"/>
              <a:pathLst>
                <a:path w="1136649" h="647437" extrusionOk="0">
                  <a:moveTo>
                    <a:pt x="632968" y="647437"/>
                  </a:moveTo>
                  <a:cubicBezTo>
                    <a:pt x="884492" y="647437"/>
                    <a:pt x="1023684" y="362626"/>
                    <a:pt x="1136650" y="0"/>
                  </a:cubicBezTo>
                  <a:lnTo>
                    <a:pt x="0" y="0"/>
                  </a:lnTo>
                  <a:cubicBezTo>
                    <a:pt x="142494" y="321467"/>
                    <a:pt x="282067" y="647437"/>
                    <a:pt x="632968" y="647437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6"/>
            <p:cNvSpPr/>
            <p:nvPr/>
          </p:nvSpPr>
          <p:spPr>
            <a:xfrm flipH="1">
              <a:off x="3142801" y="1249917"/>
              <a:ext cx="481965" cy="356728"/>
            </a:xfrm>
            <a:custGeom>
              <a:avLst/>
              <a:gdLst/>
              <a:ahLst/>
              <a:cxnLst/>
              <a:rect l="l" t="t" r="r" b="b"/>
              <a:pathLst>
                <a:path w="1285240" h="951274" extrusionOk="0">
                  <a:moveTo>
                    <a:pt x="584200" y="0"/>
                  </a:moveTo>
                  <a:cubicBezTo>
                    <a:pt x="388938" y="0"/>
                    <a:pt x="206692" y="447289"/>
                    <a:pt x="0" y="951274"/>
                  </a:cubicBezTo>
                  <a:lnTo>
                    <a:pt x="1285240" y="951274"/>
                  </a:lnTo>
                  <a:cubicBezTo>
                    <a:pt x="1028509" y="509883"/>
                    <a:pt x="837755" y="0"/>
                    <a:pt x="584200" y="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6"/>
            <p:cNvSpPr/>
            <p:nvPr/>
          </p:nvSpPr>
          <p:spPr>
            <a:xfrm flipH="1">
              <a:off x="3227765" y="1040852"/>
              <a:ext cx="686062" cy="565794"/>
            </a:xfrm>
            <a:custGeom>
              <a:avLst/>
              <a:gdLst/>
              <a:ahLst/>
              <a:cxnLst/>
              <a:rect l="l" t="t" r="r" b="b"/>
              <a:pathLst>
                <a:path w="1829498" h="1508784" extrusionOk="0">
                  <a:moveTo>
                    <a:pt x="815658" y="0"/>
                  </a:moveTo>
                  <a:cubicBezTo>
                    <a:pt x="315468" y="0"/>
                    <a:pt x="197866" y="873714"/>
                    <a:pt x="0" y="1508784"/>
                  </a:cubicBezTo>
                  <a:lnTo>
                    <a:pt x="1829498" y="1508784"/>
                  </a:lnTo>
                  <a:cubicBezTo>
                    <a:pt x="1541526" y="928000"/>
                    <a:pt x="1355789" y="0"/>
                    <a:pt x="815658" y="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6"/>
            <p:cNvSpPr/>
            <p:nvPr/>
          </p:nvSpPr>
          <p:spPr>
            <a:xfrm flipH="1">
              <a:off x="2834859" y="1606642"/>
              <a:ext cx="392906" cy="171443"/>
            </a:xfrm>
            <a:custGeom>
              <a:avLst/>
              <a:gdLst/>
              <a:ahLst/>
              <a:cxnLst/>
              <a:rect l="l" t="t" r="r" b="b"/>
              <a:pathLst>
                <a:path w="1047750" h="457182" extrusionOk="0">
                  <a:moveTo>
                    <a:pt x="500190" y="457182"/>
                  </a:moveTo>
                  <a:cubicBezTo>
                    <a:pt x="745744" y="457182"/>
                    <a:pt x="914019" y="257605"/>
                    <a:pt x="1047750" y="0"/>
                  </a:cubicBezTo>
                  <a:lnTo>
                    <a:pt x="0" y="0"/>
                  </a:lnTo>
                  <a:cubicBezTo>
                    <a:pt x="131191" y="264645"/>
                    <a:pt x="283528" y="457182"/>
                    <a:pt x="500190" y="457182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6"/>
            <p:cNvSpPr/>
            <p:nvPr/>
          </p:nvSpPr>
          <p:spPr>
            <a:xfrm flipH="1">
              <a:off x="904784" y="1606642"/>
              <a:ext cx="493657" cy="242765"/>
            </a:xfrm>
            <a:custGeom>
              <a:avLst/>
              <a:gdLst/>
              <a:ahLst/>
              <a:cxnLst/>
              <a:rect l="l" t="t" r="r" b="b"/>
              <a:pathLst>
                <a:path w="1316418" h="647373" extrusionOk="0">
                  <a:moveTo>
                    <a:pt x="475298" y="345376"/>
                  </a:moveTo>
                  <a:cubicBezTo>
                    <a:pt x="465201" y="345376"/>
                    <a:pt x="457010" y="353551"/>
                    <a:pt x="457010" y="363640"/>
                  </a:cubicBezTo>
                  <a:cubicBezTo>
                    <a:pt x="457010" y="373730"/>
                    <a:pt x="465201" y="381905"/>
                    <a:pt x="475298" y="381905"/>
                  </a:cubicBezTo>
                  <a:cubicBezTo>
                    <a:pt x="485394" y="381905"/>
                    <a:pt x="493586" y="373730"/>
                    <a:pt x="493586" y="363640"/>
                  </a:cubicBezTo>
                  <a:cubicBezTo>
                    <a:pt x="493586" y="353551"/>
                    <a:pt x="485394" y="345376"/>
                    <a:pt x="475298" y="345376"/>
                  </a:cubicBezTo>
                  <a:close/>
                  <a:moveTo>
                    <a:pt x="475298" y="436698"/>
                  </a:moveTo>
                  <a:cubicBezTo>
                    <a:pt x="465201" y="436698"/>
                    <a:pt x="457010" y="444873"/>
                    <a:pt x="457010" y="454963"/>
                  </a:cubicBezTo>
                  <a:cubicBezTo>
                    <a:pt x="457010" y="465053"/>
                    <a:pt x="465201" y="473227"/>
                    <a:pt x="475298" y="473227"/>
                  </a:cubicBezTo>
                  <a:cubicBezTo>
                    <a:pt x="485394" y="473227"/>
                    <a:pt x="493586" y="465053"/>
                    <a:pt x="493586" y="454963"/>
                  </a:cubicBezTo>
                  <a:cubicBezTo>
                    <a:pt x="493586" y="444873"/>
                    <a:pt x="485394" y="436698"/>
                    <a:pt x="475298" y="436698"/>
                  </a:cubicBezTo>
                  <a:close/>
                  <a:moveTo>
                    <a:pt x="475298" y="528021"/>
                  </a:moveTo>
                  <a:cubicBezTo>
                    <a:pt x="465138" y="527983"/>
                    <a:pt x="456947" y="536164"/>
                    <a:pt x="456883" y="546285"/>
                  </a:cubicBezTo>
                  <a:cubicBezTo>
                    <a:pt x="456819" y="556407"/>
                    <a:pt x="465011" y="564638"/>
                    <a:pt x="475171" y="564676"/>
                  </a:cubicBezTo>
                  <a:cubicBezTo>
                    <a:pt x="485331" y="564714"/>
                    <a:pt x="493523" y="556533"/>
                    <a:pt x="493586" y="546412"/>
                  </a:cubicBezTo>
                  <a:cubicBezTo>
                    <a:pt x="493586" y="546367"/>
                    <a:pt x="493586" y="546330"/>
                    <a:pt x="493586" y="546285"/>
                  </a:cubicBezTo>
                  <a:cubicBezTo>
                    <a:pt x="493586" y="536195"/>
                    <a:pt x="485394" y="528021"/>
                    <a:pt x="475298" y="528021"/>
                  </a:cubicBezTo>
                  <a:close/>
                  <a:moveTo>
                    <a:pt x="429578" y="25748"/>
                  </a:moveTo>
                  <a:cubicBezTo>
                    <a:pt x="419481" y="25748"/>
                    <a:pt x="411290" y="33922"/>
                    <a:pt x="411290" y="44012"/>
                  </a:cubicBezTo>
                  <a:cubicBezTo>
                    <a:pt x="411290" y="54102"/>
                    <a:pt x="419481" y="62277"/>
                    <a:pt x="429578" y="62277"/>
                  </a:cubicBezTo>
                  <a:cubicBezTo>
                    <a:pt x="439675" y="62277"/>
                    <a:pt x="447866" y="54102"/>
                    <a:pt x="447866" y="44012"/>
                  </a:cubicBezTo>
                  <a:cubicBezTo>
                    <a:pt x="447739" y="33998"/>
                    <a:pt x="439611" y="25938"/>
                    <a:pt x="429578" y="25938"/>
                  </a:cubicBezTo>
                  <a:close/>
                  <a:moveTo>
                    <a:pt x="475298" y="162731"/>
                  </a:moveTo>
                  <a:cubicBezTo>
                    <a:pt x="465201" y="162731"/>
                    <a:pt x="457010" y="170906"/>
                    <a:pt x="457010" y="180996"/>
                  </a:cubicBezTo>
                  <a:cubicBezTo>
                    <a:pt x="457010" y="191086"/>
                    <a:pt x="465201" y="199260"/>
                    <a:pt x="475298" y="199260"/>
                  </a:cubicBezTo>
                  <a:cubicBezTo>
                    <a:pt x="485394" y="199260"/>
                    <a:pt x="493586" y="191086"/>
                    <a:pt x="493586" y="180996"/>
                  </a:cubicBezTo>
                  <a:cubicBezTo>
                    <a:pt x="493586" y="170906"/>
                    <a:pt x="485394" y="162731"/>
                    <a:pt x="475298" y="162731"/>
                  </a:cubicBezTo>
                  <a:close/>
                  <a:moveTo>
                    <a:pt x="521018" y="573682"/>
                  </a:moveTo>
                  <a:cubicBezTo>
                    <a:pt x="510922" y="573682"/>
                    <a:pt x="502730" y="581856"/>
                    <a:pt x="502730" y="591946"/>
                  </a:cubicBezTo>
                  <a:cubicBezTo>
                    <a:pt x="502730" y="591946"/>
                    <a:pt x="502730" y="591946"/>
                    <a:pt x="502730" y="592263"/>
                  </a:cubicBezTo>
                  <a:cubicBezTo>
                    <a:pt x="512826" y="596747"/>
                    <a:pt x="523113" y="600971"/>
                    <a:pt x="533591" y="604947"/>
                  </a:cubicBezTo>
                  <a:cubicBezTo>
                    <a:pt x="541020" y="598123"/>
                    <a:pt x="541528" y="586568"/>
                    <a:pt x="534670" y="579142"/>
                  </a:cubicBezTo>
                  <a:cubicBezTo>
                    <a:pt x="531114" y="575293"/>
                    <a:pt x="526098" y="573143"/>
                    <a:pt x="520891" y="573238"/>
                  </a:cubicBezTo>
                  <a:close/>
                  <a:moveTo>
                    <a:pt x="475298" y="254054"/>
                  </a:moveTo>
                  <a:cubicBezTo>
                    <a:pt x="465201" y="254054"/>
                    <a:pt x="457010" y="262228"/>
                    <a:pt x="457010" y="272318"/>
                  </a:cubicBezTo>
                  <a:cubicBezTo>
                    <a:pt x="457010" y="282408"/>
                    <a:pt x="465201" y="290583"/>
                    <a:pt x="475298" y="290583"/>
                  </a:cubicBezTo>
                  <a:cubicBezTo>
                    <a:pt x="485394" y="290583"/>
                    <a:pt x="493586" y="282408"/>
                    <a:pt x="493586" y="272318"/>
                  </a:cubicBezTo>
                  <a:cubicBezTo>
                    <a:pt x="493459" y="262304"/>
                    <a:pt x="485331" y="254244"/>
                    <a:pt x="475298" y="254244"/>
                  </a:cubicBezTo>
                  <a:close/>
                  <a:moveTo>
                    <a:pt x="475298" y="71409"/>
                  </a:moveTo>
                  <a:cubicBezTo>
                    <a:pt x="465201" y="71409"/>
                    <a:pt x="457010" y="79584"/>
                    <a:pt x="457010" y="89673"/>
                  </a:cubicBezTo>
                  <a:cubicBezTo>
                    <a:pt x="457010" y="99763"/>
                    <a:pt x="465201" y="107938"/>
                    <a:pt x="475298" y="107938"/>
                  </a:cubicBezTo>
                  <a:cubicBezTo>
                    <a:pt x="485394" y="107938"/>
                    <a:pt x="493586" y="99763"/>
                    <a:pt x="493586" y="89673"/>
                  </a:cubicBezTo>
                  <a:cubicBezTo>
                    <a:pt x="493586" y="79584"/>
                    <a:pt x="485394" y="71409"/>
                    <a:pt x="475298" y="71409"/>
                  </a:cubicBezTo>
                  <a:close/>
                  <a:moveTo>
                    <a:pt x="521018" y="482359"/>
                  </a:moveTo>
                  <a:cubicBezTo>
                    <a:pt x="510922" y="482359"/>
                    <a:pt x="502730" y="490534"/>
                    <a:pt x="502730" y="500624"/>
                  </a:cubicBezTo>
                  <a:cubicBezTo>
                    <a:pt x="502730" y="510714"/>
                    <a:pt x="510922" y="518888"/>
                    <a:pt x="521018" y="518888"/>
                  </a:cubicBezTo>
                  <a:cubicBezTo>
                    <a:pt x="531114" y="518888"/>
                    <a:pt x="539306" y="510714"/>
                    <a:pt x="539306" y="500624"/>
                  </a:cubicBezTo>
                  <a:cubicBezTo>
                    <a:pt x="539179" y="490610"/>
                    <a:pt x="531051" y="482550"/>
                    <a:pt x="521018" y="482550"/>
                  </a:cubicBezTo>
                  <a:close/>
                  <a:moveTo>
                    <a:pt x="383858" y="162731"/>
                  </a:moveTo>
                  <a:cubicBezTo>
                    <a:pt x="373762" y="162731"/>
                    <a:pt x="365570" y="170906"/>
                    <a:pt x="365570" y="180996"/>
                  </a:cubicBezTo>
                  <a:cubicBezTo>
                    <a:pt x="365570" y="191086"/>
                    <a:pt x="373762" y="199260"/>
                    <a:pt x="383858" y="199260"/>
                  </a:cubicBezTo>
                  <a:cubicBezTo>
                    <a:pt x="393954" y="199260"/>
                    <a:pt x="402146" y="191086"/>
                    <a:pt x="402146" y="180996"/>
                  </a:cubicBezTo>
                  <a:cubicBezTo>
                    <a:pt x="402146" y="170906"/>
                    <a:pt x="393954" y="162731"/>
                    <a:pt x="383858" y="162731"/>
                  </a:cubicBezTo>
                  <a:close/>
                  <a:moveTo>
                    <a:pt x="383858" y="254054"/>
                  </a:moveTo>
                  <a:cubicBezTo>
                    <a:pt x="373762" y="254054"/>
                    <a:pt x="365570" y="262228"/>
                    <a:pt x="365570" y="272318"/>
                  </a:cubicBezTo>
                  <a:cubicBezTo>
                    <a:pt x="365570" y="282408"/>
                    <a:pt x="373762" y="290583"/>
                    <a:pt x="383858" y="290583"/>
                  </a:cubicBezTo>
                  <a:cubicBezTo>
                    <a:pt x="393954" y="290583"/>
                    <a:pt x="402146" y="282408"/>
                    <a:pt x="402146" y="272318"/>
                  </a:cubicBezTo>
                  <a:cubicBezTo>
                    <a:pt x="402019" y="262304"/>
                    <a:pt x="393891" y="254244"/>
                    <a:pt x="383858" y="254244"/>
                  </a:cubicBezTo>
                  <a:close/>
                  <a:moveTo>
                    <a:pt x="383858" y="71409"/>
                  </a:moveTo>
                  <a:cubicBezTo>
                    <a:pt x="373762" y="71409"/>
                    <a:pt x="365570" y="79584"/>
                    <a:pt x="365570" y="89673"/>
                  </a:cubicBezTo>
                  <a:cubicBezTo>
                    <a:pt x="365570" y="99763"/>
                    <a:pt x="373762" y="107938"/>
                    <a:pt x="383858" y="107938"/>
                  </a:cubicBezTo>
                  <a:cubicBezTo>
                    <a:pt x="393954" y="107938"/>
                    <a:pt x="402146" y="99763"/>
                    <a:pt x="402146" y="89673"/>
                  </a:cubicBezTo>
                  <a:cubicBezTo>
                    <a:pt x="402146" y="79584"/>
                    <a:pt x="393954" y="71409"/>
                    <a:pt x="383858" y="71409"/>
                  </a:cubicBezTo>
                  <a:close/>
                  <a:moveTo>
                    <a:pt x="383858" y="345376"/>
                  </a:moveTo>
                  <a:cubicBezTo>
                    <a:pt x="373762" y="345376"/>
                    <a:pt x="365570" y="353551"/>
                    <a:pt x="365570" y="363640"/>
                  </a:cubicBezTo>
                  <a:cubicBezTo>
                    <a:pt x="365570" y="373730"/>
                    <a:pt x="373762" y="381905"/>
                    <a:pt x="383858" y="381905"/>
                  </a:cubicBezTo>
                  <a:cubicBezTo>
                    <a:pt x="393954" y="381905"/>
                    <a:pt x="402146" y="373730"/>
                    <a:pt x="402146" y="363640"/>
                  </a:cubicBezTo>
                  <a:cubicBezTo>
                    <a:pt x="402146" y="353551"/>
                    <a:pt x="393954" y="345376"/>
                    <a:pt x="383858" y="345376"/>
                  </a:cubicBezTo>
                  <a:close/>
                  <a:moveTo>
                    <a:pt x="429578" y="208392"/>
                  </a:moveTo>
                  <a:cubicBezTo>
                    <a:pt x="419481" y="208392"/>
                    <a:pt x="411290" y="216567"/>
                    <a:pt x="411290" y="226657"/>
                  </a:cubicBezTo>
                  <a:cubicBezTo>
                    <a:pt x="411290" y="236747"/>
                    <a:pt x="419481" y="244921"/>
                    <a:pt x="429578" y="244921"/>
                  </a:cubicBezTo>
                  <a:cubicBezTo>
                    <a:pt x="439675" y="244921"/>
                    <a:pt x="447866" y="236747"/>
                    <a:pt x="447866" y="226657"/>
                  </a:cubicBezTo>
                  <a:cubicBezTo>
                    <a:pt x="447866" y="216567"/>
                    <a:pt x="439675" y="208392"/>
                    <a:pt x="429578" y="208392"/>
                  </a:cubicBezTo>
                  <a:close/>
                  <a:moveTo>
                    <a:pt x="429578" y="117070"/>
                  </a:moveTo>
                  <a:cubicBezTo>
                    <a:pt x="419481" y="117070"/>
                    <a:pt x="411290" y="125245"/>
                    <a:pt x="411290" y="135335"/>
                  </a:cubicBezTo>
                  <a:cubicBezTo>
                    <a:pt x="411290" y="145424"/>
                    <a:pt x="419481" y="153599"/>
                    <a:pt x="429578" y="153599"/>
                  </a:cubicBezTo>
                  <a:cubicBezTo>
                    <a:pt x="439675" y="153599"/>
                    <a:pt x="447866" y="145424"/>
                    <a:pt x="447866" y="135335"/>
                  </a:cubicBezTo>
                  <a:cubicBezTo>
                    <a:pt x="447866" y="125245"/>
                    <a:pt x="439675" y="117070"/>
                    <a:pt x="429578" y="117070"/>
                  </a:cubicBezTo>
                  <a:close/>
                  <a:moveTo>
                    <a:pt x="429578" y="299715"/>
                  </a:moveTo>
                  <a:cubicBezTo>
                    <a:pt x="419481" y="299715"/>
                    <a:pt x="411290" y="307890"/>
                    <a:pt x="411290" y="317979"/>
                  </a:cubicBezTo>
                  <a:cubicBezTo>
                    <a:pt x="411290" y="328069"/>
                    <a:pt x="419481" y="336244"/>
                    <a:pt x="429578" y="336244"/>
                  </a:cubicBezTo>
                  <a:cubicBezTo>
                    <a:pt x="439675" y="336244"/>
                    <a:pt x="447866" y="328069"/>
                    <a:pt x="447866" y="317979"/>
                  </a:cubicBezTo>
                  <a:cubicBezTo>
                    <a:pt x="447866" y="307890"/>
                    <a:pt x="439675" y="299715"/>
                    <a:pt x="429578" y="299715"/>
                  </a:cubicBezTo>
                  <a:close/>
                  <a:moveTo>
                    <a:pt x="429578" y="482359"/>
                  </a:moveTo>
                  <a:cubicBezTo>
                    <a:pt x="419481" y="482359"/>
                    <a:pt x="411290" y="490534"/>
                    <a:pt x="411290" y="500624"/>
                  </a:cubicBezTo>
                  <a:cubicBezTo>
                    <a:pt x="411290" y="510714"/>
                    <a:pt x="419481" y="518888"/>
                    <a:pt x="429578" y="518888"/>
                  </a:cubicBezTo>
                  <a:cubicBezTo>
                    <a:pt x="439675" y="518888"/>
                    <a:pt x="447866" y="510714"/>
                    <a:pt x="447866" y="500624"/>
                  </a:cubicBezTo>
                  <a:cubicBezTo>
                    <a:pt x="447739" y="490610"/>
                    <a:pt x="439611" y="482550"/>
                    <a:pt x="429578" y="482550"/>
                  </a:cubicBezTo>
                  <a:close/>
                  <a:moveTo>
                    <a:pt x="429578" y="391037"/>
                  </a:moveTo>
                  <a:cubicBezTo>
                    <a:pt x="419481" y="391037"/>
                    <a:pt x="411290" y="399212"/>
                    <a:pt x="411290" y="409302"/>
                  </a:cubicBezTo>
                  <a:cubicBezTo>
                    <a:pt x="411290" y="419391"/>
                    <a:pt x="419481" y="427566"/>
                    <a:pt x="429578" y="427566"/>
                  </a:cubicBezTo>
                  <a:cubicBezTo>
                    <a:pt x="439675" y="427566"/>
                    <a:pt x="447866" y="419391"/>
                    <a:pt x="447866" y="409302"/>
                  </a:cubicBezTo>
                  <a:cubicBezTo>
                    <a:pt x="447866" y="399212"/>
                    <a:pt x="439675" y="391037"/>
                    <a:pt x="429578" y="391037"/>
                  </a:cubicBezTo>
                  <a:close/>
                  <a:moveTo>
                    <a:pt x="566738" y="71409"/>
                  </a:moveTo>
                  <a:cubicBezTo>
                    <a:pt x="556641" y="71409"/>
                    <a:pt x="548450" y="79584"/>
                    <a:pt x="548450" y="89673"/>
                  </a:cubicBezTo>
                  <a:cubicBezTo>
                    <a:pt x="548450" y="99763"/>
                    <a:pt x="556641" y="107938"/>
                    <a:pt x="566738" y="107938"/>
                  </a:cubicBezTo>
                  <a:cubicBezTo>
                    <a:pt x="576835" y="107938"/>
                    <a:pt x="585026" y="99763"/>
                    <a:pt x="585026" y="89673"/>
                  </a:cubicBezTo>
                  <a:cubicBezTo>
                    <a:pt x="585026" y="79584"/>
                    <a:pt x="576835" y="71409"/>
                    <a:pt x="566738" y="71409"/>
                  </a:cubicBezTo>
                  <a:close/>
                  <a:moveTo>
                    <a:pt x="612458" y="391037"/>
                  </a:moveTo>
                  <a:cubicBezTo>
                    <a:pt x="602362" y="391037"/>
                    <a:pt x="594170" y="399212"/>
                    <a:pt x="594170" y="409302"/>
                  </a:cubicBezTo>
                  <a:cubicBezTo>
                    <a:pt x="594170" y="419391"/>
                    <a:pt x="602362" y="427566"/>
                    <a:pt x="612458" y="427566"/>
                  </a:cubicBezTo>
                  <a:cubicBezTo>
                    <a:pt x="622554" y="427566"/>
                    <a:pt x="630746" y="419391"/>
                    <a:pt x="630746" y="409302"/>
                  </a:cubicBezTo>
                  <a:cubicBezTo>
                    <a:pt x="630746" y="399212"/>
                    <a:pt x="622554" y="391037"/>
                    <a:pt x="612458" y="391037"/>
                  </a:cubicBezTo>
                  <a:close/>
                  <a:moveTo>
                    <a:pt x="612458" y="299715"/>
                  </a:moveTo>
                  <a:cubicBezTo>
                    <a:pt x="602362" y="299715"/>
                    <a:pt x="594170" y="307890"/>
                    <a:pt x="594170" y="317979"/>
                  </a:cubicBezTo>
                  <a:cubicBezTo>
                    <a:pt x="594170" y="328069"/>
                    <a:pt x="602362" y="336244"/>
                    <a:pt x="612458" y="336244"/>
                  </a:cubicBezTo>
                  <a:cubicBezTo>
                    <a:pt x="622554" y="336244"/>
                    <a:pt x="630746" y="328069"/>
                    <a:pt x="630746" y="317979"/>
                  </a:cubicBezTo>
                  <a:cubicBezTo>
                    <a:pt x="630746" y="307890"/>
                    <a:pt x="622554" y="299715"/>
                    <a:pt x="612458" y="299715"/>
                  </a:cubicBezTo>
                  <a:close/>
                  <a:moveTo>
                    <a:pt x="612458" y="482359"/>
                  </a:moveTo>
                  <a:cubicBezTo>
                    <a:pt x="602362" y="482359"/>
                    <a:pt x="594170" y="490534"/>
                    <a:pt x="594170" y="500624"/>
                  </a:cubicBezTo>
                  <a:cubicBezTo>
                    <a:pt x="594170" y="510714"/>
                    <a:pt x="602362" y="518888"/>
                    <a:pt x="612458" y="518888"/>
                  </a:cubicBezTo>
                  <a:cubicBezTo>
                    <a:pt x="622554" y="518888"/>
                    <a:pt x="630746" y="510714"/>
                    <a:pt x="630746" y="500624"/>
                  </a:cubicBezTo>
                  <a:cubicBezTo>
                    <a:pt x="630619" y="490610"/>
                    <a:pt x="622491" y="482550"/>
                    <a:pt x="612458" y="482550"/>
                  </a:cubicBezTo>
                  <a:close/>
                  <a:moveTo>
                    <a:pt x="521018" y="391037"/>
                  </a:moveTo>
                  <a:cubicBezTo>
                    <a:pt x="510922" y="391037"/>
                    <a:pt x="502730" y="399212"/>
                    <a:pt x="502730" y="409302"/>
                  </a:cubicBezTo>
                  <a:cubicBezTo>
                    <a:pt x="502730" y="419391"/>
                    <a:pt x="510922" y="427566"/>
                    <a:pt x="521018" y="427566"/>
                  </a:cubicBezTo>
                  <a:cubicBezTo>
                    <a:pt x="531114" y="427566"/>
                    <a:pt x="539306" y="419391"/>
                    <a:pt x="539306" y="409302"/>
                  </a:cubicBezTo>
                  <a:cubicBezTo>
                    <a:pt x="539306" y="399212"/>
                    <a:pt x="531114" y="391037"/>
                    <a:pt x="521018" y="391037"/>
                  </a:cubicBezTo>
                  <a:close/>
                  <a:moveTo>
                    <a:pt x="612458" y="25748"/>
                  </a:moveTo>
                  <a:cubicBezTo>
                    <a:pt x="602362" y="25748"/>
                    <a:pt x="594170" y="33922"/>
                    <a:pt x="594170" y="44012"/>
                  </a:cubicBezTo>
                  <a:cubicBezTo>
                    <a:pt x="594170" y="54102"/>
                    <a:pt x="602362" y="62277"/>
                    <a:pt x="612458" y="62277"/>
                  </a:cubicBezTo>
                  <a:cubicBezTo>
                    <a:pt x="622554" y="62277"/>
                    <a:pt x="630746" y="54102"/>
                    <a:pt x="630746" y="44012"/>
                  </a:cubicBezTo>
                  <a:cubicBezTo>
                    <a:pt x="630619" y="33998"/>
                    <a:pt x="622491" y="25938"/>
                    <a:pt x="612458" y="25938"/>
                  </a:cubicBezTo>
                  <a:close/>
                  <a:moveTo>
                    <a:pt x="658178" y="619343"/>
                  </a:moveTo>
                  <a:cubicBezTo>
                    <a:pt x="648970" y="619381"/>
                    <a:pt x="641224" y="626293"/>
                    <a:pt x="640144" y="635451"/>
                  </a:cubicBezTo>
                  <a:cubicBezTo>
                    <a:pt x="651891" y="637734"/>
                    <a:pt x="663829" y="639700"/>
                    <a:pt x="676085" y="641349"/>
                  </a:cubicBezTo>
                  <a:cubicBezTo>
                    <a:pt x="678180" y="631475"/>
                    <a:pt x="671830" y="621797"/>
                    <a:pt x="661925" y="619730"/>
                  </a:cubicBezTo>
                  <a:cubicBezTo>
                    <a:pt x="660718" y="619470"/>
                    <a:pt x="659448" y="619343"/>
                    <a:pt x="658178" y="619343"/>
                  </a:cubicBezTo>
                  <a:close/>
                  <a:moveTo>
                    <a:pt x="383858" y="436698"/>
                  </a:moveTo>
                  <a:cubicBezTo>
                    <a:pt x="373762" y="436698"/>
                    <a:pt x="365570" y="444873"/>
                    <a:pt x="365570" y="454963"/>
                  </a:cubicBezTo>
                  <a:cubicBezTo>
                    <a:pt x="365570" y="465053"/>
                    <a:pt x="373762" y="473227"/>
                    <a:pt x="383858" y="473227"/>
                  </a:cubicBezTo>
                  <a:cubicBezTo>
                    <a:pt x="393954" y="473227"/>
                    <a:pt x="402146" y="465053"/>
                    <a:pt x="402146" y="454963"/>
                  </a:cubicBezTo>
                  <a:cubicBezTo>
                    <a:pt x="402146" y="444873"/>
                    <a:pt x="393954" y="436698"/>
                    <a:pt x="383858" y="436698"/>
                  </a:cubicBezTo>
                  <a:close/>
                  <a:moveTo>
                    <a:pt x="612458" y="208392"/>
                  </a:moveTo>
                  <a:cubicBezTo>
                    <a:pt x="602362" y="208392"/>
                    <a:pt x="594170" y="216567"/>
                    <a:pt x="594170" y="226657"/>
                  </a:cubicBezTo>
                  <a:cubicBezTo>
                    <a:pt x="594170" y="236747"/>
                    <a:pt x="602362" y="244921"/>
                    <a:pt x="612458" y="244921"/>
                  </a:cubicBezTo>
                  <a:cubicBezTo>
                    <a:pt x="622554" y="244921"/>
                    <a:pt x="630746" y="236747"/>
                    <a:pt x="630746" y="226657"/>
                  </a:cubicBezTo>
                  <a:cubicBezTo>
                    <a:pt x="630746" y="216567"/>
                    <a:pt x="622554" y="208392"/>
                    <a:pt x="612458" y="208392"/>
                  </a:cubicBezTo>
                  <a:close/>
                  <a:moveTo>
                    <a:pt x="612458" y="117070"/>
                  </a:moveTo>
                  <a:cubicBezTo>
                    <a:pt x="602362" y="117070"/>
                    <a:pt x="594170" y="125245"/>
                    <a:pt x="594170" y="135335"/>
                  </a:cubicBezTo>
                  <a:cubicBezTo>
                    <a:pt x="594170" y="145424"/>
                    <a:pt x="602362" y="153599"/>
                    <a:pt x="612458" y="153599"/>
                  </a:cubicBezTo>
                  <a:cubicBezTo>
                    <a:pt x="622554" y="153599"/>
                    <a:pt x="630746" y="145424"/>
                    <a:pt x="630746" y="135335"/>
                  </a:cubicBezTo>
                  <a:cubicBezTo>
                    <a:pt x="630746" y="125245"/>
                    <a:pt x="622554" y="117070"/>
                    <a:pt x="612458" y="117070"/>
                  </a:cubicBezTo>
                  <a:close/>
                  <a:moveTo>
                    <a:pt x="612458" y="573682"/>
                  </a:moveTo>
                  <a:cubicBezTo>
                    <a:pt x="602362" y="573682"/>
                    <a:pt x="594170" y="581856"/>
                    <a:pt x="594170" y="591946"/>
                  </a:cubicBezTo>
                  <a:cubicBezTo>
                    <a:pt x="594170" y="602036"/>
                    <a:pt x="602362" y="610211"/>
                    <a:pt x="612458" y="610211"/>
                  </a:cubicBezTo>
                  <a:cubicBezTo>
                    <a:pt x="622554" y="610211"/>
                    <a:pt x="630746" y="602036"/>
                    <a:pt x="630746" y="591946"/>
                  </a:cubicBezTo>
                  <a:cubicBezTo>
                    <a:pt x="630746" y="581856"/>
                    <a:pt x="622554" y="573682"/>
                    <a:pt x="612458" y="573682"/>
                  </a:cubicBezTo>
                  <a:close/>
                  <a:moveTo>
                    <a:pt x="521018" y="25748"/>
                  </a:moveTo>
                  <a:cubicBezTo>
                    <a:pt x="510922" y="25748"/>
                    <a:pt x="502730" y="33922"/>
                    <a:pt x="502730" y="44012"/>
                  </a:cubicBezTo>
                  <a:cubicBezTo>
                    <a:pt x="502730" y="54102"/>
                    <a:pt x="510922" y="62277"/>
                    <a:pt x="521018" y="62277"/>
                  </a:cubicBezTo>
                  <a:cubicBezTo>
                    <a:pt x="531114" y="62277"/>
                    <a:pt x="539306" y="54102"/>
                    <a:pt x="539306" y="44012"/>
                  </a:cubicBezTo>
                  <a:cubicBezTo>
                    <a:pt x="539179" y="33998"/>
                    <a:pt x="531051" y="25938"/>
                    <a:pt x="521018" y="25938"/>
                  </a:cubicBezTo>
                  <a:close/>
                  <a:moveTo>
                    <a:pt x="521018" y="117070"/>
                  </a:moveTo>
                  <a:cubicBezTo>
                    <a:pt x="510922" y="117070"/>
                    <a:pt x="502730" y="125245"/>
                    <a:pt x="502730" y="135335"/>
                  </a:cubicBezTo>
                  <a:cubicBezTo>
                    <a:pt x="502730" y="145424"/>
                    <a:pt x="510922" y="153599"/>
                    <a:pt x="521018" y="153599"/>
                  </a:cubicBezTo>
                  <a:cubicBezTo>
                    <a:pt x="531114" y="153599"/>
                    <a:pt x="539306" y="145424"/>
                    <a:pt x="539306" y="135335"/>
                  </a:cubicBezTo>
                  <a:cubicBezTo>
                    <a:pt x="539306" y="125245"/>
                    <a:pt x="531114" y="117070"/>
                    <a:pt x="521018" y="117070"/>
                  </a:cubicBezTo>
                  <a:close/>
                  <a:moveTo>
                    <a:pt x="521018" y="208392"/>
                  </a:moveTo>
                  <a:cubicBezTo>
                    <a:pt x="510922" y="208392"/>
                    <a:pt x="502730" y="216567"/>
                    <a:pt x="502730" y="226657"/>
                  </a:cubicBezTo>
                  <a:cubicBezTo>
                    <a:pt x="502730" y="236747"/>
                    <a:pt x="510922" y="244921"/>
                    <a:pt x="521018" y="244921"/>
                  </a:cubicBezTo>
                  <a:cubicBezTo>
                    <a:pt x="531114" y="244921"/>
                    <a:pt x="539306" y="236747"/>
                    <a:pt x="539306" y="226657"/>
                  </a:cubicBezTo>
                  <a:cubicBezTo>
                    <a:pt x="539306" y="216567"/>
                    <a:pt x="531114" y="208392"/>
                    <a:pt x="521018" y="208392"/>
                  </a:cubicBezTo>
                  <a:close/>
                  <a:moveTo>
                    <a:pt x="521018" y="299715"/>
                  </a:moveTo>
                  <a:cubicBezTo>
                    <a:pt x="510922" y="299715"/>
                    <a:pt x="502730" y="307890"/>
                    <a:pt x="502730" y="317979"/>
                  </a:cubicBezTo>
                  <a:cubicBezTo>
                    <a:pt x="502730" y="328069"/>
                    <a:pt x="510922" y="336244"/>
                    <a:pt x="521018" y="336244"/>
                  </a:cubicBezTo>
                  <a:cubicBezTo>
                    <a:pt x="531114" y="336244"/>
                    <a:pt x="539306" y="328069"/>
                    <a:pt x="539306" y="317979"/>
                  </a:cubicBezTo>
                  <a:cubicBezTo>
                    <a:pt x="539306" y="307890"/>
                    <a:pt x="531114" y="299715"/>
                    <a:pt x="521018" y="299715"/>
                  </a:cubicBezTo>
                  <a:close/>
                  <a:moveTo>
                    <a:pt x="566738" y="162731"/>
                  </a:moveTo>
                  <a:cubicBezTo>
                    <a:pt x="556641" y="162731"/>
                    <a:pt x="548450" y="170906"/>
                    <a:pt x="548450" y="180996"/>
                  </a:cubicBezTo>
                  <a:cubicBezTo>
                    <a:pt x="548450" y="191086"/>
                    <a:pt x="556641" y="199260"/>
                    <a:pt x="566738" y="199260"/>
                  </a:cubicBezTo>
                  <a:cubicBezTo>
                    <a:pt x="576835" y="199260"/>
                    <a:pt x="585026" y="191086"/>
                    <a:pt x="585026" y="180996"/>
                  </a:cubicBezTo>
                  <a:cubicBezTo>
                    <a:pt x="585026" y="170906"/>
                    <a:pt x="576835" y="162731"/>
                    <a:pt x="566738" y="162731"/>
                  </a:cubicBezTo>
                  <a:close/>
                  <a:moveTo>
                    <a:pt x="566738" y="528021"/>
                  </a:moveTo>
                  <a:cubicBezTo>
                    <a:pt x="556578" y="527983"/>
                    <a:pt x="548387" y="536164"/>
                    <a:pt x="548323" y="546285"/>
                  </a:cubicBezTo>
                  <a:cubicBezTo>
                    <a:pt x="548260" y="556407"/>
                    <a:pt x="556451" y="564638"/>
                    <a:pt x="566611" y="564676"/>
                  </a:cubicBezTo>
                  <a:cubicBezTo>
                    <a:pt x="576771" y="564714"/>
                    <a:pt x="584962" y="556533"/>
                    <a:pt x="585026" y="546412"/>
                  </a:cubicBezTo>
                  <a:cubicBezTo>
                    <a:pt x="585026" y="546367"/>
                    <a:pt x="585026" y="546330"/>
                    <a:pt x="585026" y="546285"/>
                  </a:cubicBezTo>
                  <a:cubicBezTo>
                    <a:pt x="585026" y="536195"/>
                    <a:pt x="576835" y="528021"/>
                    <a:pt x="566738" y="528021"/>
                  </a:cubicBezTo>
                  <a:close/>
                  <a:moveTo>
                    <a:pt x="566738" y="254054"/>
                  </a:moveTo>
                  <a:cubicBezTo>
                    <a:pt x="556641" y="254054"/>
                    <a:pt x="548450" y="262228"/>
                    <a:pt x="548450" y="272318"/>
                  </a:cubicBezTo>
                  <a:cubicBezTo>
                    <a:pt x="548450" y="282408"/>
                    <a:pt x="556641" y="290583"/>
                    <a:pt x="566738" y="290583"/>
                  </a:cubicBezTo>
                  <a:cubicBezTo>
                    <a:pt x="576835" y="290583"/>
                    <a:pt x="585026" y="282408"/>
                    <a:pt x="585026" y="272318"/>
                  </a:cubicBezTo>
                  <a:cubicBezTo>
                    <a:pt x="584899" y="262304"/>
                    <a:pt x="576771" y="254244"/>
                    <a:pt x="566738" y="254244"/>
                  </a:cubicBezTo>
                  <a:close/>
                  <a:moveTo>
                    <a:pt x="566738" y="345376"/>
                  </a:moveTo>
                  <a:cubicBezTo>
                    <a:pt x="556641" y="345376"/>
                    <a:pt x="548450" y="353551"/>
                    <a:pt x="548450" y="363640"/>
                  </a:cubicBezTo>
                  <a:cubicBezTo>
                    <a:pt x="548450" y="373730"/>
                    <a:pt x="556641" y="381905"/>
                    <a:pt x="566738" y="381905"/>
                  </a:cubicBezTo>
                  <a:cubicBezTo>
                    <a:pt x="576835" y="381905"/>
                    <a:pt x="585026" y="373730"/>
                    <a:pt x="585026" y="363640"/>
                  </a:cubicBezTo>
                  <a:cubicBezTo>
                    <a:pt x="585026" y="353551"/>
                    <a:pt x="576835" y="345376"/>
                    <a:pt x="566738" y="345376"/>
                  </a:cubicBezTo>
                  <a:close/>
                  <a:moveTo>
                    <a:pt x="566738" y="436698"/>
                  </a:moveTo>
                  <a:cubicBezTo>
                    <a:pt x="556641" y="436698"/>
                    <a:pt x="548450" y="444873"/>
                    <a:pt x="548450" y="454963"/>
                  </a:cubicBezTo>
                  <a:cubicBezTo>
                    <a:pt x="548450" y="465053"/>
                    <a:pt x="556641" y="473227"/>
                    <a:pt x="566738" y="473227"/>
                  </a:cubicBezTo>
                  <a:cubicBezTo>
                    <a:pt x="576835" y="473227"/>
                    <a:pt x="585026" y="465053"/>
                    <a:pt x="585026" y="454963"/>
                  </a:cubicBezTo>
                  <a:cubicBezTo>
                    <a:pt x="585026" y="444873"/>
                    <a:pt x="576835" y="436698"/>
                    <a:pt x="566738" y="436698"/>
                  </a:cubicBezTo>
                  <a:close/>
                  <a:moveTo>
                    <a:pt x="338138" y="299715"/>
                  </a:moveTo>
                  <a:cubicBezTo>
                    <a:pt x="328041" y="299715"/>
                    <a:pt x="319849" y="307890"/>
                    <a:pt x="319849" y="317979"/>
                  </a:cubicBezTo>
                  <a:cubicBezTo>
                    <a:pt x="319849" y="328069"/>
                    <a:pt x="328041" y="336244"/>
                    <a:pt x="338138" y="336244"/>
                  </a:cubicBezTo>
                  <a:cubicBezTo>
                    <a:pt x="348235" y="336244"/>
                    <a:pt x="356426" y="328069"/>
                    <a:pt x="356426" y="317979"/>
                  </a:cubicBezTo>
                  <a:cubicBezTo>
                    <a:pt x="356426" y="307890"/>
                    <a:pt x="348235" y="299715"/>
                    <a:pt x="338138" y="299715"/>
                  </a:cubicBezTo>
                  <a:close/>
                  <a:moveTo>
                    <a:pt x="292418" y="16616"/>
                  </a:moveTo>
                  <a:cubicBezTo>
                    <a:pt x="301879" y="16590"/>
                    <a:pt x="309753" y="9392"/>
                    <a:pt x="310579" y="0"/>
                  </a:cubicBezTo>
                  <a:lnTo>
                    <a:pt x="274193" y="0"/>
                  </a:lnTo>
                  <a:cubicBezTo>
                    <a:pt x="275019" y="9443"/>
                    <a:pt x="282956" y="16679"/>
                    <a:pt x="292418" y="16616"/>
                  </a:cubicBezTo>
                  <a:close/>
                  <a:moveTo>
                    <a:pt x="200978" y="16616"/>
                  </a:moveTo>
                  <a:cubicBezTo>
                    <a:pt x="210439" y="16590"/>
                    <a:pt x="218313" y="9392"/>
                    <a:pt x="219139" y="0"/>
                  </a:cubicBezTo>
                  <a:lnTo>
                    <a:pt x="182880" y="0"/>
                  </a:lnTo>
                  <a:cubicBezTo>
                    <a:pt x="183642" y="9392"/>
                    <a:pt x="191516" y="16616"/>
                    <a:pt x="200978" y="16616"/>
                  </a:cubicBezTo>
                  <a:close/>
                  <a:moveTo>
                    <a:pt x="109538" y="16616"/>
                  </a:moveTo>
                  <a:cubicBezTo>
                    <a:pt x="119000" y="16590"/>
                    <a:pt x="126874" y="9392"/>
                    <a:pt x="127699" y="0"/>
                  </a:cubicBezTo>
                  <a:lnTo>
                    <a:pt x="91440" y="0"/>
                  </a:lnTo>
                  <a:cubicBezTo>
                    <a:pt x="92266" y="9380"/>
                    <a:pt x="100140" y="16584"/>
                    <a:pt x="109538" y="16616"/>
                  </a:cubicBezTo>
                  <a:close/>
                  <a:moveTo>
                    <a:pt x="383858" y="16616"/>
                  </a:moveTo>
                  <a:cubicBezTo>
                    <a:pt x="393319" y="16590"/>
                    <a:pt x="401193" y="9392"/>
                    <a:pt x="402019" y="0"/>
                  </a:cubicBezTo>
                  <a:lnTo>
                    <a:pt x="365761" y="0"/>
                  </a:lnTo>
                  <a:cubicBezTo>
                    <a:pt x="366523" y="9392"/>
                    <a:pt x="374397" y="16616"/>
                    <a:pt x="383858" y="16616"/>
                  </a:cubicBezTo>
                  <a:close/>
                  <a:moveTo>
                    <a:pt x="63818" y="25748"/>
                  </a:moveTo>
                  <a:cubicBezTo>
                    <a:pt x="53722" y="25748"/>
                    <a:pt x="45530" y="33922"/>
                    <a:pt x="45530" y="44012"/>
                  </a:cubicBezTo>
                  <a:cubicBezTo>
                    <a:pt x="45530" y="54102"/>
                    <a:pt x="53722" y="62277"/>
                    <a:pt x="63818" y="62277"/>
                  </a:cubicBezTo>
                  <a:cubicBezTo>
                    <a:pt x="73914" y="62277"/>
                    <a:pt x="82106" y="54102"/>
                    <a:pt x="82106" y="44012"/>
                  </a:cubicBezTo>
                  <a:cubicBezTo>
                    <a:pt x="81979" y="33998"/>
                    <a:pt x="73851" y="25938"/>
                    <a:pt x="63818" y="25938"/>
                  </a:cubicBezTo>
                  <a:close/>
                  <a:moveTo>
                    <a:pt x="63818" y="117070"/>
                  </a:moveTo>
                  <a:cubicBezTo>
                    <a:pt x="57341" y="117121"/>
                    <a:pt x="51436" y="120539"/>
                    <a:pt x="48133" y="126076"/>
                  </a:cubicBezTo>
                  <a:lnTo>
                    <a:pt x="65913" y="153409"/>
                  </a:lnTo>
                  <a:cubicBezTo>
                    <a:pt x="75947" y="152699"/>
                    <a:pt x="83503" y="143991"/>
                    <a:pt x="82804" y="133965"/>
                  </a:cubicBezTo>
                  <a:cubicBezTo>
                    <a:pt x="82106" y="124129"/>
                    <a:pt x="73661" y="116633"/>
                    <a:pt x="63818" y="117070"/>
                  </a:cubicBezTo>
                  <a:close/>
                  <a:moveTo>
                    <a:pt x="475298" y="16616"/>
                  </a:moveTo>
                  <a:cubicBezTo>
                    <a:pt x="484760" y="16590"/>
                    <a:pt x="492634" y="9392"/>
                    <a:pt x="493459" y="0"/>
                  </a:cubicBezTo>
                  <a:lnTo>
                    <a:pt x="457200" y="0"/>
                  </a:lnTo>
                  <a:cubicBezTo>
                    <a:pt x="457962" y="9392"/>
                    <a:pt x="465837" y="16616"/>
                    <a:pt x="475298" y="16616"/>
                  </a:cubicBezTo>
                  <a:close/>
                  <a:moveTo>
                    <a:pt x="18098" y="71409"/>
                  </a:moveTo>
                  <a:cubicBezTo>
                    <a:pt x="16511" y="71447"/>
                    <a:pt x="14923" y="71682"/>
                    <a:pt x="13399" y="72107"/>
                  </a:cubicBezTo>
                  <a:cubicBezTo>
                    <a:pt x="19749" y="81746"/>
                    <a:pt x="26099" y="91513"/>
                    <a:pt x="32449" y="101279"/>
                  </a:cubicBezTo>
                  <a:cubicBezTo>
                    <a:pt x="35179" y="98038"/>
                    <a:pt x="36703" y="93922"/>
                    <a:pt x="36703" y="89673"/>
                  </a:cubicBezTo>
                  <a:cubicBezTo>
                    <a:pt x="36703" y="79584"/>
                    <a:pt x="28512" y="71409"/>
                    <a:pt x="18415" y="71409"/>
                  </a:cubicBezTo>
                  <a:cubicBezTo>
                    <a:pt x="18288" y="71409"/>
                    <a:pt x="18224" y="71409"/>
                    <a:pt x="18098" y="71409"/>
                  </a:cubicBezTo>
                  <a:close/>
                  <a:moveTo>
                    <a:pt x="36259" y="0"/>
                  </a:moveTo>
                  <a:lnTo>
                    <a:pt x="0" y="0"/>
                  </a:lnTo>
                  <a:cubicBezTo>
                    <a:pt x="1016" y="10001"/>
                    <a:pt x="9970" y="17275"/>
                    <a:pt x="20003" y="16248"/>
                  </a:cubicBezTo>
                  <a:cubicBezTo>
                    <a:pt x="28575" y="15366"/>
                    <a:pt x="35370" y="8580"/>
                    <a:pt x="36259" y="0"/>
                  </a:cubicBezTo>
                  <a:close/>
                  <a:moveTo>
                    <a:pt x="1115378" y="16616"/>
                  </a:moveTo>
                  <a:cubicBezTo>
                    <a:pt x="1124839" y="16616"/>
                    <a:pt x="1132713" y="9392"/>
                    <a:pt x="1133475" y="0"/>
                  </a:cubicBezTo>
                  <a:lnTo>
                    <a:pt x="1097280" y="0"/>
                  </a:lnTo>
                  <a:cubicBezTo>
                    <a:pt x="1098042" y="9392"/>
                    <a:pt x="1105916" y="16616"/>
                    <a:pt x="1115378" y="16616"/>
                  </a:cubicBezTo>
                  <a:close/>
                  <a:moveTo>
                    <a:pt x="1023938" y="16616"/>
                  </a:moveTo>
                  <a:cubicBezTo>
                    <a:pt x="1033400" y="16616"/>
                    <a:pt x="1041274" y="9392"/>
                    <a:pt x="1042036" y="0"/>
                  </a:cubicBezTo>
                  <a:lnTo>
                    <a:pt x="1005840" y="0"/>
                  </a:lnTo>
                  <a:cubicBezTo>
                    <a:pt x="1006602" y="9392"/>
                    <a:pt x="1014476" y="16616"/>
                    <a:pt x="1023938" y="16616"/>
                  </a:cubicBezTo>
                  <a:close/>
                  <a:moveTo>
                    <a:pt x="932498" y="16616"/>
                  </a:moveTo>
                  <a:cubicBezTo>
                    <a:pt x="941960" y="16616"/>
                    <a:pt x="949834" y="9392"/>
                    <a:pt x="950595" y="0"/>
                  </a:cubicBezTo>
                  <a:lnTo>
                    <a:pt x="914400" y="0"/>
                  </a:lnTo>
                  <a:cubicBezTo>
                    <a:pt x="915162" y="9392"/>
                    <a:pt x="923037" y="16616"/>
                    <a:pt x="932498" y="16616"/>
                  </a:cubicBezTo>
                  <a:close/>
                  <a:moveTo>
                    <a:pt x="109538" y="162478"/>
                  </a:moveTo>
                  <a:cubicBezTo>
                    <a:pt x="99441" y="162478"/>
                    <a:pt x="91249" y="170652"/>
                    <a:pt x="91249" y="180742"/>
                  </a:cubicBezTo>
                  <a:cubicBezTo>
                    <a:pt x="91249" y="190832"/>
                    <a:pt x="99441" y="199007"/>
                    <a:pt x="109538" y="199007"/>
                  </a:cubicBezTo>
                  <a:cubicBezTo>
                    <a:pt x="119635" y="199007"/>
                    <a:pt x="127826" y="190832"/>
                    <a:pt x="127826" y="180742"/>
                  </a:cubicBezTo>
                  <a:cubicBezTo>
                    <a:pt x="127699" y="170754"/>
                    <a:pt x="119571" y="162731"/>
                    <a:pt x="109538" y="162731"/>
                  </a:cubicBezTo>
                  <a:close/>
                  <a:moveTo>
                    <a:pt x="566738" y="16616"/>
                  </a:moveTo>
                  <a:cubicBezTo>
                    <a:pt x="576200" y="16590"/>
                    <a:pt x="584074" y="9392"/>
                    <a:pt x="584899" y="0"/>
                  </a:cubicBezTo>
                  <a:lnTo>
                    <a:pt x="548640" y="0"/>
                  </a:lnTo>
                  <a:cubicBezTo>
                    <a:pt x="549402" y="9392"/>
                    <a:pt x="557276" y="16616"/>
                    <a:pt x="566738" y="16616"/>
                  </a:cubicBezTo>
                  <a:close/>
                  <a:moveTo>
                    <a:pt x="1206818" y="16616"/>
                  </a:moveTo>
                  <a:cubicBezTo>
                    <a:pt x="1216279" y="16616"/>
                    <a:pt x="1224153" y="9392"/>
                    <a:pt x="1224915" y="0"/>
                  </a:cubicBezTo>
                  <a:lnTo>
                    <a:pt x="1188593" y="0"/>
                  </a:lnTo>
                  <a:cubicBezTo>
                    <a:pt x="1189419" y="9443"/>
                    <a:pt x="1197356" y="16679"/>
                    <a:pt x="1206818" y="16616"/>
                  </a:cubicBezTo>
                  <a:close/>
                  <a:moveTo>
                    <a:pt x="841058" y="16616"/>
                  </a:moveTo>
                  <a:cubicBezTo>
                    <a:pt x="850519" y="16616"/>
                    <a:pt x="858393" y="9392"/>
                    <a:pt x="859155" y="0"/>
                  </a:cubicBezTo>
                  <a:lnTo>
                    <a:pt x="822961" y="0"/>
                  </a:lnTo>
                  <a:cubicBezTo>
                    <a:pt x="823723" y="9392"/>
                    <a:pt x="831597" y="16616"/>
                    <a:pt x="841058" y="16616"/>
                  </a:cubicBezTo>
                  <a:close/>
                  <a:moveTo>
                    <a:pt x="658178" y="16616"/>
                  </a:moveTo>
                  <a:cubicBezTo>
                    <a:pt x="667639" y="16590"/>
                    <a:pt x="675513" y="9392"/>
                    <a:pt x="676339" y="0"/>
                  </a:cubicBezTo>
                  <a:lnTo>
                    <a:pt x="640080" y="0"/>
                  </a:lnTo>
                  <a:cubicBezTo>
                    <a:pt x="640842" y="9392"/>
                    <a:pt x="648716" y="16616"/>
                    <a:pt x="658178" y="16616"/>
                  </a:cubicBezTo>
                  <a:close/>
                  <a:moveTo>
                    <a:pt x="749618" y="16616"/>
                  </a:moveTo>
                  <a:cubicBezTo>
                    <a:pt x="759079" y="16616"/>
                    <a:pt x="766953" y="9392"/>
                    <a:pt x="767715" y="0"/>
                  </a:cubicBezTo>
                  <a:lnTo>
                    <a:pt x="731393" y="0"/>
                  </a:lnTo>
                  <a:cubicBezTo>
                    <a:pt x="732219" y="9443"/>
                    <a:pt x="740156" y="16679"/>
                    <a:pt x="749618" y="16616"/>
                  </a:cubicBezTo>
                  <a:close/>
                  <a:moveTo>
                    <a:pt x="200978" y="71409"/>
                  </a:moveTo>
                  <a:cubicBezTo>
                    <a:pt x="190881" y="71409"/>
                    <a:pt x="182690" y="79584"/>
                    <a:pt x="182690" y="89673"/>
                  </a:cubicBezTo>
                  <a:cubicBezTo>
                    <a:pt x="182690" y="99763"/>
                    <a:pt x="190881" y="107938"/>
                    <a:pt x="200978" y="107938"/>
                  </a:cubicBezTo>
                  <a:cubicBezTo>
                    <a:pt x="211075" y="107938"/>
                    <a:pt x="219266" y="99763"/>
                    <a:pt x="219266" y="89673"/>
                  </a:cubicBezTo>
                  <a:cubicBezTo>
                    <a:pt x="219266" y="79584"/>
                    <a:pt x="211075" y="71409"/>
                    <a:pt x="200978" y="71409"/>
                  </a:cubicBezTo>
                  <a:close/>
                  <a:moveTo>
                    <a:pt x="292418" y="162731"/>
                  </a:moveTo>
                  <a:cubicBezTo>
                    <a:pt x="282322" y="162731"/>
                    <a:pt x="274130" y="170906"/>
                    <a:pt x="274130" y="180996"/>
                  </a:cubicBezTo>
                  <a:cubicBezTo>
                    <a:pt x="274130" y="191086"/>
                    <a:pt x="282322" y="199260"/>
                    <a:pt x="292418" y="199260"/>
                  </a:cubicBezTo>
                  <a:cubicBezTo>
                    <a:pt x="302514" y="199260"/>
                    <a:pt x="310706" y="191086"/>
                    <a:pt x="310706" y="180996"/>
                  </a:cubicBezTo>
                  <a:cubicBezTo>
                    <a:pt x="310706" y="170906"/>
                    <a:pt x="302514" y="162731"/>
                    <a:pt x="292418" y="162731"/>
                  </a:cubicBezTo>
                  <a:close/>
                  <a:moveTo>
                    <a:pt x="292418" y="71409"/>
                  </a:moveTo>
                  <a:cubicBezTo>
                    <a:pt x="282322" y="71409"/>
                    <a:pt x="274130" y="79584"/>
                    <a:pt x="274130" y="89673"/>
                  </a:cubicBezTo>
                  <a:cubicBezTo>
                    <a:pt x="274130" y="99763"/>
                    <a:pt x="282322" y="107938"/>
                    <a:pt x="292418" y="107938"/>
                  </a:cubicBezTo>
                  <a:cubicBezTo>
                    <a:pt x="302514" y="107938"/>
                    <a:pt x="310706" y="99763"/>
                    <a:pt x="310706" y="89673"/>
                  </a:cubicBezTo>
                  <a:cubicBezTo>
                    <a:pt x="310706" y="79584"/>
                    <a:pt x="302514" y="71409"/>
                    <a:pt x="292418" y="71409"/>
                  </a:cubicBezTo>
                  <a:close/>
                  <a:moveTo>
                    <a:pt x="292418" y="254054"/>
                  </a:moveTo>
                  <a:cubicBezTo>
                    <a:pt x="282322" y="254054"/>
                    <a:pt x="274130" y="262228"/>
                    <a:pt x="274130" y="272318"/>
                  </a:cubicBezTo>
                  <a:cubicBezTo>
                    <a:pt x="274130" y="282408"/>
                    <a:pt x="282322" y="290583"/>
                    <a:pt x="292418" y="290583"/>
                  </a:cubicBezTo>
                  <a:cubicBezTo>
                    <a:pt x="302514" y="290583"/>
                    <a:pt x="310706" y="282408"/>
                    <a:pt x="310706" y="272318"/>
                  </a:cubicBezTo>
                  <a:cubicBezTo>
                    <a:pt x="310579" y="262304"/>
                    <a:pt x="302451" y="254244"/>
                    <a:pt x="292418" y="254244"/>
                  </a:cubicBezTo>
                  <a:close/>
                  <a:moveTo>
                    <a:pt x="292418" y="345376"/>
                  </a:moveTo>
                  <a:cubicBezTo>
                    <a:pt x="282322" y="345376"/>
                    <a:pt x="274130" y="353551"/>
                    <a:pt x="274130" y="363640"/>
                  </a:cubicBezTo>
                  <a:cubicBezTo>
                    <a:pt x="274130" y="373730"/>
                    <a:pt x="282322" y="381905"/>
                    <a:pt x="292418" y="381905"/>
                  </a:cubicBezTo>
                  <a:cubicBezTo>
                    <a:pt x="302514" y="381905"/>
                    <a:pt x="310706" y="373730"/>
                    <a:pt x="310706" y="363640"/>
                  </a:cubicBezTo>
                  <a:cubicBezTo>
                    <a:pt x="310706" y="353551"/>
                    <a:pt x="302514" y="345376"/>
                    <a:pt x="292418" y="345376"/>
                  </a:cubicBezTo>
                  <a:close/>
                  <a:moveTo>
                    <a:pt x="338138" y="208392"/>
                  </a:moveTo>
                  <a:cubicBezTo>
                    <a:pt x="328041" y="208392"/>
                    <a:pt x="319849" y="216567"/>
                    <a:pt x="319849" y="226657"/>
                  </a:cubicBezTo>
                  <a:cubicBezTo>
                    <a:pt x="319849" y="236747"/>
                    <a:pt x="328041" y="244921"/>
                    <a:pt x="338138" y="244921"/>
                  </a:cubicBezTo>
                  <a:cubicBezTo>
                    <a:pt x="348235" y="244921"/>
                    <a:pt x="356426" y="236747"/>
                    <a:pt x="356426" y="226657"/>
                  </a:cubicBezTo>
                  <a:cubicBezTo>
                    <a:pt x="356426" y="216567"/>
                    <a:pt x="348235" y="208392"/>
                    <a:pt x="338138" y="208392"/>
                  </a:cubicBezTo>
                  <a:close/>
                  <a:moveTo>
                    <a:pt x="109538" y="71409"/>
                  </a:moveTo>
                  <a:cubicBezTo>
                    <a:pt x="99441" y="71409"/>
                    <a:pt x="91249" y="79584"/>
                    <a:pt x="91249" y="89673"/>
                  </a:cubicBezTo>
                  <a:cubicBezTo>
                    <a:pt x="91249" y="99763"/>
                    <a:pt x="99441" y="107938"/>
                    <a:pt x="109538" y="107938"/>
                  </a:cubicBezTo>
                  <a:cubicBezTo>
                    <a:pt x="119635" y="107938"/>
                    <a:pt x="127826" y="99763"/>
                    <a:pt x="127826" y="89673"/>
                  </a:cubicBezTo>
                  <a:cubicBezTo>
                    <a:pt x="127826" y="79584"/>
                    <a:pt x="119635" y="71409"/>
                    <a:pt x="109538" y="71409"/>
                  </a:cubicBezTo>
                  <a:close/>
                  <a:moveTo>
                    <a:pt x="246698" y="25748"/>
                  </a:moveTo>
                  <a:cubicBezTo>
                    <a:pt x="236601" y="25748"/>
                    <a:pt x="228410" y="33922"/>
                    <a:pt x="228410" y="44012"/>
                  </a:cubicBezTo>
                  <a:cubicBezTo>
                    <a:pt x="228410" y="54102"/>
                    <a:pt x="236601" y="62277"/>
                    <a:pt x="246698" y="62277"/>
                  </a:cubicBezTo>
                  <a:cubicBezTo>
                    <a:pt x="256794" y="62277"/>
                    <a:pt x="264986" y="54102"/>
                    <a:pt x="264986" y="44012"/>
                  </a:cubicBezTo>
                  <a:cubicBezTo>
                    <a:pt x="264859" y="33998"/>
                    <a:pt x="256731" y="25938"/>
                    <a:pt x="246698" y="25938"/>
                  </a:cubicBezTo>
                  <a:close/>
                  <a:moveTo>
                    <a:pt x="338138" y="117070"/>
                  </a:moveTo>
                  <a:cubicBezTo>
                    <a:pt x="328041" y="117070"/>
                    <a:pt x="319849" y="125245"/>
                    <a:pt x="319849" y="135335"/>
                  </a:cubicBezTo>
                  <a:cubicBezTo>
                    <a:pt x="319849" y="145424"/>
                    <a:pt x="328041" y="153599"/>
                    <a:pt x="338138" y="153599"/>
                  </a:cubicBezTo>
                  <a:cubicBezTo>
                    <a:pt x="348235" y="153599"/>
                    <a:pt x="356426" y="145424"/>
                    <a:pt x="356426" y="135335"/>
                  </a:cubicBezTo>
                  <a:cubicBezTo>
                    <a:pt x="356426" y="125245"/>
                    <a:pt x="348235" y="117070"/>
                    <a:pt x="338138" y="117070"/>
                  </a:cubicBezTo>
                  <a:close/>
                  <a:moveTo>
                    <a:pt x="658178" y="528021"/>
                  </a:moveTo>
                  <a:cubicBezTo>
                    <a:pt x="648018" y="527983"/>
                    <a:pt x="639826" y="536164"/>
                    <a:pt x="639763" y="546285"/>
                  </a:cubicBezTo>
                  <a:cubicBezTo>
                    <a:pt x="639700" y="556407"/>
                    <a:pt x="647891" y="564638"/>
                    <a:pt x="658051" y="564676"/>
                  </a:cubicBezTo>
                  <a:cubicBezTo>
                    <a:pt x="668211" y="564714"/>
                    <a:pt x="676402" y="556533"/>
                    <a:pt x="676466" y="546412"/>
                  </a:cubicBezTo>
                  <a:cubicBezTo>
                    <a:pt x="676466" y="546367"/>
                    <a:pt x="676466" y="546330"/>
                    <a:pt x="676466" y="546285"/>
                  </a:cubicBezTo>
                  <a:cubicBezTo>
                    <a:pt x="676466" y="536195"/>
                    <a:pt x="668275" y="528021"/>
                    <a:pt x="658178" y="528021"/>
                  </a:cubicBezTo>
                  <a:close/>
                  <a:moveTo>
                    <a:pt x="338138" y="391037"/>
                  </a:moveTo>
                  <a:cubicBezTo>
                    <a:pt x="328041" y="391037"/>
                    <a:pt x="319849" y="399212"/>
                    <a:pt x="319849" y="409302"/>
                  </a:cubicBezTo>
                  <a:cubicBezTo>
                    <a:pt x="319849" y="419391"/>
                    <a:pt x="328041" y="427566"/>
                    <a:pt x="338138" y="427566"/>
                  </a:cubicBezTo>
                  <a:cubicBezTo>
                    <a:pt x="348235" y="427566"/>
                    <a:pt x="356426" y="419391"/>
                    <a:pt x="356426" y="409302"/>
                  </a:cubicBezTo>
                  <a:cubicBezTo>
                    <a:pt x="356426" y="399212"/>
                    <a:pt x="348235" y="391037"/>
                    <a:pt x="338138" y="391037"/>
                  </a:cubicBezTo>
                  <a:close/>
                  <a:moveTo>
                    <a:pt x="155258" y="25748"/>
                  </a:moveTo>
                  <a:cubicBezTo>
                    <a:pt x="145162" y="25748"/>
                    <a:pt x="136970" y="33922"/>
                    <a:pt x="136970" y="44012"/>
                  </a:cubicBezTo>
                  <a:cubicBezTo>
                    <a:pt x="136970" y="54102"/>
                    <a:pt x="145162" y="62277"/>
                    <a:pt x="155258" y="62277"/>
                  </a:cubicBezTo>
                  <a:cubicBezTo>
                    <a:pt x="165354" y="62277"/>
                    <a:pt x="173546" y="54102"/>
                    <a:pt x="173546" y="44012"/>
                  </a:cubicBezTo>
                  <a:cubicBezTo>
                    <a:pt x="173419" y="33998"/>
                    <a:pt x="165291" y="25938"/>
                    <a:pt x="155258" y="25938"/>
                  </a:cubicBezTo>
                  <a:close/>
                  <a:moveTo>
                    <a:pt x="155258" y="117070"/>
                  </a:moveTo>
                  <a:cubicBezTo>
                    <a:pt x="145162" y="117070"/>
                    <a:pt x="136970" y="125245"/>
                    <a:pt x="136970" y="135335"/>
                  </a:cubicBezTo>
                  <a:cubicBezTo>
                    <a:pt x="136970" y="145424"/>
                    <a:pt x="145162" y="153599"/>
                    <a:pt x="155258" y="153599"/>
                  </a:cubicBezTo>
                  <a:cubicBezTo>
                    <a:pt x="165354" y="153599"/>
                    <a:pt x="173546" y="145424"/>
                    <a:pt x="173546" y="135335"/>
                  </a:cubicBezTo>
                  <a:cubicBezTo>
                    <a:pt x="173546" y="125245"/>
                    <a:pt x="165354" y="117070"/>
                    <a:pt x="155258" y="117070"/>
                  </a:cubicBezTo>
                  <a:close/>
                  <a:moveTo>
                    <a:pt x="200978" y="254054"/>
                  </a:moveTo>
                  <a:cubicBezTo>
                    <a:pt x="190881" y="254054"/>
                    <a:pt x="182690" y="262228"/>
                    <a:pt x="182690" y="272318"/>
                  </a:cubicBezTo>
                  <a:cubicBezTo>
                    <a:pt x="182690" y="282408"/>
                    <a:pt x="190881" y="290583"/>
                    <a:pt x="200978" y="290583"/>
                  </a:cubicBezTo>
                  <a:cubicBezTo>
                    <a:pt x="211075" y="290583"/>
                    <a:pt x="219266" y="282408"/>
                    <a:pt x="219266" y="272318"/>
                  </a:cubicBezTo>
                  <a:cubicBezTo>
                    <a:pt x="219139" y="262304"/>
                    <a:pt x="211011" y="254244"/>
                    <a:pt x="200978" y="254244"/>
                  </a:cubicBezTo>
                  <a:close/>
                  <a:moveTo>
                    <a:pt x="155258" y="208392"/>
                  </a:moveTo>
                  <a:cubicBezTo>
                    <a:pt x="145162" y="208392"/>
                    <a:pt x="136970" y="216567"/>
                    <a:pt x="136970" y="226657"/>
                  </a:cubicBezTo>
                  <a:cubicBezTo>
                    <a:pt x="136970" y="236747"/>
                    <a:pt x="145162" y="244921"/>
                    <a:pt x="155258" y="244921"/>
                  </a:cubicBezTo>
                  <a:cubicBezTo>
                    <a:pt x="165354" y="244921"/>
                    <a:pt x="173546" y="236747"/>
                    <a:pt x="173546" y="226657"/>
                  </a:cubicBezTo>
                  <a:cubicBezTo>
                    <a:pt x="173546" y="216567"/>
                    <a:pt x="165354" y="208392"/>
                    <a:pt x="155258" y="208392"/>
                  </a:cubicBezTo>
                  <a:close/>
                  <a:moveTo>
                    <a:pt x="200978" y="162731"/>
                  </a:moveTo>
                  <a:cubicBezTo>
                    <a:pt x="190881" y="162731"/>
                    <a:pt x="182690" y="170906"/>
                    <a:pt x="182690" y="180996"/>
                  </a:cubicBezTo>
                  <a:cubicBezTo>
                    <a:pt x="182690" y="191086"/>
                    <a:pt x="190881" y="199260"/>
                    <a:pt x="200978" y="199260"/>
                  </a:cubicBezTo>
                  <a:cubicBezTo>
                    <a:pt x="211075" y="199260"/>
                    <a:pt x="219266" y="191086"/>
                    <a:pt x="219266" y="180996"/>
                  </a:cubicBezTo>
                  <a:cubicBezTo>
                    <a:pt x="219266" y="170906"/>
                    <a:pt x="211075" y="162731"/>
                    <a:pt x="200978" y="162731"/>
                  </a:cubicBezTo>
                  <a:close/>
                  <a:moveTo>
                    <a:pt x="246698" y="208392"/>
                  </a:moveTo>
                  <a:cubicBezTo>
                    <a:pt x="236601" y="208392"/>
                    <a:pt x="228410" y="216567"/>
                    <a:pt x="228410" y="226657"/>
                  </a:cubicBezTo>
                  <a:cubicBezTo>
                    <a:pt x="228410" y="236747"/>
                    <a:pt x="236601" y="244921"/>
                    <a:pt x="246698" y="244921"/>
                  </a:cubicBezTo>
                  <a:cubicBezTo>
                    <a:pt x="256794" y="244921"/>
                    <a:pt x="264986" y="236747"/>
                    <a:pt x="264986" y="226657"/>
                  </a:cubicBezTo>
                  <a:cubicBezTo>
                    <a:pt x="264986" y="216567"/>
                    <a:pt x="256794" y="208392"/>
                    <a:pt x="246698" y="208392"/>
                  </a:cubicBezTo>
                  <a:close/>
                  <a:moveTo>
                    <a:pt x="246698" y="299715"/>
                  </a:moveTo>
                  <a:cubicBezTo>
                    <a:pt x="236601" y="299715"/>
                    <a:pt x="228410" y="307890"/>
                    <a:pt x="228410" y="317979"/>
                  </a:cubicBezTo>
                  <a:cubicBezTo>
                    <a:pt x="228410" y="328069"/>
                    <a:pt x="236601" y="336244"/>
                    <a:pt x="246698" y="336244"/>
                  </a:cubicBezTo>
                  <a:cubicBezTo>
                    <a:pt x="256794" y="336244"/>
                    <a:pt x="264986" y="328069"/>
                    <a:pt x="264986" y="317979"/>
                  </a:cubicBezTo>
                  <a:cubicBezTo>
                    <a:pt x="264986" y="307890"/>
                    <a:pt x="256794" y="299715"/>
                    <a:pt x="246698" y="299715"/>
                  </a:cubicBezTo>
                  <a:close/>
                  <a:moveTo>
                    <a:pt x="338138" y="25748"/>
                  </a:moveTo>
                  <a:cubicBezTo>
                    <a:pt x="328041" y="25748"/>
                    <a:pt x="319849" y="33922"/>
                    <a:pt x="319849" y="44012"/>
                  </a:cubicBezTo>
                  <a:cubicBezTo>
                    <a:pt x="319849" y="54102"/>
                    <a:pt x="328041" y="62277"/>
                    <a:pt x="338138" y="62277"/>
                  </a:cubicBezTo>
                  <a:cubicBezTo>
                    <a:pt x="348235" y="62277"/>
                    <a:pt x="356426" y="54102"/>
                    <a:pt x="356426" y="44012"/>
                  </a:cubicBezTo>
                  <a:cubicBezTo>
                    <a:pt x="356299" y="33998"/>
                    <a:pt x="348171" y="25938"/>
                    <a:pt x="338138" y="25938"/>
                  </a:cubicBezTo>
                  <a:close/>
                  <a:moveTo>
                    <a:pt x="246698" y="117070"/>
                  </a:moveTo>
                  <a:cubicBezTo>
                    <a:pt x="236601" y="117070"/>
                    <a:pt x="228410" y="125245"/>
                    <a:pt x="228410" y="135335"/>
                  </a:cubicBezTo>
                  <a:cubicBezTo>
                    <a:pt x="228410" y="145424"/>
                    <a:pt x="236601" y="153599"/>
                    <a:pt x="246698" y="153599"/>
                  </a:cubicBezTo>
                  <a:cubicBezTo>
                    <a:pt x="256794" y="153599"/>
                    <a:pt x="264986" y="145424"/>
                    <a:pt x="264986" y="135335"/>
                  </a:cubicBezTo>
                  <a:cubicBezTo>
                    <a:pt x="264986" y="125245"/>
                    <a:pt x="256794" y="117070"/>
                    <a:pt x="246698" y="117070"/>
                  </a:cubicBezTo>
                  <a:close/>
                  <a:moveTo>
                    <a:pt x="1023938" y="345376"/>
                  </a:moveTo>
                  <a:cubicBezTo>
                    <a:pt x="1013841" y="345376"/>
                    <a:pt x="1005650" y="353551"/>
                    <a:pt x="1005650" y="363640"/>
                  </a:cubicBezTo>
                  <a:cubicBezTo>
                    <a:pt x="1005650" y="373730"/>
                    <a:pt x="1013841" y="381905"/>
                    <a:pt x="1023938" y="381905"/>
                  </a:cubicBezTo>
                  <a:cubicBezTo>
                    <a:pt x="1034035" y="381905"/>
                    <a:pt x="1042226" y="373730"/>
                    <a:pt x="1042226" y="363640"/>
                  </a:cubicBezTo>
                  <a:cubicBezTo>
                    <a:pt x="1042226" y="353551"/>
                    <a:pt x="1034035" y="345376"/>
                    <a:pt x="1023938" y="345376"/>
                  </a:cubicBezTo>
                  <a:close/>
                  <a:moveTo>
                    <a:pt x="978218" y="25748"/>
                  </a:moveTo>
                  <a:cubicBezTo>
                    <a:pt x="968122" y="25748"/>
                    <a:pt x="959930" y="33922"/>
                    <a:pt x="959930" y="44012"/>
                  </a:cubicBezTo>
                  <a:cubicBezTo>
                    <a:pt x="959930" y="54102"/>
                    <a:pt x="968122" y="62277"/>
                    <a:pt x="978218" y="62277"/>
                  </a:cubicBezTo>
                  <a:cubicBezTo>
                    <a:pt x="988314" y="62277"/>
                    <a:pt x="996506" y="54102"/>
                    <a:pt x="996506" y="44012"/>
                  </a:cubicBezTo>
                  <a:cubicBezTo>
                    <a:pt x="996379" y="33998"/>
                    <a:pt x="988251" y="25938"/>
                    <a:pt x="978218" y="25938"/>
                  </a:cubicBezTo>
                  <a:close/>
                  <a:moveTo>
                    <a:pt x="1023938" y="436698"/>
                  </a:moveTo>
                  <a:cubicBezTo>
                    <a:pt x="1013841" y="436698"/>
                    <a:pt x="1005650" y="444873"/>
                    <a:pt x="1005650" y="454963"/>
                  </a:cubicBezTo>
                  <a:cubicBezTo>
                    <a:pt x="1005650" y="465053"/>
                    <a:pt x="1013841" y="473227"/>
                    <a:pt x="1023938" y="473227"/>
                  </a:cubicBezTo>
                  <a:cubicBezTo>
                    <a:pt x="1034035" y="473227"/>
                    <a:pt x="1042226" y="465053"/>
                    <a:pt x="1042226" y="454963"/>
                  </a:cubicBezTo>
                  <a:cubicBezTo>
                    <a:pt x="1042226" y="444873"/>
                    <a:pt x="1034035" y="436698"/>
                    <a:pt x="1023938" y="436698"/>
                  </a:cubicBezTo>
                  <a:close/>
                  <a:moveTo>
                    <a:pt x="978218" y="117070"/>
                  </a:moveTo>
                  <a:cubicBezTo>
                    <a:pt x="968122" y="117070"/>
                    <a:pt x="959930" y="125245"/>
                    <a:pt x="959930" y="135335"/>
                  </a:cubicBezTo>
                  <a:cubicBezTo>
                    <a:pt x="959930" y="145424"/>
                    <a:pt x="968122" y="153599"/>
                    <a:pt x="978218" y="153599"/>
                  </a:cubicBezTo>
                  <a:cubicBezTo>
                    <a:pt x="988314" y="153599"/>
                    <a:pt x="996506" y="145424"/>
                    <a:pt x="996506" y="135335"/>
                  </a:cubicBezTo>
                  <a:cubicBezTo>
                    <a:pt x="996506" y="125245"/>
                    <a:pt x="988314" y="117070"/>
                    <a:pt x="978218" y="117070"/>
                  </a:cubicBezTo>
                  <a:close/>
                  <a:moveTo>
                    <a:pt x="1069658" y="391037"/>
                  </a:moveTo>
                  <a:cubicBezTo>
                    <a:pt x="1059562" y="391037"/>
                    <a:pt x="1051370" y="399212"/>
                    <a:pt x="1051370" y="409302"/>
                  </a:cubicBezTo>
                  <a:cubicBezTo>
                    <a:pt x="1051370" y="419391"/>
                    <a:pt x="1059562" y="427566"/>
                    <a:pt x="1069658" y="427566"/>
                  </a:cubicBezTo>
                  <a:cubicBezTo>
                    <a:pt x="1079754" y="427566"/>
                    <a:pt x="1087946" y="419391"/>
                    <a:pt x="1087946" y="409302"/>
                  </a:cubicBezTo>
                  <a:cubicBezTo>
                    <a:pt x="1087946" y="399212"/>
                    <a:pt x="1079754" y="391037"/>
                    <a:pt x="1069658" y="391037"/>
                  </a:cubicBezTo>
                  <a:close/>
                  <a:moveTo>
                    <a:pt x="1023938" y="254054"/>
                  </a:moveTo>
                  <a:cubicBezTo>
                    <a:pt x="1013841" y="254054"/>
                    <a:pt x="1005650" y="262228"/>
                    <a:pt x="1005650" y="272318"/>
                  </a:cubicBezTo>
                  <a:cubicBezTo>
                    <a:pt x="1005650" y="282408"/>
                    <a:pt x="1013841" y="290583"/>
                    <a:pt x="1023938" y="290583"/>
                  </a:cubicBezTo>
                  <a:cubicBezTo>
                    <a:pt x="1034035" y="290583"/>
                    <a:pt x="1042226" y="282408"/>
                    <a:pt x="1042226" y="272318"/>
                  </a:cubicBezTo>
                  <a:cubicBezTo>
                    <a:pt x="1042099" y="262304"/>
                    <a:pt x="1033971" y="254244"/>
                    <a:pt x="1023938" y="254244"/>
                  </a:cubicBezTo>
                  <a:close/>
                  <a:moveTo>
                    <a:pt x="1023938" y="71409"/>
                  </a:moveTo>
                  <a:cubicBezTo>
                    <a:pt x="1013841" y="71409"/>
                    <a:pt x="1005650" y="79584"/>
                    <a:pt x="1005650" y="89673"/>
                  </a:cubicBezTo>
                  <a:cubicBezTo>
                    <a:pt x="1005650" y="99763"/>
                    <a:pt x="1013841" y="107938"/>
                    <a:pt x="1023938" y="107938"/>
                  </a:cubicBezTo>
                  <a:cubicBezTo>
                    <a:pt x="1034035" y="107938"/>
                    <a:pt x="1042226" y="99763"/>
                    <a:pt x="1042226" y="89673"/>
                  </a:cubicBezTo>
                  <a:cubicBezTo>
                    <a:pt x="1042226" y="79584"/>
                    <a:pt x="1034035" y="71409"/>
                    <a:pt x="1023938" y="71409"/>
                  </a:cubicBezTo>
                  <a:close/>
                  <a:moveTo>
                    <a:pt x="978218" y="208392"/>
                  </a:moveTo>
                  <a:cubicBezTo>
                    <a:pt x="968122" y="208392"/>
                    <a:pt x="959930" y="216567"/>
                    <a:pt x="959930" y="226657"/>
                  </a:cubicBezTo>
                  <a:cubicBezTo>
                    <a:pt x="959930" y="236747"/>
                    <a:pt x="968122" y="244921"/>
                    <a:pt x="978218" y="244921"/>
                  </a:cubicBezTo>
                  <a:cubicBezTo>
                    <a:pt x="988314" y="244921"/>
                    <a:pt x="996506" y="236747"/>
                    <a:pt x="996506" y="226657"/>
                  </a:cubicBezTo>
                  <a:cubicBezTo>
                    <a:pt x="996506" y="216567"/>
                    <a:pt x="988314" y="208392"/>
                    <a:pt x="978218" y="208392"/>
                  </a:cubicBezTo>
                  <a:close/>
                  <a:moveTo>
                    <a:pt x="1023938" y="162731"/>
                  </a:moveTo>
                  <a:cubicBezTo>
                    <a:pt x="1013841" y="162731"/>
                    <a:pt x="1005650" y="170906"/>
                    <a:pt x="1005650" y="180996"/>
                  </a:cubicBezTo>
                  <a:cubicBezTo>
                    <a:pt x="1005650" y="191086"/>
                    <a:pt x="1013841" y="199260"/>
                    <a:pt x="1023938" y="199260"/>
                  </a:cubicBezTo>
                  <a:cubicBezTo>
                    <a:pt x="1034035" y="199260"/>
                    <a:pt x="1042226" y="191086"/>
                    <a:pt x="1042226" y="180996"/>
                  </a:cubicBezTo>
                  <a:cubicBezTo>
                    <a:pt x="1042226" y="170906"/>
                    <a:pt x="1034035" y="162731"/>
                    <a:pt x="1023938" y="162731"/>
                  </a:cubicBezTo>
                  <a:close/>
                  <a:moveTo>
                    <a:pt x="932498" y="528021"/>
                  </a:moveTo>
                  <a:cubicBezTo>
                    <a:pt x="922338" y="527983"/>
                    <a:pt x="914147" y="536164"/>
                    <a:pt x="914083" y="546285"/>
                  </a:cubicBezTo>
                  <a:cubicBezTo>
                    <a:pt x="914019" y="556407"/>
                    <a:pt x="922211" y="564638"/>
                    <a:pt x="932371" y="564676"/>
                  </a:cubicBezTo>
                  <a:cubicBezTo>
                    <a:pt x="942531" y="564714"/>
                    <a:pt x="950723" y="556533"/>
                    <a:pt x="950786" y="546412"/>
                  </a:cubicBezTo>
                  <a:cubicBezTo>
                    <a:pt x="950786" y="546367"/>
                    <a:pt x="950786" y="546330"/>
                    <a:pt x="950786" y="546285"/>
                  </a:cubicBezTo>
                  <a:cubicBezTo>
                    <a:pt x="950786" y="536195"/>
                    <a:pt x="942594" y="528021"/>
                    <a:pt x="932498" y="528021"/>
                  </a:cubicBezTo>
                  <a:close/>
                  <a:moveTo>
                    <a:pt x="932498" y="436698"/>
                  </a:moveTo>
                  <a:cubicBezTo>
                    <a:pt x="922401" y="436698"/>
                    <a:pt x="914210" y="444873"/>
                    <a:pt x="914210" y="454963"/>
                  </a:cubicBezTo>
                  <a:cubicBezTo>
                    <a:pt x="914210" y="465053"/>
                    <a:pt x="922401" y="473227"/>
                    <a:pt x="932498" y="473227"/>
                  </a:cubicBezTo>
                  <a:cubicBezTo>
                    <a:pt x="942594" y="473227"/>
                    <a:pt x="950786" y="465053"/>
                    <a:pt x="950786" y="454963"/>
                  </a:cubicBezTo>
                  <a:cubicBezTo>
                    <a:pt x="950786" y="444873"/>
                    <a:pt x="942594" y="436698"/>
                    <a:pt x="932498" y="436698"/>
                  </a:cubicBezTo>
                  <a:close/>
                  <a:moveTo>
                    <a:pt x="932498" y="345376"/>
                  </a:moveTo>
                  <a:cubicBezTo>
                    <a:pt x="922401" y="345376"/>
                    <a:pt x="914210" y="353551"/>
                    <a:pt x="914210" y="363640"/>
                  </a:cubicBezTo>
                  <a:cubicBezTo>
                    <a:pt x="914210" y="373730"/>
                    <a:pt x="922401" y="381905"/>
                    <a:pt x="932498" y="381905"/>
                  </a:cubicBezTo>
                  <a:cubicBezTo>
                    <a:pt x="942594" y="381905"/>
                    <a:pt x="950786" y="373730"/>
                    <a:pt x="950786" y="363640"/>
                  </a:cubicBezTo>
                  <a:cubicBezTo>
                    <a:pt x="950786" y="353551"/>
                    <a:pt x="942594" y="345376"/>
                    <a:pt x="932498" y="345376"/>
                  </a:cubicBezTo>
                  <a:close/>
                  <a:moveTo>
                    <a:pt x="1069658" y="299715"/>
                  </a:moveTo>
                  <a:cubicBezTo>
                    <a:pt x="1059562" y="299715"/>
                    <a:pt x="1051370" y="307890"/>
                    <a:pt x="1051370" y="317979"/>
                  </a:cubicBezTo>
                  <a:cubicBezTo>
                    <a:pt x="1051370" y="328069"/>
                    <a:pt x="1059562" y="336244"/>
                    <a:pt x="1069658" y="336244"/>
                  </a:cubicBezTo>
                  <a:cubicBezTo>
                    <a:pt x="1079754" y="336244"/>
                    <a:pt x="1087946" y="328069"/>
                    <a:pt x="1087946" y="317979"/>
                  </a:cubicBezTo>
                  <a:cubicBezTo>
                    <a:pt x="1087946" y="307890"/>
                    <a:pt x="1079754" y="299715"/>
                    <a:pt x="1069658" y="299715"/>
                  </a:cubicBezTo>
                  <a:close/>
                  <a:moveTo>
                    <a:pt x="886778" y="25748"/>
                  </a:moveTo>
                  <a:cubicBezTo>
                    <a:pt x="876681" y="25748"/>
                    <a:pt x="868490" y="33922"/>
                    <a:pt x="868490" y="44012"/>
                  </a:cubicBezTo>
                  <a:cubicBezTo>
                    <a:pt x="868490" y="54102"/>
                    <a:pt x="876681" y="62277"/>
                    <a:pt x="886778" y="62277"/>
                  </a:cubicBezTo>
                  <a:cubicBezTo>
                    <a:pt x="896875" y="62277"/>
                    <a:pt x="905066" y="54102"/>
                    <a:pt x="905066" y="44012"/>
                  </a:cubicBezTo>
                  <a:cubicBezTo>
                    <a:pt x="904939" y="33998"/>
                    <a:pt x="896811" y="25938"/>
                    <a:pt x="886778" y="25938"/>
                  </a:cubicBezTo>
                  <a:close/>
                  <a:moveTo>
                    <a:pt x="932498" y="162731"/>
                  </a:moveTo>
                  <a:cubicBezTo>
                    <a:pt x="922401" y="162731"/>
                    <a:pt x="914210" y="170906"/>
                    <a:pt x="914210" y="180996"/>
                  </a:cubicBezTo>
                  <a:cubicBezTo>
                    <a:pt x="914210" y="191086"/>
                    <a:pt x="922401" y="199260"/>
                    <a:pt x="932498" y="199260"/>
                  </a:cubicBezTo>
                  <a:cubicBezTo>
                    <a:pt x="942594" y="199260"/>
                    <a:pt x="950786" y="191086"/>
                    <a:pt x="950786" y="180996"/>
                  </a:cubicBezTo>
                  <a:cubicBezTo>
                    <a:pt x="950786" y="170906"/>
                    <a:pt x="942594" y="162731"/>
                    <a:pt x="932498" y="162731"/>
                  </a:cubicBezTo>
                  <a:close/>
                  <a:moveTo>
                    <a:pt x="978218" y="482359"/>
                  </a:moveTo>
                  <a:cubicBezTo>
                    <a:pt x="968122" y="482359"/>
                    <a:pt x="959930" y="490534"/>
                    <a:pt x="959930" y="500624"/>
                  </a:cubicBezTo>
                  <a:cubicBezTo>
                    <a:pt x="959930" y="510714"/>
                    <a:pt x="968122" y="518888"/>
                    <a:pt x="978218" y="518888"/>
                  </a:cubicBezTo>
                  <a:cubicBezTo>
                    <a:pt x="988314" y="518888"/>
                    <a:pt x="996506" y="510714"/>
                    <a:pt x="996506" y="500624"/>
                  </a:cubicBezTo>
                  <a:cubicBezTo>
                    <a:pt x="996379" y="490610"/>
                    <a:pt x="988251" y="482550"/>
                    <a:pt x="978218" y="482550"/>
                  </a:cubicBezTo>
                  <a:close/>
                  <a:moveTo>
                    <a:pt x="978218" y="299715"/>
                  </a:moveTo>
                  <a:cubicBezTo>
                    <a:pt x="968122" y="299715"/>
                    <a:pt x="959930" y="307890"/>
                    <a:pt x="959930" y="317979"/>
                  </a:cubicBezTo>
                  <a:cubicBezTo>
                    <a:pt x="959930" y="328069"/>
                    <a:pt x="968122" y="336244"/>
                    <a:pt x="978218" y="336244"/>
                  </a:cubicBezTo>
                  <a:cubicBezTo>
                    <a:pt x="988314" y="336244"/>
                    <a:pt x="996506" y="328069"/>
                    <a:pt x="996506" y="317979"/>
                  </a:cubicBezTo>
                  <a:cubicBezTo>
                    <a:pt x="996506" y="307890"/>
                    <a:pt x="988314" y="299715"/>
                    <a:pt x="978218" y="299715"/>
                  </a:cubicBezTo>
                  <a:close/>
                  <a:moveTo>
                    <a:pt x="978218" y="391037"/>
                  </a:moveTo>
                  <a:cubicBezTo>
                    <a:pt x="968122" y="391037"/>
                    <a:pt x="959930" y="399212"/>
                    <a:pt x="959930" y="409302"/>
                  </a:cubicBezTo>
                  <a:cubicBezTo>
                    <a:pt x="959930" y="419391"/>
                    <a:pt x="968122" y="427566"/>
                    <a:pt x="978218" y="427566"/>
                  </a:cubicBezTo>
                  <a:cubicBezTo>
                    <a:pt x="988314" y="427566"/>
                    <a:pt x="996506" y="419391"/>
                    <a:pt x="996506" y="409302"/>
                  </a:cubicBezTo>
                  <a:cubicBezTo>
                    <a:pt x="996506" y="399212"/>
                    <a:pt x="988314" y="391037"/>
                    <a:pt x="978218" y="391037"/>
                  </a:cubicBezTo>
                  <a:close/>
                  <a:moveTo>
                    <a:pt x="932498" y="71409"/>
                  </a:moveTo>
                  <a:cubicBezTo>
                    <a:pt x="922401" y="71409"/>
                    <a:pt x="914210" y="79584"/>
                    <a:pt x="914210" y="89673"/>
                  </a:cubicBezTo>
                  <a:cubicBezTo>
                    <a:pt x="914210" y="99763"/>
                    <a:pt x="922401" y="107938"/>
                    <a:pt x="932498" y="107938"/>
                  </a:cubicBezTo>
                  <a:cubicBezTo>
                    <a:pt x="942594" y="107938"/>
                    <a:pt x="950786" y="99763"/>
                    <a:pt x="950786" y="89673"/>
                  </a:cubicBezTo>
                  <a:cubicBezTo>
                    <a:pt x="950786" y="79584"/>
                    <a:pt x="942594" y="71409"/>
                    <a:pt x="932498" y="71409"/>
                  </a:cubicBezTo>
                  <a:close/>
                  <a:moveTo>
                    <a:pt x="932498" y="254054"/>
                  </a:moveTo>
                  <a:cubicBezTo>
                    <a:pt x="922401" y="254054"/>
                    <a:pt x="914210" y="262228"/>
                    <a:pt x="914210" y="272318"/>
                  </a:cubicBezTo>
                  <a:cubicBezTo>
                    <a:pt x="914210" y="282408"/>
                    <a:pt x="922401" y="290583"/>
                    <a:pt x="932498" y="290583"/>
                  </a:cubicBezTo>
                  <a:cubicBezTo>
                    <a:pt x="942594" y="290583"/>
                    <a:pt x="950786" y="282408"/>
                    <a:pt x="950786" y="272318"/>
                  </a:cubicBezTo>
                  <a:cubicBezTo>
                    <a:pt x="950659" y="262304"/>
                    <a:pt x="942531" y="254244"/>
                    <a:pt x="932498" y="254244"/>
                  </a:cubicBezTo>
                  <a:close/>
                  <a:moveTo>
                    <a:pt x="1206818" y="162731"/>
                  </a:moveTo>
                  <a:cubicBezTo>
                    <a:pt x="1196722" y="162731"/>
                    <a:pt x="1188530" y="170906"/>
                    <a:pt x="1188530" y="180996"/>
                  </a:cubicBezTo>
                  <a:cubicBezTo>
                    <a:pt x="1188530" y="191086"/>
                    <a:pt x="1196722" y="199260"/>
                    <a:pt x="1206818" y="199260"/>
                  </a:cubicBezTo>
                  <a:cubicBezTo>
                    <a:pt x="1216914" y="199260"/>
                    <a:pt x="1225106" y="191086"/>
                    <a:pt x="1225106" y="180996"/>
                  </a:cubicBezTo>
                  <a:cubicBezTo>
                    <a:pt x="1225106" y="170906"/>
                    <a:pt x="1216914" y="162731"/>
                    <a:pt x="1206818" y="162731"/>
                  </a:cubicBezTo>
                  <a:close/>
                  <a:moveTo>
                    <a:pt x="1206818" y="71409"/>
                  </a:moveTo>
                  <a:cubicBezTo>
                    <a:pt x="1196722" y="71409"/>
                    <a:pt x="1188530" y="79584"/>
                    <a:pt x="1188530" y="89673"/>
                  </a:cubicBezTo>
                  <a:cubicBezTo>
                    <a:pt x="1188530" y="99763"/>
                    <a:pt x="1196722" y="107938"/>
                    <a:pt x="1206818" y="107938"/>
                  </a:cubicBezTo>
                  <a:cubicBezTo>
                    <a:pt x="1216914" y="107938"/>
                    <a:pt x="1225106" y="99763"/>
                    <a:pt x="1225106" y="89673"/>
                  </a:cubicBezTo>
                  <a:cubicBezTo>
                    <a:pt x="1225106" y="79584"/>
                    <a:pt x="1216914" y="71409"/>
                    <a:pt x="1206818" y="71409"/>
                  </a:cubicBezTo>
                  <a:close/>
                  <a:moveTo>
                    <a:pt x="1188593" y="272318"/>
                  </a:moveTo>
                  <a:cubicBezTo>
                    <a:pt x="1188593" y="276599"/>
                    <a:pt x="1190117" y="280734"/>
                    <a:pt x="1192912" y="283987"/>
                  </a:cubicBezTo>
                  <a:cubicBezTo>
                    <a:pt x="1198309" y="274221"/>
                    <a:pt x="1203706" y="264327"/>
                    <a:pt x="1209104" y="254307"/>
                  </a:cubicBezTo>
                  <a:cubicBezTo>
                    <a:pt x="1208342" y="254244"/>
                    <a:pt x="1207643" y="254244"/>
                    <a:pt x="1206881" y="254307"/>
                  </a:cubicBezTo>
                  <a:cubicBezTo>
                    <a:pt x="1196849" y="254307"/>
                    <a:pt x="1188721" y="262330"/>
                    <a:pt x="1188593" y="272318"/>
                  </a:cubicBezTo>
                  <a:close/>
                  <a:moveTo>
                    <a:pt x="658241" y="436698"/>
                  </a:moveTo>
                  <a:cubicBezTo>
                    <a:pt x="648145" y="436698"/>
                    <a:pt x="639953" y="444873"/>
                    <a:pt x="639953" y="454963"/>
                  </a:cubicBezTo>
                  <a:cubicBezTo>
                    <a:pt x="639953" y="465053"/>
                    <a:pt x="648145" y="473227"/>
                    <a:pt x="658241" y="473227"/>
                  </a:cubicBezTo>
                  <a:cubicBezTo>
                    <a:pt x="668338" y="473227"/>
                    <a:pt x="676529" y="465053"/>
                    <a:pt x="676529" y="454963"/>
                  </a:cubicBezTo>
                  <a:cubicBezTo>
                    <a:pt x="676529" y="444873"/>
                    <a:pt x="668338" y="436698"/>
                    <a:pt x="658241" y="436698"/>
                  </a:cubicBezTo>
                  <a:cubicBezTo>
                    <a:pt x="658241" y="436698"/>
                    <a:pt x="658178" y="436698"/>
                    <a:pt x="658178" y="436698"/>
                  </a:cubicBezTo>
                  <a:close/>
                  <a:moveTo>
                    <a:pt x="1161162" y="25748"/>
                  </a:moveTo>
                  <a:cubicBezTo>
                    <a:pt x="1151065" y="25748"/>
                    <a:pt x="1142874" y="33922"/>
                    <a:pt x="1142874" y="44012"/>
                  </a:cubicBezTo>
                  <a:cubicBezTo>
                    <a:pt x="1142874" y="54102"/>
                    <a:pt x="1151065" y="62277"/>
                    <a:pt x="1161162" y="62277"/>
                  </a:cubicBezTo>
                  <a:cubicBezTo>
                    <a:pt x="1171258" y="62277"/>
                    <a:pt x="1179450" y="54102"/>
                    <a:pt x="1179450" y="44012"/>
                  </a:cubicBezTo>
                  <a:cubicBezTo>
                    <a:pt x="1179323" y="33973"/>
                    <a:pt x="1171131" y="25900"/>
                    <a:pt x="1161098" y="25938"/>
                  </a:cubicBezTo>
                  <a:close/>
                  <a:moveTo>
                    <a:pt x="1280034" y="89673"/>
                  </a:moveTo>
                  <a:cubicBezTo>
                    <a:pt x="1280034" y="93859"/>
                    <a:pt x="1281494" y="97911"/>
                    <a:pt x="1284161" y="101152"/>
                  </a:cubicBezTo>
                  <a:cubicBezTo>
                    <a:pt x="1288606" y="91322"/>
                    <a:pt x="1293051" y="81493"/>
                    <a:pt x="1297432" y="71536"/>
                  </a:cubicBezTo>
                  <a:cubicBezTo>
                    <a:pt x="1287717" y="71942"/>
                    <a:pt x="1279970" y="79939"/>
                    <a:pt x="1279970" y="89673"/>
                  </a:cubicBezTo>
                  <a:close/>
                  <a:moveTo>
                    <a:pt x="1069722" y="208392"/>
                  </a:moveTo>
                  <a:cubicBezTo>
                    <a:pt x="1059625" y="208392"/>
                    <a:pt x="1051434" y="216567"/>
                    <a:pt x="1051434" y="226657"/>
                  </a:cubicBezTo>
                  <a:cubicBezTo>
                    <a:pt x="1051434" y="236747"/>
                    <a:pt x="1059625" y="244921"/>
                    <a:pt x="1069722" y="244921"/>
                  </a:cubicBezTo>
                  <a:cubicBezTo>
                    <a:pt x="1079818" y="244921"/>
                    <a:pt x="1088010" y="236747"/>
                    <a:pt x="1088010" y="226657"/>
                  </a:cubicBezTo>
                  <a:cubicBezTo>
                    <a:pt x="1088010" y="216567"/>
                    <a:pt x="1079818" y="208392"/>
                    <a:pt x="1069722" y="208392"/>
                  </a:cubicBezTo>
                  <a:cubicBezTo>
                    <a:pt x="1069722" y="208392"/>
                    <a:pt x="1069658" y="208392"/>
                    <a:pt x="1069658" y="208392"/>
                  </a:cubicBezTo>
                  <a:close/>
                  <a:moveTo>
                    <a:pt x="1252601" y="25748"/>
                  </a:moveTo>
                  <a:cubicBezTo>
                    <a:pt x="1242505" y="25748"/>
                    <a:pt x="1234313" y="33922"/>
                    <a:pt x="1234313" y="44012"/>
                  </a:cubicBezTo>
                  <a:cubicBezTo>
                    <a:pt x="1234313" y="54102"/>
                    <a:pt x="1242505" y="62277"/>
                    <a:pt x="1252601" y="62277"/>
                  </a:cubicBezTo>
                  <a:cubicBezTo>
                    <a:pt x="1262698" y="62277"/>
                    <a:pt x="1270889" y="54102"/>
                    <a:pt x="1270889" y="44012"/>
                  </a:cubicBezTo>
                  <a:cubicBezTo>
                    <a:pt x="1270762" y="33973"/>
                    <a:pt x="1262571" y="25900"/>
                    <a:pt x="1252538" y="25938"/>
                  </a:cubicBezTo>
                  <a:close/>
                  <a:moveTo>
                    <a:pt x="1252601" y="117070"/>
                  </a:moveTo>
                  <a:cubicBezTo>
                    <a:pt x="1242505" y="117070"/>
                    <a:pt x="1234313" y="125245"/>
                    <a:pt x="1234313" y="135335"/>
                  </a:cubicBezTo>
                  <a:cubicBezTo>
                    <a:pt x="1234313" y="145424"/>
                    <a:pt x="1242505" y="153599"/>
                    <a:pt x="1252601" y="153599"/>
                  </a:cubicBezTo>
                  <a:cubicBezTo>
                    <a:pt x="1255396" y="153574"/>
                    <a:pt x="1258189" y="152901"/>
                    <a:pt x="1260729" y="151633"/>
                  </a:cubicBezTo>
                  <a:cubicBezTo>
                    <a:pt x="1263904" y="144847"/>
                    <a:pt x="1267079" y="138062"/>
                    <a:pt x="1270318" y="131149"/>
                  </a:cubicBezTo>
                  <a:cubicBezTo>
                    <a:pt x="1268413" y="122879"/>
                    <a:pt x="1261047" y="117032"/>
                    <a:pt x="1252538" y="117070"/>
                  </a:cubicBezTo>
                  <a:close/>
                  <a:moveTo>
                    <a:pt x="1280224" y="0"/>
                  </a:moveTo>
                  <a:cubicBezTo>
                    <a:pt x="1281050" y="9982"/>
                    <a:pt x="1289812" y="17396"/>
                    <a:pt x="1299846" y="16558"/>
                  </a:cubicBezTo>
                  <a:cubicBezTo>
                    <a:pt x="1308672" y="15816"/>
                    <a:pt x="1315657" y="8821"/>
                    <a:pt x="1316419" y="0"/>
                  </a:cubicBezTo>
                  <a:close/>
                  <a:moveTo>
                    <a:pt x="1115124" y="345376"/>
                  </a:moveTo>
                  <a:cubicBezTo>
                    <a:pt x="1105027" y="345376"/>
                    <a:pt x="1096836" y="353551"/>
                    <a:pt x="1096836" y="363640"/>
                  </a:cubicBezTo>
                  <a:cubicBezTo>
                    <a:pt x="1096836" y="373730"/>
                    <a:pt x="1105027" y="381905"/>
                    <a:pt x="1115124" y="381905"/>
                  </a:cubicBezTo>
                  <a:cubicBezTo>
                    <a:pt x="1125221" y="381905"/>
                    <a:pt x="1133412" y="373730"/>
                    <a:pt x="1133412" y="363640"/>
                  </a:cubicBezTo>
                  <a:cubicBezTo>
                    <a:pt x="1133412" y="353652"/>
                    <a:pt x="1125411" y="345515"/>
                    <a:pt x="1115378" y="345376"/>
                  </a:cubicBezTo>
                  <a:close/>
                  <a:moveTo>
                    <a:pt x="1115124" y="254054"/>
                  </a:moveTo>
                  <a:cubicBezTo>
                    <a:pt x="1105027" y="254054"/>
                    <a:pt x="1096836" y="262228"/>
                    <a:pt x="1096836" y="272318"/>
                  </a:cubicBezTo>
                  <a:cubicBezTo>
                    <a:pt x="1096836" y="282408"/>
                    <a:pt x="1105027" y="290583"/>
                    <a:pt x="1115124" y="290583"/>
                  </a:cubicBezTo>
                  <a:cubicBezTo>
                    <a:pt x="1125221" y="290583"/>
                    <a:pt x="1133412" y="282408"/>
                    <a:pt x="1133412" y="272318"/>
                  </a:cubicBezTo>
                  <a:cubicBezTo>
                    <a:pt x="1133285" y="262406"/>
                    <a:pt x="1125284" y="254383"/>
                    <a:pt x="1115378" y="254244"/>
                  </a:cubicBezTo>
                  <a:close/>
                  <a:moveTo>
                    <a:pt x="1069404" y="25748"/>
                  </a:moveTo>
                  <a:cubicBezTo>
                    <a:pt x="1059307" y="25748"/>
                    <a:pt x="1051116" y="33922"/>
                    <a:pt x="1051116" y="44012"/>
                  </a:cubicBezTo>
                  <a:cubicBezTo>
                    <a:pt x="1051116" y="54102"/>
                    <a:pt x="1059307" y="62277"/>
                    <a:pt x="1069404" y="62277"/>
                  </a:cubicBezTo>
                  <a:cubicBezTo>
                    <a:pt x="1079500" y="62277"/>
                    <a:pt x="1087692" y="54102"/>
                    <a:pt x="1087692" y="44012"/>
                  </a:cubicBezTo>
                  <a:cubicBezTo>
                    <a:pt x="1087565" y="34100"/>
                    <a:pt x="1079564" y="26078"/>
                    <a:pt x="1069658" y="25938"/>
                  </a:cubicBezTo>
                  <a:close/>
                  <a:moveTo>
                    <a:pt x="1069404" y="117070"/>
                  </a:moveTo>
                  <a:cubicBezTo>
                    <a:pt x="1059307" y="117070"/>
                    <a:pt x="1051116" y="125245"/>
                    <a:pt x="1051116" y="135335"/>
                  </a:cubicBezTo>
                  <a:cubicBezTo>
                    <a:pt x="1051116" y="145424"/>
                    <a:pt x="1059307" y="153599"/>
                    <a:pt x="1069404" y="153599"/>
                  </a:cubicBezTo>
                  <a:cubicBezTo>
                    <a:pt x="1079500" y="153599"/>
                    <a:pt x="1087692" y="145424"/>
                    <a:pt x="1087692" y="135335"/>
                  </a:cubicBezTo>
                  <a:cubicBezTo>
                    <a:pt x="1087692" y="125346"/>
                    <a:pt x="1079627" y="117210"/>
                    <a:pt x="1069658" y="117070"/>
                  </a:cubicBezTo>
                  <a:close/>
                  <a:moveTo>
                    <a:pt x="1160844" y="299715"/>
                  </a:moveTo>
                  <a:cubicBezTo>
                    <a:pt x="1150748" y="299715"/>
                    <a:pt x="1142556" y="307890"/>
                    <a:pt x="1142556" y="317979"/>
                  </a:cubicBezTo>
                  <a:cubicBezTo>
                    <a:pt x="1142556" y="328069"/>
                    <a:pt x="1150748" y="336244"/>
                    <a:pt x="1160844" y="336244"/>
                  </a:cubicBezTo>
                  <a:lnTo>
                    <a:pt x="1162495" y="336244"/>
                  </a:lnTo>
                  <a:cubicBezTo>
                    <a:pt x="1167512" y="327790"/>
                    <a:pt x="1172528" y="319330"/>
                    <a:pt x="1177544" y="310876"/>
                  </a:cubicBezTo>
                  <a:cubicBezTo>
                    <a:pt x="1174750" y="304255"/>
                    <a:pt x="1168274" y="299892"/>
                    <a:pt x="1161098" y="299715"/>
                  </a:cubicBezTo>
                  <a:close/>
                  <a:moveTo>
                    <a:pt x="1160844" y="208392"/>
                  </a:moveTo>
                  <a:cubicBezTo>
                    <a:pt x="1150748" y="208392"/>
                    <a:pt x="1142556" y="216567"/>
                    <a:pt x="1142556" y="226657"/>
                  </a:cubicBezTo>
                  <a:cubicBezTo>
                    <a:pt x="1142556" y="236747"/>
                    <a:pt x="1150748" y="244921"/>
                    <a:pt x="1160844" y="244921"/>
                  </a:cubicBezTo>
                  <a:cubicBezTo>
                    <a:pt x="1170940" y="244921"/>
                    <a:pt x="1179132" y="236747"/>
                    <a:pt x="1179132" y="226657"/>
                  </a:cubicBezTo>
                  <a:cubicBezTo>
                    <a:pt x="1179132" y="216669"/>
                    <a:pt x="1171067" y="208532"/>
                    <a:pt x="1161098" y="208392"/>
                  </a:cubicBezTo>
                  <a:close/>
                  <a:moveTo>
                    <a:pt x="1115124" y="162731"/>
                  </a:moveTo>
                  <a:cubicBezTo>
                    <a:pt x="1105027" y="162731"/>
                    <a:pt x="1096836" y="170906"/>
                    <a:pt x="1096836" y="180996"/>
                  </a:cubicBezTo>
                  <a:cubicBezTo>
                    <a:pt x="1096836" y="191086"/>
                    <a:pt x="1105027" y="199260"/>
                    <a:pt x="1115124" y="199260"/>
                  </a:cubicBezTo>
                  <a:cubicBezTo>
                    <a:pt x="1125221" y="199260"/>
                    <a:pt x="1133412" y="191086"/>
                    <a:pt x="1133412" y="180996"/>
                  </a:cubicBezTo>
                  <a:cubicBezTo>
                    <a:pt x="1133412" y="171007"/>
                    <a:pt x="1125411" y="162871"/>
                    <a:pt x="1115378" y="162731"/>
                  </a:cubicBezTo>
                  <a:close/>
                  <a:moveTo>
                    <a:pt x="1115124" y="71409"/>
                  </a:moveTo>
                  <a:cubicBezTo>
                    <a:pt x="1105027" y="71409"/>
                    <a:pt x="1096836" y="79584"/>
                    <a:pt x="1096836" y="89673"/>
                  </a:cubicBezTo>
                  <a:cubicBezTo>
                    <a:pt x="1096836" y="99763"/>
                    <a:pt x="1105027" y="107938"/>
                    <a:pt x="1115124" y="107938"/>
                  </a:cubicBezTo>
                  <a:cubicBezTo>
                    <a:pt x="1125221" y="107938"/>
                    <a:pt x="1133412" y="99763"/>
                    <a:pt x="1133412" y="89673"/>
                  </a:cubicBezTo>
                  <a:cubicBezTo>
                    <a:pt x="1133412" y="79685"/>
                    <a:pt x="1125411" y="71548"/>
                    <a:pt x="1115378" y="71409"/>
                  </a:cubicBezTo>
                  <a:close/>
                  <a:moveTo>
                    <a:pt x="1160844" y="117070"/>
                  </a:moveTo>
                  <a:cubicBezTo>
                    <a:pt x="1150748" y="117070"/>
                    <a:pt x="1142556" y="125245"/>
                    <a:pt x="1142556" y="135335"/>
                  </a:cubicBezTo>
                  <a:cubicBezTo>
                    <a:pt x="1142556" y="145424"/>
                    <a:pt x="1150748" y="153599"/>
                    <a:pt x="1160844" y="153599"/>
                  </a:cubicBezTo>
                  <a:cubicBezTo>
                    <a:pt x="1170940" y="153599"/>
                    <a:pt x="1179132" y="145424"/>
                    <a:pt x="1179132" y="135335"/>
                  </a:cubicBezTo>
                  <a:cubicBezTo>
                    <a:pt x="1179132" y="125346"/>
                    <a:pt x="1171067" y="117210"/>
                    <a:pt x="1161098" y="117070"/>
                  </a:cubicBezTo>
                  <a:close/>
                  <a:moveTo>
                    <a:pt x="749364" y="619343"/>
                  </a:moveTo>
                  <a:cubicBezTo>
                    <a:pt x="739267" y="619343"/>
                    <a:pt x="731076" y="627518"/>
                    <a:pt x="731076" y="637607"/>
                  </a:cubicBezTo>
                  <a:cubicBezTo>
                    <a:pt x="731076" y="640747"/>
                    <a:pt x="731965" y="643822"/>
                    <a:pt x="733489" y="646549"/>
                  </a:cubicBezTo>
                  <a:cubicBezTo>
                    <a:pt x="743776" y="647057"/>
                    <a:pt x="754190" y="647310"/>
                    <a:pt x="764794" y="647374"/>
                  </a:cubicBezTo>
                  <a:cubicBezTo>
                    <a:pt x="770192" y="638850"/>
                    <a:pt x="767652" y="627568"/>
                    <a:pt x="759143" y="622171"/>
                  </a:cubicBezTo>
                  <a:cubicBezTo>
                    <a:pt x="756222" y="620326"/>
                    <a:pt x="752793" y="619349"/>
                    <a:pt x="749364" y="619343"/>
                  </a:cubicBezTo>
                  <a:close/>
                  <a:moveTo>
                    <a:pt x="749364" y="436698"/>
                  </a:moveTo>
                  <a:cubicBezTo>
                    <a:pt x="739267" y="436698"/>
                    <a:pt x="731076" y="444873"/>
                    <a:pt x="731076" y="454963"/>
                  </a:cubicBezTo>
                  <a:cubicBezTo>
                    <a:pt x="731076" y="465053"/>
                    <a:pt x="739267" y="473227"/>
                    <a:pt x="749364" y="473227"/>
                  </a:cubicBezTo>
                  <a:cubicBezTo>
                    <a:pt x="759461" y="473227"/>
                    <a:pt x="767652" y="465053"/>
                    <a:pt x="767652" y="454963"/>
                  </a:cubicBezTo>
                  <a:cubicBezTo>
                    <a:pt x="767652" y="444974"/>
                    <a:pt x="759587" y="436838"/>
                    <a:pt x="749618" y="436698"/>
                  </a:cubicBezTo>
                  <a:close/>
                  <a:moveTo>
                    <a:pt x="749364" y="528021"/>
                  </a:moveTo>
                  <a:cubicBezTo>
                    <a:pt x="739204" y="527983"/>
                    <a:pt x="731012" y="536164"/>
                    <a:pt x="730949" y="546285"/>
                  </a:cubicBezTo>
                  <a:cubicBezTo>
                    <a:pt x="730886" y="556407"/>
                    <a:pt x="739077" y="564638"/>
                    <a:pt x="749237" y="564676"/>
                  </a:cubicBezTo>
                  <a:cubicBezTo>
                    <a:pt x="759397" y="564714"/>
                    <a:pt x="767588" y="556533"/>
                    <a:pt x="767652" y="546412"/>
                  </a:cubicBezTo>
                  <a:cubicBezTo>
                    <a:pt x="767652" y="546367"/>
                    <a:pt x="767652" y="546330"/>
                    <a:pt x="767652" y="546285"/>
                  </a:cubicBezTo>
                  <a:cubicBezTo>
                    <a:pt x="767652" y="536297"/>
                    <a:pt x="759587" y="528160"/>
                    <a:pt x="749618" y="528021"/>
                  </a:cubicBezTo>
                  <a:close/>
                  <a:moveTo>
                    <a:pt x="703644" y="25748"/>
                  </a:moveTo>
                  <a:cubicBezTo>
                    <a:pt x="693548" y="25748"/>
                    <a:pt x="685356" y="33922"/>
                    <a:pt x="685356" y="44012"/>
                  </a:cubicBezTo>
                  <a:cubicBezTo>
                    <a:pt x="685356" y="54102"/>
                    <a:pt x="693548" y="62277"/>
                    <a:pt x="703644" y="62277"/>
                  </a:cubicBezTo>
                  <a:cubicBezTo>
                    <a:pt x="713740" y="62277"/>
                    <a:pt x="721932" y="54102"/>
                    <a:pt x="721932" y="44012"/>
                  </a:cubicBezTo>
                  <a:cubicBezTo>
                    <a:pt x="721805" y="34100"/>
                    <a:pt x="713804" y="26078"/>
                    <a:pt x="703898" y="25938"/>
                  </a:cubicBezTo>
                  <a:close/>
                  <a:moveTo>
                    <a:pt x="749364" y="162731"/>
                  </a:moveTo>
                  <a:cubicBezTo>
                    <a:pt x="739267" y="162731"/>
                    <a:pt x="731076" y="170906"/>
                    <a:pt x="731076" y="180996"/>
                  </a:cubicBezTo>
                  <a:cubicBezTo>
                    <a:pt x="731076" y="191086"/>
                    <a:pt x="739267" y="199260"/>
                    <a:pt x="749364" y="199260"/>
                  </a:cubicBezTo>
                  <a:cubicBezTo>
                    <a:pt x="759461" y="199260"/>
                    <a:pt x="767652" y="191086"/>
                    <a:pt x="767652" y="180996"/>
                  </a:cubicBezTo>
                  <a:cubicBezTo>
                    <a:pt x="767652" y="171007"/>
                    <a:pt x="759587" y="162871"/>
                    <a:pt x="749618" y="162731"/>
                  </a:cubicBezTo>
                  <a:close/>
                  <a:moveTo>
                    <a:pt x="749364" y="345376"/>
                  </a:moveTo>
                  <a:cubicBezTo>
                    <a:pt x="739267" y="345376"/>
                    <a:pt x="731076" y="353551"/>
                    <a:pt x="731076" y="363640"/>
                  </a:cubicBezTo>
                  <a:cubicBezTo>
                    <a:pt x="731076" y="373730"/>
                    <a:pt x="739267" y="381905"/>
                    <a:pt x="749364" y="381905"/>
                  </a:cubicBezTo>
                  <a:cubicBezTo>
                    <a:pt x="759461" y="381905"/>
                    <a:pt x="767652" y="373730"/>
                    <a:pt x="767652" y="363640"/>
                  </a:cubicBezTo>
                  <a:cubicBezTo>
                    <a:pt x="767652" y="353652"/>
                    <a:pt x="759587" y="345515"/>
                    <a:pt x="749618" y="345376"/>
                  </a:cubicBezTo>
                  <a:close/>
                  <a:moveTo>
                    <a:pt x="749364" y="71409"/>
                  </a:moveTo>
                  <a:cubicBezTo>
                    <a:pt x="739267" y="71409"/>
                    <a:pt x="731076" y="79584"/>
                    <a:pt x="731076" y="89673"/>
                  </a:cubicBezTo>
                  <a:cubicBezTo>
                    <a:pt x="731076" y="99763"/>
                    <a:pt x="739267" y="107938"/>
                    <a:pt x="749364" y="107938"/>
                  </a:cubicBezTo>
                  <a:cubicBezTo>
                    <a:pt x="759461" y="107938"/>
                    <a:pt x="767652" y="99763"/>
                    <a:pt x="767652" y="89673"/>
                  </a:cubicBezTo>
                  <a:cubicBezTo>
                    <a:pt x="767652" y="79685"/>
                    <a:pt x="759587" y="71548"/>
                    <a:pt x="749618" y="71409"/>
                  </a:cubicBezTo>
                  <a:close/>
                  <a:moveTo>
                    <a:pt x="703644" y="117070"/>
                  </a:moveTo>
                  <a:cubicBezTo>
                    <a:pt x="693548" y="117070"/>
                    <a:pt x="685356" y="125245"/>
                    <a:pt x="685356" y="135335"/>
                  </a:cubicBezTo>
                  <a:cubicBezTo>
                    <a:pt x="685356" y="145424"/>
                    <a:pt x="693548" y="153599"/>
                    <a:pt x="703644" y="153599"/>
                  </a:cubicBezTo>
                  <a:cubicBezTo>
                    <a:pt x="713740" y="153599"/>
                    <a:pt x="721932" y="145424"/>
                    <a:pt x="721932" y="135335"/>
                  </a:cubicBezTo>
                  <a:cubicBezTo>
                    <a:pt x="721932" y="125346"/>
                    <a:pt x="713867" y="117210"/>
                    <a:pt x="703898" y="117070"/>
                  </a:cubicBezTo>
                  <a:close/>
                  <a:moveTo>
                    <a:pt x="749364" y="254054"/>
                  </a:moveTo>
                  <a:cubicBezTo>
                    <a:pt x="739267" y="254054"/>
                    <a:pt x="731076" y="262228"/>
                    <a:pt x="731076" y="272318"/>
                  </a:cubicBezTo>
                  <a:cubicBezTo>
                    <a:pt x="731076" y="282408"/>
                    <a:pt x="739267" y="290583"/>
                    <a:pt x="749364" y="290583"/>
                  </a:cubicBezTo>
                  <a:cubicBezTo>
                    <a:pt x="759461" y="290583"/>
                    <a:pt x="767652" y="282408"/>
                    <a:pt x="767652" y="272318"/>
                  </a:cubicBezTo>
                  <a:cubicBezTo>
                    <a:pt x="767525" y="262406"/>
                    <a:pt x="759524" y="254383"/>
                    <a:pt x="749618" y="254244"/>
                  </a:cubicBezTo>
                  <a:close/>
                  <a:moveTo>
                    <a:pt x="703644" y="482359"/>
                  </a:moveTo>
                  <a:cubicBezTo>
                    <a:pt x="693548" y="482359"/>
                    <a:pt x="685356" y="490534"/>
                    <a:pt x="685356" y="500624"/>
                  </a:cubicBezTo>
                  <a:cubicBezTo>
                    <a:pt x="685356" y="510714"/>
                    <a:pt x="693548" y="518888"/>
                    <a:pt x="703644" y="518888"/>
                  </a:cubicBezTo>
                  <a:cubicBezTo>
                    <a:pt x="713740" y="518888"/>
                    <a:pt x="721932" y="510714"/>
                    <a:pt x="721932" y="500624"/>
                  </a:cubicBezTo>
                  <a:cubicBezTo>
                    <a:pt x="721805" y="490712"/>
                    <a:pt x="713804" y="482689"/>
                    <a:pt x="703898" y="482550"/>
                  </a:cubicBezTo>
                  <a:close/>
                  <a:moveTo>
                    <a:pt x="657924" y="71409"/>
                  </a:moveTo>
                  <a:cubicBezTo>
                    <a:pt x="647827" y="71409"/>
                    <a:pt x="639636" y="79584"/>
                    <a:pt x="639636" y="89673"/>
                  </a:cubicBezTo>
                  <a:cubicBezTo>
                    <a:pt x="639636" y="99763"/>
                    <a:pt x="647827" y="107938"/>
                    <a:pt x="657924" y="107938"/>
                  </a:cubicBezTo>
                  <a:cubicBezTo>
                    <a:pt x="668020" y="107938"/>
                    <a:pt x="676212" y="99763"/>
                    <a:pt x="676212" y="89673"/>
                  </a:cubicBezTo>
                  <a:cubicBezTo>
                    <a:pt x="676212" y="79685"/>
                    <a:pt x="668211" y="71548"/>
                    <a:pt x="658178" y="71409"/>
                  </a:cubicBezTo>
                  <a:close/>
                  <a:moveTo>
                    <a:pt x="886524" y="117070"/>
                  </a:moveTo>
                  <a:cubicBezTo>
                    <a:pt x="876427" y="117070"/>
                    <a:pt x="868236" y="125245"/>
                    <a:pt x="868236" y="135335"/>
                  </a:cubicBezTo>
                  <a:cubicBezTo>
                    <a:pt x="868236" y="145424"/>
                    <a:pt x="876427" y="153599"/>
                    <a:pt x="886524" y="153599"/>
                  </a:cubicBezTo>
                  <a:cubicBezTo>
                    <a:pt x="896620" y="153599"/>
                    <a:pt x="904812" y="145424"/>
                    <a:pt x="904812" y="135335"/>
                  </a:cubicBezTo>
                  <a:cubicBezTo>
                    <a:pt x="904812" y="125346"/>
                    <a:pt x="896811" y="117210"/>
                    <a:pt x="886778" y="117070"/>
                  </a:cubicBezTo>
                  <a:close/>
                  <a:moveTo>
                    <a:pt x="657924" y="162731"/>
                  </a:moveTo>
                  <a:cubicBezTo>
                    <a:pt x="647827" y="162731"/>
                    <a:pt x="639636" y="170906"/>
                    <a:pt x="639636" y="180996"/>
                  </a:cubicBezTo>
                  <a:cubicBezTo>
                    <a:pt x="639636" y="191086"/>
                    <a:pt x="647827" y="199260"/>
                    <a:pt x="657924" y="199260"/>
                  </a:cubicBezTo>
                  <a:cubicBezTo>
                    <a:pt x="668020" y="199260"/>
                    <a:pt x="676212" y="191086"/>
                    <a:pt x="676212" y="180996"/>
                  </a:cubicBezTo>
                  <a:cubicBezTo>
                    <a:pt x="676212" y="171007"/>
                    <a:pt x="668211" y="162871"/>
                    <a:pt x="658178" y="162731"/>
                  </a:cubicBezTo>
                  <a:close/>
                  <a:moveTo>
                    <a:pt x="657924" y="345376"/>
                  </a:moveTo>
                  <a:cubicBezTo>
                    <a:pt x="647827" y="345376"/>
                    <a:pt x="639636" y="353551"/>
                    <a:pt x="639636" y="363640"/>
                  </a:cubicBezTo>
                  <a:cubicBezTo>
                    <a:pt x="639636" y="373730"/>
                    <a:pt x="647827" y="381905"/>
                    <a:pt x="657924" y="381905"/>
                  </a:cubicBezTo>
                  <a:cubicBezTo>
                    <a:pt x="668020" y="381905"/>
                    <a:pt x="676212" y="373730"/>
                    <a:pt x="676212" y="363640"/>
                  </a:cubicBezTo>
                  <a:cubicBezTo>
                    <a:pt x="676212" y="353652"/>
                    <a:pt x="668211" y="345515"/>
                    <a:pt x="658178" y="345376"/>
                  </a:cubicBezTo>
                  <a:close/>
                  <a:moveTo>
                    <a:pt x="703644" y="391037"/>
                  </a:moveTo>
                  <a:cubicBezTo>
                    <a:pt x="693548" y="391037"/>
                    <a:pt x="685356" y="399212"/>
                    <a:pt x="685356" y="409302"/>
                  </a:cubicBezTo>
                  <a:cubicBezTo>
                    <a:pt x="685356" y="419391"/>
                    <a:pt x="693548" y="427566"/>
                    <a:pt x="703644" y="427566"/>
                  </a:cubicBezTo>
                  <a:cubicBezTo>
                    <a:pt x="713740" y="427566"/>
                    <a:pt x="721932" y="419391"/>
                    <a:pt x="721932" y="409302"/>
                  </a:cubicBezTo>
                  <a:cubicBezTo>
                    <a:pt x="721932" y="399313"/>
                    <a:pt x="713867" y="391177"/>
                    <a:pt x="703898" y="391037"/>
                  </a:cubicBezTo>
                  <a:close/>
                  <a:moveTo>
                    <a:pt x="703644" y="573682"/>
                  </a:moveTo>
                  <a:cubicBezTo>
                    <a:pt x="693548" y="573682"/>
                    <a:pt x="685356" y="581856"/>
                    <a:pt x="685356" y="591946"/>
                  </a:cubicBezTo>
                  <a:cubicBezTo>
                    <a:pt x="685356" y="602036"/>
                    <a:pt x="693548" y="610211"/>
                    <a:pt x="703644" y="610211"/>
                  </a:cubicBezTo>
                  <a:cubicBezTo>
                    <a:pt x="713740" y="610211"/>
                    <a:pt x="721932" y="602036"/>
                    <a:pt x="721932" y="591946"/>
                  </a:cubicBezTo>
                  <a:cubicBezTo>
                    <a:pt x="721932" y="581958"/>
                    <a:pt x="713867" y="573821"/>
                    <a:pt x="703898" y="573682"/>
                  </a:cubicBezTo>
                  <a:close/>
                  <a:moveTo>
                    <a:pt x="703644" y="208392"/>
                  </a:moveTo>
                  <a:cubicBezTo>
                    <a:pt x="693548" y="208392"/>
                    <a:pt x="685356" y="216567"/>
                    <a:pt x="685356" y="226657"/>
                  </a:cubicBezTo>
                  <a:cubicBezTo>
                    <a:pt x="685356" y="236747"/>
                    <a:pt x="693548" y="244921"/>
                    <a:pt x="703644" y="244921"/>
                  </a:cubicBezTo>
                  <a:cubicBezTo>
                    <a:pt x="713740" y="244921"/>
                    <a:pt x="721932" y="236747"/>
                    <a:pt x="721932" y="226657"/>
                  </a:cubicBezTo>
                  <a:cubicBezTo>
                    <a:pt x="721932" y="216669"/>
                    <a:pt x="713867" y="208532"/>
                    <a:pt x="703898" y="208392"/>
                  </a:cubicBezTo>
                  <a:close/>
                  <a:moveTo>
                    <a:pt x="703644" y="299715"/>
                  </a:moveTo>
                  <a:cubicBezTo>
                    <a:pt x="693548" y="299715"/>
                    <a:pt x="685356" y="307890"/>
                    <a:pt x="685356" y="317979"/>
                  </a:cubicBezTo>
                  <a:cubicBezTo>
                    <a:pt x="685356" y="328069"/>
                    <a:pt x="693548" y="336244"/>
                    <a:pt x="703644" y="336244"/>
                  </a:cubicBezTo>
                  <a:cubicBezTo>
                    <a:pt x="713740" y="336244"/>
                    <a:pt x="721932" y="328069"/>
                    <a:pt x="721932" y="317979"/>
                  </a:cubicBezTo>
                  <a:cubicBezTo>
                    <a:pt x="721932" y="307991"/>
                    <a:pt x="713867" y="299854"/>
                    <a:pt x="703898" y="299715"/>
                  </a:cubicBezTo>
                  <a:close/>
                  <a:moveTo>
                    <a:pt x="795084" y="573682"/>
                  </a:moveTo>
                  <a:cubicBezTo>
                    <a:pt x="784987" y="573682"/>
                    <a:pt x="776796" y="581856"/>
                    <a:pt x="776796" y="591946"/>
                  </a:cubicBezTo>
                  <a:cubicBezTo>
                    <a:pt x="776796" y="602036"/>
                    <a:pt x="784987" y="610211"/>
                    <a:pt x="795084" y="610211"/>
                  </a:cubicBezTo>
                  <a:cubicBezTo>
                    <a:pt x="805180" y="610211"/>
                    <a:pt x="813372" y="602036"/>
                    <a:pt x="813372" y="591946"/>
                  </a:cubicBezTo>
                  <a:cubicBezTo>
                    <a:pt x="813372" y="581958"/>
                    <a:pt x="805371" y="573821"/>
                    <a:pt x="795338" y="573682"/>
                  </a:cubicBezTo>
                  <a:close/>
                  <a:moveTo>
                    <a:pt x="657924" y="254054"/>
                  </a:moveTo>
                  <a:cubicBezTo>
                    <a:pt x="647827" y="254054"/>
                    <a:pt x="639636" y="262228"/>
                    <a:pt x="639636" y="272318"/>
                  </a:cubicBezTo>
                  <a:cubicBezTo>
                    <a:pt x="639636" y="282408"/>
                    <a:pt x="647827" y="290583"/>
                    <a:pt x="657924" y="290583"/>
                  </a:cubicBezTo>
                  <a:cubicBezTo>
                    <a:pt x="668020" y="290583"/>
                    <a:pt x="676212" y="282408"/>
                    <a:pt x="676212" y="272318"/>
                  </a:cubicBezTo>
                  <a:cubicBezTo>
                    <a:pt x="676085" y="262406"/>
                    <a:pt x="668084" y="254383"/>
                    <a:pt x="658178" y="254244"/>
                  </a:cubicBezTo>
                  <a:close/>
                  <a:moveTo>
                    <a:pt x="840804" y="162731"/>
                  </a:moveTo>
                  <a:cubicBezTo>
                    <a:pt x="830707" y="162731"/>
                    <a:pt x="822516" y="170906"/>
                    <a:pt x="822516" y="180996"/>
                  </a:cubicBezTo>
                  <a:cubicBezTo>
                    <a:pt x="822516" y="191086"/>
                    <a:pt x="830707" y="199260"/>
                    <a:pt x="840804" y="199260"/>
                  </a:cubicBezTo>
                  <a:cubicBezTo>
                    <a:pt x="850900" y="199260"/>
                    <a:pt x="859092" y="191086"/>
                    <a:pt x="859092" y="180996"/>
                  </a:cubicBezTo>
                  <a:cubicBezTo>
                    <a:pt x="859092" y="171007"/>
                    <a:pt x="851027" y="162871"/>
                    <a:pt x="841058" y="162731"/>
                  </a:cubicBezTo>
                  <a:close/>
                  <a:moveTo>
                    <a:pt x="840804" y="71409"/>
                  </a:moveTo>
                  <a:cubicBezTo>
                    <a:pt x="830707" y="71409"/>
                    <a:pt x="822516" y="79584"/>
                    <a:pt x="822516" y="89673"/>
                  </a:cubicBezTo>
                  <a:cubicBezTo>
                    <a:pt x="822516" y="99763"/>
                    <a:pt x="830707" y="107938"/>
                    <a:pt x="840804" y="107938"/>
                  </a:cubicBezTo>
                  <a:cubicBezTo>
                    <a:pt x="850900" y="107938"/>
                    <a:pt x="859092" y="99763"/>
                    <a:pt x="859092" y="89673"/>
                  </a:cubicBezTo>
                  <a:cubicBezTo>
                    <a:pt x="859092" y="79685"/>
                    <a:pt x="851027" y="71548"/>
                    <a:pt x="841058" y="71409"/>
                  </a:cubicBezTo>
                  <a:close/>
                  <a:moveTo>
                    <a:pt x="840804" y="345376"/>
                  </a:moveTo>
                  <a:cubicBezTo>
                    <a:pt x="830707" y="345376"/>
                    <a:pt x="822516" y="353551"/>
                    <a:pt x="822516" y="363640"/>
                  </a:cubicBezTo>
                  <a:cubicBezTo>
                    <a:pt x="822516" y="373730"/>
                    <a:pt x="830707" y="381905"/>
                    <a:pt x="840804" y="381905"/>
                  </a:cubicBezTo>
                  <a:cubicBezTo>
                    <a:pt x="850900" y="381905"/>
                    <a:pt x="859092" y="373730"/>
                    <a:pt x="859092" y="363640"/>
                  </a:cubicBezTo>
                  <a:cubicBezTo>
                    <a:pt x="859092" y="353652"/>
                    <a:pt x="851027" y="345515"/>
                    <a:pt x="841058" y="345376"/>
                  </a:cubicBezTo>
                  <a:close/>
                  <a:moveTo>
                    <a:pt x="886524" y="573682"/>
                  </a:moveTo>
                  <a:cubicBezTo>
                    <a:pt x="876427" y="573682"/>
                    <a:pt x="868236" y="581856"/>
                    <a:pt x="868236" y="591946"/>
                  </a:cubicBezTo>
                  <a:cubicBezTo>
                    <a:pt x="868236" y="602036"/>
                    <a:pt x="876427" y="610211"/>
                    <a:pt x="886524" y="610211"/>
                  </a:cubicBezTo>
                  <a:cubicBezTo>
                    <a:pt x="896620" y="610211"/>
                    <a:pt x="904812" y="602036"/>
                    <a:pt x="904812" y="591946"/>
                  </a:cubicBezTo>
                  <a:cubicBezTo>
                    <a:pt x="904812" y="581958"/>
                    <a:pt x="896811" y="573821"/>
                    <a:pt x="886778" y="573682"/>
                  </a:cubicBezTo>
                  <a:close/>
                  <a:moveTo>
                    <a:pt x="840804" y="254054"/>
                  </a:moveTo>
                  <a:cubicBezTo>
                    <a:pt x="830707" y="254054"/>
                    <a:pt x="822516" y="262228"/>
                    <a:pt x="822516" y="272318"/>
                  </a:cubicBezTo>
                  <a:cubicBezTo>
                    <a:pt x="822516" y="282408"/>
                    <a:pt x="830707" y="290583"/>
                    <a:pt x="840804" y="290583"/>
                  </a:cubicBezTo>
                  <a:cubicBezTo>
                    <a:pt x="850900" y="290583"/>
                    <a:pt x="859092" y="282408"/>
                    <a:pt x="859092" y="272318"/>
                  </a:cubicBezTo>
                  <a:cubicBezTo>
                    <a:pt x="858965" y="262406"/>
                    <a:pt x="850964" y="254383"/>
                    <a:pt x="841058" y="254244"/>
                  </a:cubicBezTo>
                  <a:close/>
                  <a:moveTo>
                    <a:pt x="886524" y="208392"/>
                  </a:moveTo>
                  <a:cubicBezTo>
                    <a:pt x="876427" y="208392"/>
                    <a:pt x="868236" y="216567"/>
                    <a:pt x="868236" y="226657"/>
                  </a:cubicBezTo>
                  <a:cubicBezTo>
                    <a:pt x="868236" y="236747"/>
                    <a:pt x="876427" y="244921"/>
                    <a:pt x="886524" y="244921"/>
                  </a:cubicBezTo>
                  <a:cubicBezTo>
                    <a:pt x="896620" y="244921"/>
                    <a:pt x="904812" y="236747"/>
                    <a:pt x="904812" y="226657"/>
                  </a:cubicBezTo>
                  <a:cubicBezTo>
                    <a:pt x="904812" y="216669"/>
                    <a:pt x="896811" y="208532"/>
                    <a:pt x="886778" y="208392"/>
                  </a:cubicBezTo>
                  <a:close/>
                  <a:moveTo>
                    <a:pt x="886524" y="299715"/>
                  </a:moveTo>
                  <a:cubicBezTo>
                    <a:pt x="876427" y="299715"/>
                    <a:pt x="868236" y="307890"/>
                    <a:pt x="868236" y="317979"/>
                  </a:cubicBezTo>
                  <a:cubicBezTo>
                    <a:pt x="868236" y="328069"/>
                    <a:pt x="876427" y="336244"/>
                    <a:pt x="886524" y="336244"/>
                  </a:cubicBezTo>
                  <a:cubicBezTo>
                    <a:pt x="896620" y="336244"/>
                    <a:pt x="904812" y="328069"/>
                    <a:pt x="904812" y="317979"/>
                  </a:cubicBezTo>
                  <a:cubicBezTo>
                    <a:pt x="904812" y="307991"/>
                    <a:pt x="896811" y="299854"/>
                    <a:pt x="886778" y="299715"/>
                  </a:cubicBezTo>
                  <a:close/>
                  <a:moveTo>
                    <a:pt x="886524" y="391037"/>
                  </a:moveTo>
                  <a:cubicBezTo>
                    <a:pt x="876427" y="391037"/>
                    <a:pt x="868236" y="399212"/>
                    <a:pt x="868236" y="409302"/>
                  </a:cubicBezTo>
                  <a:cubicBezTo>
                    <a:pt x="868236" y="419391"/>
                    <a:pt x="876427" y="427566"/>
                    <a:pt x="886524" y="427566"/>
                  </a:cubicBezTo>
                  <a:cubicBezTo>
                    <a:pt x="896620" y="427566"/>
                    <a:pt x="904812" y="419391"/>
                    <a:pt x="904812" y="409302"/>
                  </a:cubicBezTo>
                  <a:cubicBezTo>
                    <a:pt x="904812" y="399313"/>
                    <a:pt x="896811" y="391177"/>
                    <a:pt x="886778" y="391037"/>
                  </a:cubicBezTo>
                  <a:close/>
                  <a:moveTo>
                    <a:pt x="886524" y="482359"/>
                  </a:moveTo>
                  <a:cubicBezTo>
                    <a:pt x="876427" y="482359"/>
                    <a:pt x="868236" y="490534"/>
                    <a:pt x="868236" y="500624"/>
                  </a:cubicBezTo>
                  <a:cubicBezTo>
                    <a:pt x="868236" y="510714"/>
                    <a:pt x="876427" y="518888"/>
                    <a:pt x="886524" y="518888"/>
                  </a:cubicBezTo>
                  <a:cubicBezTo>
                    <a:pt x="896620" y="518888"/>
                    <a:pt x="904812" y="510714"/>
                    <a:pt x="904812" y="500624"/>
                  </a:cubicBezTo>
                  <a:cubicBezTo>
                    <a:pt x="904685" y="490712"/>
                    <a:pt x="896684" y="482689"/>
                    <a:pt x="886778" y="482550"/>
                  </a:cubicBezTo>
                  <a:close/>
                  <a:moveTo>
                    <a:pt x="795084" y="391037"/>
                  </a:moveTo>
                  <a:cubicBezTo>
                    <a:pt x="784987" y="391037"/>
                    <a:pt x="776796" y="399212"/>
                    <a:pt x="776796" y="409302"/>
                  </a:cubicBezTo>
                  <a:cubicBezTo>
                    <a:pt x="776796" y="419391"/>
                    <a:pt x="784987" y="427566"/>
                    <a:pt x="795084" y="427566"/>
                  </a:cubicBezTo>
                  <a:cubicBezTo>
                    <a:pt x="805180" y="427566"/>
                    <a:pt x="813372" y="419391"/>
                    <a:pt x="813372" y="409302"/>
                  </a:cubicBezTo>
                  <a:cubicBezTo>
                    <a:pt x="813372" y="399313"/>
                    <a:pt x="805371" y="391177"/>
                    <a:pt x="795338" y="391037"/>
                  </a:cubicBezTo>
                  <a:close/>
                  <a:moveTo>
                    <a:pt x="795084" y="299715"/>
                  </a:moveTo>
                  <a:cubicBezTo>
                    <a:pt x="784987" y="299715"/>
                    <a:pt x="776796" y="307890"/>
                    <a:pt x="776796" y="317979"/>
                  </a:cubicBezTo>
                  <a:cubicBezTo>
                    <a:pt x="776796" y="328069"/>
                    <a:pt x="784987" y="336244"/>
                    <a:pt x="795084" y="336244"/>
                  </a:cubicBezTo>
                  <a:cubicBezTo>
                    <a:pt x="805180" y="336244"/>
                    <a:pt x="813372" y="328069"/>
                    <a:pt x="813372" y="317979"/>
                  </a:cubicBezTo>
                  <a:cubicBezTo>
                    <a:pt x="813372" y="307991"/>
                    <a:pt x="805371" y="299854"/>
                    <a:pt x="795338" y="299715"/>
                  </a:cubicBezTo>
                  <a:close/>
                  <a:moveTo>
                    <a:pt x="840804" y="436698"/>
                  </a:moveTo>
                  <a:cubicBezTo>
                    <a:pt x="830707" y="436698"/>
                    <a:pt x="822516" y="444873"/>
                    <a:pt x="822516" y="454963"/>
                  </a:cubicBezTo>
                  <a:cubicBezTo>
                    <a:pt x="822516" y="465053"/>
                    <a:pt x="830707" y="473227"/>
                    <a:pt x="840804" y="473227"/>
                  </a:cubicBezTo>
                  <a:cubicBezTo>
                    <a:pt x="850900" y="473227"/>
                    <a:pt x="859092" y="465053"/>
                    <a:pt x="859092" y="454963"/>
                  </a:cubicBezTo>
                  <a:cubicBezTo>
                    <a:pt x="859092" y="444974"/>
                    <a:pt x="851027" y="436838"/>
                    <a:pt x="841058" y="436698"/>
                  </a:cubicBezTo>
                  <a:close/>
                  <a:moveTo>
                    <a:pt x="795084" y="208392"/>
                  </a:moveTo>
                  <a:cubicBezTo>
                    <a:pt x="784987" y="208392"/>
                    <a:pt x="776796" y="216567"/>
                    <a:pt x="776796" y="226657"/>
                  </a:cubicBezTo>
                  <a:cubicBezTo>
                    <a:pt x="776796" y="236747"/>
                    <a:pt x="784987" y="244921"/>
                    <a:pt x="795084" y="244921"/>
                  </a:cubicBezTo>
                  <a:cubicBezTo>
                    <a:pt x="805180" y="244921"/>
                    <a:pt x="813372" y="236747"/>
                    <a:pt x="813372" y="226657"/>
                  </a:cubicBezTo>
                  <a:cubicBezTo>
                    <a:pt x="813372" y="216669"/>
                    <a:pt x="805371" y="208532"/>
                    <a:pt x="795338" y="208392"/>
                  </a:cubicBezTo>
                  <a:close/>
                  <a:moveTo>
                    <a:pt x="795084" y="482359"/>
                  </a:moveTo>
                  <a:cubicBezTo>
                    <a:pt x="784987" y="482359"/>
                    <a:pt x="776796" y="490534"/>
                    <a:pt x="776796" y="500624"/>
                  </a:cubicBezTo>
                  <a:cubicBezTo>
                    <a:pt x="776796" y="510714"/>
                    <a:pt x="784987" y="518888"/>
                    <a:pt x="795084" y="518888"/>
                  </a:cubicBezTo>
                  <a:cubicBezTo>
                    <a:pt x="805180" y="518888"/>
                    <a:pt x="813372" y="510714"/>
                    <a:pt x="813372" y="500624"/>
                  </a:cubicBezTo>
                  <a:cubicBezTo>
                    <a:pt x="813245" y="490712"/>
                    <a:pt x="805244" y="482689"/>
                    <a:pt x="795338" y="482550"/>
                  </a:cubicBezTo>
                  <a:close/>
                  <a:moveTo>
                    <a:pt x="795084" y="117070"/>
                  </a:moveTo>
                  <a:cubicBezTo>
                    <a:pt x="784987" y="117070"/>
                    <a:pt x="776796" y="125245"/>
                    <a:pt x="776796" y="135335"/>
                  </a:cubicBezTo>
                  <a:cubicBezTo>
                    <a:pt x="776796" y="145424"/>
                    <a:pt x="784987" y="153599"/>
                    <a:pt x="795084" y="153599"/>
                  </a:cubicBezTo>
                  <a:cubicBezTo>
                    <a:pt x="805180" y="153599"/>
                    <a:pt x="813372" y="145424"/>
                    <a:pt x="813372" y="135335"/>
                  </a:cubicBezTo>
                  <a:cubicBezTo>
                    <a:pt x="813372" y="125346"/>
                    <a:pt x="805371" y="117210"/>
                    <a:pt x="795338" y="117070"/>
                  </a:cubicBezTo>
                  <a:close/>
                  <a:moveTo>
                    <a:pt x="840804" y="528021"/>
                  </a:moveTo>
                  <a:cubicBezTo>
                    <a:pt x="830644" y="527983"/>
                    <a:pt x="822452" y="536164"/>
                    <a:pt x="822389" y="546285"/>
                  </a:cubicBezTo>
                  <a:cubicBezTo>
                    <a:pt x="822325" y="556407"/>
                    <a:pt x="830517" y="564638"/>
                    <a:pt x="840677" y="564676"/>
                  </a:cubicBezTo>
                  <a:cubicBezTo>
                    <a:pt x="850837" y="564714"/>
                    <a:pt x="859028" y="556533"/>
                    <a:pt x="859092" y="546412"/>
                  </a:cubicBezTo>
                  <a:cubicBezTo>
                    <a:pt x="859092" y="546367"/>
                    <a:pt x="859092" y="546330"/>
                    <a:pt x="859092" y="546285"/>
                  </a:cubicBezTo>
                  <a:cubicBezTo>
                    <a:pt x="859092" y="536297"/>
                    <a:pt x="851027" y="528160"/>
                    <a:pt x="841058" y="528021"/>
                  </a:cubicBezTo>
                  <a:close/>
                  <a:moveTo>
                    <a:pt x="840804" y="619343"/>
                  </a:moveTo>
                  <a:cubicBezTo>
                    <a:pt x="830707" y="619343"/>
                    <a:pt x="822516" y="627518"/>
                    <a:pt x="822516" y="637607"/>
                  </a:cubicBezTo>
                  <a:cubicBezTo>
                    <a:pt x="822516" y="639148"/>
                    <a:pt x="822770" y="640683"/>
                    <a:pt x="823151" y="642174"/>
                  </a:cubicBezTo>
                  <a:cubicBezTo>
                    <a:pt x="835089" y="639814"/>
                    <a:pt x="846837" y="636701"/>
                    <a:pt x="858393" y="632851"/>
                  </a:cubicBezTo>
                  <a:cubicBezTo>
                    <a:pt x="856298" y="624994"/>
                    <a:pt x="849186" y="619489"/>
                    <a:pt x="841058" y="619343"/>
                  </a:cubicBezTo>
                  <a:close/>
                  <a:moveTo>
                    <a:pt x="795084" y="25748"/>
                  </a:moveTo>
                  <a:cubicBezTo>
                    <a:pt x="784987" y="25748"/>
                    <a:pt x="776796" y="33922"/>
                    <a:pt x="776796" y="44012"/>
                  </a:cubicBezTo>
                  <a:cubicBezTo>
                    <a:pt x="776796" y="54102"/>
                    <a:pt x="784987" y="62277"/>
                    <a:pt x="795084" y="62277"/>
                  </a:cubicBezTo>
                  <a:cubicBezTo>
                    <a:pt x="805180" y="62277"/>
                    <a:pt x="813372" y="54102"/>
                    <a:pt x="813372" y="44012"/>
                  </a:cubicBezTo>
                  <a:cubicBezTo>
                    <a:pt x="813245" y="34100"/>
                    <a:pt x="805244" y="26078"/>
                    <a:pt x="795338" y="25938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6"/>
            <p:cNvSpPr/>
            <p:nvPr/>
          </p:nvSpPr>
          <p:spPr>
            <a:xfrm flipH="1">
              <a:off x="1676047" y="1606642"/>
              <a:ext cx="679513" cy="456825"/>
            </a:xfrm>
            <a:custGeom>
              <a:avLst/>
              <a:gdLst/>
              <a:ahLst/>
              <a:cxnLst/>
              <a:rect l="l" t="t" r="r" b="b"/>
              <a:pathLst>
                <a:path w="1812035" h="1218201" extrusionOk="0">
                  <a:moveTo>
                    <a:pt x="877760" y="1218202"/>
                  </a:moveTo>
                  <a:cubicBezTo>
                    <a:pt x="1373442" y="1218202"/>
                    <a:pt x="1576959" y="444118"/>
                    <a:pt x="1812036" y="0"/>
                  </a:cubicBezTo>
                  <a:lnTo>
                    <a:pt x="0" y="0"/>
                  </a:lnTo>
                  <a:cubicBezTo>
                    <a:pt x="243967" y="601269"/>
                    <a:pt x="522922" y="1218202"/>
                    <a:pt x="877760" y="1218202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6"/>
            <p:cNvSpPr/>
            <p:nvPr/>
          </p:nvSpPr>
          <p:spPr>
            <a:xfrm flipH="1">
              <a:off x="2355561" y="1183542"/>
              <a:ext cx="479298" cy="423103"/>
            </a:xfrm>
            <a:custGeom>
              <a:avLst/>
              <a:gdLst/>
              <a:ahLst/>
              <a:cxnLst/>
              <a:rect l="l" t="t" r="r" b="b"/>
              <a:pathLst>
                <a:path w="1278128" h="1128274" extrusionOk="0">
                  <a:moveTo>
                    <a:pt x="641922" y="0"/>
                  </a:moveTo>
                  <a:cubicBezTo>
                    <a:pt x="371729" y="0"/>
                    <a:pt x="243142" y="659994"/>
                    <a:pt x="0" y="1128275"/>
                  </a:cubicBezTo>
                  <a:lnTo>
                    <a:pt x="1278128" y="1128275"/>
                  </a:lnTo>
                  <a:cubicBezTo>
                    <a:pt x="1046290" y="557066"/>
                    <a:pt x="845947" y="0"/>
                    <a:pt x="641922" y="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6"/>
            <p:cNvSpPr/>
            <p:nvPr/>
          </p:nvSpPr>
          <p:spPr>
            <a:xfrm flipH="1">
              <a:off x="1411014" y="1492704"/>
              <a:ext cx="265033" cy="113939"/>
            </a:xfrm>
            <a:custGeom>
              <a:avLst/>
              <a:gdLst/>
              <a:ahLst/>
              <a:cxnLst/>
              <a:rect l="l" t="t" r="r" b="b"/>
              <a:pathLst>
                <a:path w="706755" h="303837" extrusionOk="0">
                  <a:moveTo>
                    <a:pt x="320167" y="0"/>
                  </a:moveTo>
                  <a:cubicBezTo>
                    <a:pt x="194310" y="0"/>
                    <a:pt x="94615" y="125251"/>
                    <a:pt x="0" y="303837"/>
                  </a:cubicBezTo>
                  <a:lnTo>
                    <a:pt x="706755" y="303837"/>
                  </a:lnTo>
                  <a:cubicBezTo>
                    <a:pt x="594932" y="135335"/>
                    <a:pt x="483933" y="0"/>
                    <a:pt x="320167" y="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6"/>
            <p:cNvSpPr/>
            <p:nvPr/>
          </p:nvSpPr>
          <p:spPr>
            <a:xfrm flipH="1">
              <a:off x="218" y="1606642"/>
              <a:ext cx="189405" cy="242741"/>
            </a:xfrm>
            <a:custGeom>
              <a:avLst/>
              <a:gdLst/>
              <a:ahLst/>
              <a:cxnLst/>
              <a:rect l="l" t="t" r="r" b="b"/>
              <a:pathLst>
                <a:path w="505079" h="647310" extrusionOk="0">
                  <a:moveTo>
                    <a:pt x="0" y="0"/>
                  </a:moveTo>
                  <a:cubicBezTo>
                    <a:pt x="127000" y="368460"/>
                    <a:pt x="278765" y="644013"/>
                    <a:pt x="505079" y="647310"/>
                  </a:cubicBezTo>
                  <a:lnTo>
                    <a:pt x="505079" y="0"/>
                  </a:ln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6"/>
            <p:cNvSpPr/>
            <p:nvPr/>
          </p:nvSpPr>
          <p:spPr>
            <a:xfrm flipH="1">
              <a:off x="3227765" y="1249917"/>
              <a:ext cx="397002" cy="356728"/>
            </a:xfrm>
            <a:custGeom>
              <a:avLst/>
              <a:gdLst/>
              <a:ahLst/>
              <a:cxnLst/>
              <a:rect l="l" t="t" r="r" b="b"/>
              <a:pathLst>
                <a:path w="1058671" h="951274" extrusionOk="0">
                  <a:moveTo>
                    <a:pt x="584200" y="0"/>
                  </a:moveTo>
                  <a:cubicBezTo>
                    <a:pt x="388938" y="0"/>
                    <a:pt x="206692" y="447289"/>
                    <a:pt x="0" y="951274"/>
                  </a:cubicBezTo>
                  <a:lnTo>
                    <a:pt x="1058672" y="951274"/>
                  </a:lnTo>
                  <a:cubicBezTo>
                    <a:pt x="920623" y="672805"/>
                    <a:pt x="806005" y="314808"/>
                    <a:pt x="664654" y="17313"/>
                  </a:cubicBezTo>
                  <a:cubicBezTo>
                    <a:pt x="639312" y="6075"/>
                    <a:pt x="611924" y="184"/>
                    <a:pt x="584200" y="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6"/>
            <p:cNvSpPr/>
            <p:nvPr/>
          </p:nvSpPr>
          <p:spPr>
            <a:xfrm flipH="1">
              <a:off x="1457615" y="1606642"/>
              <a:ext cx="470225" cy="214036"/>
            </a:xfrm>
            <a:custGeom>
              <a:avLst/>
              <a:gdLst/>
              <a:ahLst/>
              <a:cxnLst/>
              <a:rect l="l" t="t" r="r" b="b"/>
              <a:pathLst>
                <a:path w="1253934" h="570764" extrusionOk="0">
                  <a:moveTo>
                    <a:pt x="569913" y="570765"/>
                  </a:moveTo>
                  <a:cubicBezTo>
                    <a:pt x="852488" y="570765"/>
                    <a:pt x="1068959" y="318106"/>
                    <a:pt x="1253934" y="0"/>
                  </a:cubicBezTo>
                  <a:lnTo>
                    <a:pt x="0" y="0"/>
                  </a:lnTo>
                  <a:cubicBezTo>
                    <a:pt x="142240" y="325336"/>
                    <a:pt x="312674" y="570765"/>
                    <a:pt x="569913" y="570765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6"/>
            <p:cNvSpPr/>
            <p:nvPr/>
          </p:nvSpPr>
          <p:spPr>
            <a:xfrm flipH="1">
              <a:off x="218" y="1202353"/>
              <a:ext cx="314754" cy="404291"/>
            </a:xfrm>
            <a:custGeom>
              <a:avLst/>
              <a:gdLst/>
              <a:ahLst/>
              <a:cxnLst/>
              <a:rect l="l" t="t" r="r" b="b"/>
              <a:pathLst>
                <a:path w="839343" h="1078110" extrusionOk="0">
                  <a:moveTo>
                    <a:pt x="0" y="1078111"/>
                  </a:moveTo>
                  <a:lnTo>
                    <a:pt x="839343" y="1078111"/>
                  </a:lnTo>
                  <a:lnTo>
                    <a:pt x="839343" y="0"/>
                  </a:lnTo>
                  <a:cubicBezTo>
                    <a:pt x="537274" y="5898"/>
                    <a:pt x="328867" y="647881"/>
                    <a:pt x="0" y="1078111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6"/>
            <p:cNvSpPr/>
            <p:nvPr/>
          </p:nvSpPr>
          <p:spPr>
            <a:xfrm flipH="1">
              <a:off x="1934650" y="1012171"/>
              <a:ext cx="699230" cy="594522"/>
            </a:xfrm>
            <a:custGeom>
              <a:avLst/>
              <a:gdLst/>
              <a:ahLst/>
              <a:cxnLst/>
              <a:rect l="l" t="t" r="r" b="b"/>
              <a:pathLst>
                <a:path w="1864614" h="1585393" extrusionOk="0">
                  <a:moveTo>
                    <a:pt x="215900" y="962880"/>
                  </a:moveTo>
                  <a:lnTo>
                    <a:pt x="839153" y="1585267"/>
                  </a:lnTo>
                  <a:lnTo>
                    <a:pt x="866648" y="1585267"/>
                  </a:lnTo>
                  <a:lnTo>
                    <a:pt x="223329" y="942523"/>
                  </a:lnTo>
                  <a:close/>
                  <a:moveTo>
                    <a:pt x="194754" y="1023761"/>
                  </a:moveTo>
                  <a:lnTo>
                    <a:pt x="757047" y="1585267"/>
                  </a:lnTo>
                  <a:lnTo>
                    <a:pt x="784542" y="1585267"/>
                  </a:lnTo>
                  <a:lnTo>
                    <a:pt x="201866" y="1003341"/>
                  </a:lnTo>
                  <a:cubicBezTo>
                    <a:pt x="199771" y="1010190"/>
                    <a:pt x="197358" y="1016976"/>
                    <a:pt x="195009" y="1023761"/>
                  </a:cubicBezTo>
                  <a:close/>
                  <a:moveTo>
                    <a:pt x="173990" y="1084833"/>
                  </a:moveTo>
                  <a:lnTo>
                    <a:pt x="675132" y="1585267"/>
                  </a:lnTo>
                  <a:lnTo>
                    <a:pt x="702691" y="1585267"/>
                  </a:lnTo>
                  <a:lnTo>
                    <a:pt x="181039" y="1064349"/>
                  </a:lnTo>
                  <a:close/>
                  <a:moveTo>
                    <a:pt x="259143" y="841751"/>
                  </a:moveTo>
                  <a:lnTo>
                    <a:pt x="1003681" y="1585267"/>
                  </a:lnTo>
                  <a:lnTo>
                    <a:pt x="1031177" y="1585267"/>
                  </a:lnTo>
                  <a:lnTo>
                    <a:pt x="266700" y="821584"/>
                  </a:lnTo>
                  <a:close/>
                  <a:moveTo>
                    <a:pt x="237490" y="902188"/>
                  </a:moveTo>
                  <a:lnTo>
                    <a:pt x="921512" y="1585267"/>
                  </a:lnTo>
                  <a:lnTo>
                    <a:pt x="949071" y="1585267"/>
                  </a:lnTo>
                  <a:lnTo>
                    <a:pt x="244729" y="881895"/>
                  </a:lnTo>
                  <a:close/>
                  <a:moveTo>
                    <a:pt x="303657" y="722207"/>
                  </a:moveTo>
                  <a:lnTo>
                    <a:pt x="1167892" y="1585267"/>
                  </a:lnTo>
                  <a:lnTo>
                    <a:pt x="1195451" y="1585267"/>
                  </a:lnTo>
                  <a:lnTo>
                    <a:pt x="311150" y="702358"/>
                  </a:lnTo>
                  <a:cubicBezTo>
                    <a:pt x="308801" y="708953"/>
                    <a:pt x="306260" y="715549"/>
                    <a:pt x="303657" y="722207"/>
                  </a:cubicBezTo>
                  <a:close/>
                  <a:moveTo>
                    <a:pt x="281178" y="781757"/>
                  </a:moveTo>
                  <a:lnTo>
                    <a:pt x="1085850" y="1585267"/>
                  </a:lnTo>
                  <a:lnTo>
                    <a:pt x="1113346" y="1585267"/>
                  </a:lnTo>
                  <a:lnTo>
                    <a:pt x="288671" y="761717"/>
                  </a:lnTo>
                  <a:cubicBezTo>
                    <a:pt x="286131" y="768376"/>
                    <a:pt x="283654" y="775035"/>
                    <a:pt x="281178" y="781757"/>
                  </a:cubicBezTo>
                  <a:close/>
                  <a:moveTo>
                    <a:pt x="45657" y="1448727"/>
                  </a:moveTo>
                  <a:lnTo>
                    <a:pt x="182372" y="1585267"/>
                  </a:lnTo>
                  <a:lnTo>
                    <a:pt x="209867" y="1585267"/>
                  </a:lnTo>
                  <a:lnTo>
                    <a:pt x="53086" y="1428687"/>
                  </a:lnTo>
                  <a:close/>
                  <a:moveTo>
                    <a:pt x="23051" y="1508150"/>
                  </a:moveTo>
                  <a:lnTo>
                    <a:pt x="100266" y="1585267"/>
                  </a:lnTo>
                  <a:lnTo>
                    <a:pt x="127762" y="1585267"/>
                  </a:lnTo>
                  <a:lnTo>
                    <a:pt x="30671" y="1488300"/>
                  </a:lnTo>
                  <a:close/>
                  <a:moveTo>
                    <a:pt x="67501" y="1388797"/>
                  </a:moveTo>
                  <a:lnTo>
                    <a:pt x="264351" y="1585394"/>
                  </a:lnTo>
                  <a:lnTo>
                    <a:pt x="292100" y="1585394"/>
                  </a:lnTo>
                  <a:lnTo>
                    <a:pt x="75121" y="1368757"/>
                  </a:lnTo>
                  <a:close/>
                  <a:moveTo>
                    <a:pt x="326517" y="663228"/>
                  </a:moveTo>
                  <a:lnTo>
                    <a:pt x="1249807" y="1585267"/>
                  </a:lnTo>
                  <a:lnTo>
                    <a:pt x="1277303" y="1585267"/>
                  </a:lnTo>
                  <a:lnTo>
                    <a:pt x="334709" y="643632"/>
                  </a:lnTo>
                  <a:cubicBezTo>
                    <a:pt x="332041" y="650164"/>
                    <a:pt x="329374" y="656696"/>
                    <a:pt x="326771" y="663228"/>
                  </a:cubicBezTo>
                  <a:close/>
                  <a:moveTo>
                    <a:pt x="153035" y="1145905"/>
                  </a:moveTo>
                  <a:lnTo>
                    <a:pt x="593027" y="1585267"/>
                  </a:lnTo>
                  <a:lnTo>
                    <a:pt x="620522" y="1585267"/>
                  </a:lnTo>
                  <a:lnTo>
                    <a:pt x="160084" y="1125421"/>
                  </a:lnTo>
                  <a:close/>
                  <a:moveTo>
                    <a:pt x="0" y="1566812"/>
                  </a:moveTo>
                  <a:lnTo>
                    <a:pt x="18288" y="1585077"/>
                  </a:lnTo>
                  <a:lnTo>
                    <a:pt x="45847" y="1585077"/>
                  </a:lnTo>
                  <a:lnTo>
                    <a:pt x="7747" y="1547026"/>
                  </a:lnTo>
                  <a:cubicBezTo>
                    <a:pt x="5080" y="1554128"/>
                    <a:pt x="2413" y="1560470"/>
                    <a:pt x="0" y="1566812"/>
                  </a:cubicBezTo>
                  <a:close/>
                  <a:moveTo>
                    <a:pt x="132207" y="1206723"/>
                  </a:moveTo>
                  <a:lnTo>
                    <a:pt x="511111" y="1585077"/>
                  </a:lnTo>
                  <a:lnTo>
                    <a:pt x="538607" y="1585077"/>
                  </a:lnTo>
                  <a:lnTo>
                    <a:pt x="139065" y="1186302"/>
                  </a:lnTo>
                  <a:close/>
                  <a:moveTo>
                    <a:pt x="110998" y="1267605"/>
                  </a:moveTo>
                  <a:lnTo>
                    <a:pt x="428942" y="1585077"/>
                  </a:lnTo>
                  <a:lnTo>
                    <a:pt x="456438" y="1585077"/>
                  </a:lnTo>
                  <a:lnTo>
                    <a:pt x="118110" y="1247184"/>
                  </a:lnTo>
                  <a:cubicBezTo>
                    <a:pt x="115570" y="1254223"/>
                    <a:pt x="113221" y="1261009"/>
                    <a:pt x="110808" y="1267795"/>
                  </a:cubicBezTo>
                  <a:close/>
                  <a:moveTo>
                    <a:pt x="89662" y="1328233"/>
                  </a:moveTo>
                  <a:lnTo>
                    <a:pt x="346837" y="1585077"/>
                  </a:lnTo>
                  <a:lnTo>
                    <a:pt x="374333" y="1585077"/>
                  </a:lnTo>
                  <a:lnTo>
                    <a:pt x="96838" y="1307939"/>
                  </a:lnTo>
                  <a:cubicBezTo>
                    <a:pt x="94234" y="1314915"/>
                    <a:pt x="91884" y="1321701"/>
                    <a:pt x="89472" y="1328423"/>
                  </a:cubicBezTo>
                  <a:close/>
                  <a:moveTo>
                    <a:pt x="1792922" y="1361400"/>
                  </a:moveTo>
                  <a:lnTo>
                    <a:pt x="599122" y="169137"/>
                  </a:lnTo>
                  <a:cubicBezTo>
                    <a:pt x="594868" y="173956"/>
                    <a:pt x="590614" y="178966"/>
                    <a:pt x="586422" y="183976"/>
                  </a:cubicBezTo>
                  <a:lnTo>
                    <a:pt x="1809750" y="1405920"/>
                  </a:lnTo>
                  <a:cubicBezTo>
                    <a:pt x="1804035" y="1391251"/>
                    <a:pt x="1798383" y="1376475"/>
                    <a:pt x="1792732" y="1361591"/>
                  </a:cubicBezTo>
                  <a:close/>
                  <a:moveTo>
                    <a:pt x="1608772" y="849171"/>
                  </a:moveTo>
                  <a:lnTo>
                    <a:pt x="785876" y="27967"/>
                  </a:lnTo>
                  <a:cubicBezTo>
                    <a:pt x="779526" y="30631"/>
                    <a:pt x="773176" y="33421"/>
                    <a:pt x="766826" y="36402"/>
                  </a:cubicBezTo>
                  <a:lnTo>
                    <a:pt x="1624076" y="892549"/>
                  </a:lnTo>
                  <a:close/>
                  <a:moveTo>
                    <a:pt x="1745488" y="1231837"/>
                  </a:moveTo>
                  <a:lnTo>
                    <a:pt x="638873" y="127217"/>
                  </a:lnTo>
                  <a:cubicBezTo>
                    <a:pt x="634238" y="131720"/>
                    <a:pt x="629603" y="136222"/>
                    <a:pt x="625030" y="140915"/>
                  </a:cubicBezTo>
                  <a:lnTo>
                    <a:pt x="1760728" y="1275088"/>
                  </a:lnTo>
                  <a:close/>
                  <a:moveTo>
                    <a:pt x="1700149" y="1104493"/>
                  </a:moveTo>
                  <a:lnTo>
                    <a:pt x="682689" y="89166"/>
                  </a:lnTo>
                  <a:cubicBezTo>
                    <a:pt x="677609" y="93161"/>
                    <a:pt x="672528" y="97347"/>
                    <a:pt x="667512" y="101533"/>
                  </a:cubicBezTo>
                  <a:lnTo>
                    <a:pt x="1714818" y="1147490"/>
                  </a:lnTo>
                  <a:close/>
                  <a:moveTo>
                    <a:pt x="1558734" y="717197"/>
                  </a:moveTo>
                  <a:lnTo>
                    <a:pt x="848423" y="8435"/>
                  </a:lnTo>
                  <a:cubicBezTo>
                    <a:pt x="841058" y="10020"/>
                    <a:pt x="833691" y="11859"/>
                    <a:pt x="826453" y="13952"/>
                  </a:cubicBezTo>
                  <a:lnTo>
                    <a:pt x="1575753" y="762288"/>
                  </a:lnTo>
                  <a:cubicBezTo>
                    <a:pt x="1569974" y="747239"/>
                    <a:pt x="1564132" y="732272"/>
                    <a:pt x="1558354" y="717388"/>
                  </a:cubicBezTo>
                  <a:close/>
                  <a:moveTo>
                    <a:pt x="1655128" y="977593"/>
                  </a:moveTo>
                  <a:lnTo>
                    <a:pt x="731266" y="55491"/>
                  </a:lnTo>
                  <a:cubicBezTo>
                    <a:pt x="725615" y="58852"/>
                    <a:pt x="719963" y="62404"/>
                    <a:pt x="714375" y="66082"/>
                  </a:cubicBezTo>
                  <a:lnTo>
                    <a:pt x="1670050" y="1020337"/>
                  </a:lnTo>
                  <a:cubicBezTo>
                    <a:pt x="1664843" y="1006131"/>
                    <a:pt x="1659827" y="991925"/>
                    <a:pt x="1654746" y="977783"/>
                  </a:cubicBezTo>
                  <a:close/>
                  <a:moveTo>
                    <a:pt x="1289876" y="202621"/>
                  </a:moveTo>
                  <a:lnTo>
                    <a:pt x="1173035" y="85995"/>
                  </a:lnTo>
                  <a:cubicBezTo>
                    <a:pt x="1150029" y="68341"/>
                    <a:pt x="1125385" y="52924"/>
                    <a:pt x="1099439" y="39954"/>
                  </a:cubicBezTo>
                  <a:lnTo>
                    <a:pt x="1356423" y="296544"/>
                  </a:lnTo>
                  <a:cubicBezTo>
                    <a:pt x="1335786" y="264142"/>
                    <a:pt x="1313434" y="232854"/>
                    <a:pt x="1289495" y="202812"/>
                  </a:cubicBezTo>
                  <a:close/>
                  <a:moveTo>
                    <a:pt x="1501457" y="577994"/>
                  </a:moveTo>
                  <a:lnTo>
                    <a:pt x="922147" y="0"/>
                  </a:lnTo>
                  <a:cubicBezTo>
                    <a:pt x="913321" y="0"/>
                    <a:pt x="904558" y="634"/>
                    <a:pt x="895922" y="1332"/>
                  </a:cubicBezTo>
                  <a:lnTo>
                    <a:pt x="1521396" y="625938"/>
                  </a:lnTo>
                  <a:cubicBezTo>
                    <a:pt x="1514666" y="609894"/>
                    <a:pt x="1507934" y="593912"/>
                    <a:pt x="1501077" y="578185"/>
                  </a:cubicBezTo>
                  <a:close/>
                  <a:moveTo>
                    <a:pt x="1428496" y="423127"/>
                  </a:moveTo>
                  <a:lnTo>
                    <a:pt x="1013841" y="9576"/>
                  </a:lnTo>
                  <a:cubicBezTo>
                    <a:pt x="1002792" y="7039"/>
                    <a:pt x="991597" y="4926"/>
                    <a:pt x="980250" y="3234"/>
                  </a:cubicBezTo>
                  <a:lnTo>
                    <a:pt x="1455293" y="477667"/>
                  </a:lnTo>
                  <a:cubicBezTo>
                    <a:pt x="1446340" y="459275"/>
                    <a:pt x="1437322" y="441157"/>
                    <a:pt x="1428115" y="423317"/>
                  </a:cubicBezTo>
                  <a:close/>
                  <a:moveTo>
                    <a:pt x="456057" y="381651"/>
                  </a:moveTo>
                  <a:lnTo>
                    <a:pt x="1661033" y="1585077"/>
                  </a:lnTo>
                  <a:lnTo>
                    <a:pt x="1688592" y="1585077"/>
                  </a:lnTo>
                  <a:lnTo>
                    <a:pt x="465455" y="364084"/>
                  </a:lnTo>
                  <a:cubicBezTo>
                    <a:pt x="462153" y="369982"/>
                    <a:pt x="458915" y="375880"/>
                    <a:pt x="455676" y="381842"/>
                  </a:cubicBezTo>
                  <a:close/>
                  <a:moveTo>
                    <a:pt x="427990" y="435620"/>
                  </a:moveTo>
                  <a:lnTo>
                    <a:pt x="1578928" y="1585077"/>
                  </a:lnTo>
                  <a:lnTo>
                    <a:pt x="1606423" y="1585077"/>
                  </a:lnTo>
                  <a:lnTo>
                    <a:pt x="436880" y="417609"/>
                  </a:lnTo>
                  <a:cubicBezTo>
                    <a:pt x="433769" y="423634"/>
                    <a:pt x="430657" y="429659"/>
                    <a:pt x="427609" y="435810"/>
                  </a:cubicBezTo>
                  <a:close/>
                  <a:moveTo>
                    <a:pt x="1845564" y="1495847"/>
                  </a:moveTo>
                  <a:lnTo>
                    <a:pt x="561911" y="214354"/>
                  </a:lnTo>
                  <a:cubicBezTo>
                    <a:pt x="557975" y="219554"/>
                    <a:pt x="554101" y="224881"/>
                    <a:pt x="550164" y="230145"/>
                  </a:cubicBezTo>
                  <a:lnTo>
                    <a:pt x="1864614" y="1542904"/>
                  </a:lnTo>
                  <a:cubicBezTo>
                    <a:pt x="1858137" y="1527429"/>
                    <a:pt x="1851660" y="1511828"/>
                    <a:pt x="1845183" y="1496037"/>
                  </a:cubicBezTo>
                  <a:close/>
                  <a:moveTo>
                    <a:pt x="375222" y="547553"/>
                  </a:moveTo>
                  <a:lnTo>
                    <a:pt x="1414272" y="1585267"/>
                  </a:lnTo>
                  <a:lnTo>
                    <a:pt x="1441831" y="1585267"/>
                  </a:lnTo>
                  <a:lnTo>
                    <a:pt x="383730" y="528528"/>
                  </a:lnTo>
                  <a:cubicBezTo>
                    <a:pt x="381000" y="534870"/>
                    <a:pt x="378016" y="541148"/>
                    <a:pt x="375222" y="547553"/>
                  </a:cubicBezTo>
                  <a:close/>
                  <a:moveTo>
                    <a:pt x="400622" y="491111"/>
                  </a:moveTo>
                  <a:lnTo>
                    <a:pt x="1496251" y="1585267"/>
                  </a:lnTo>
                  <a:lnTo>
                    <a:pt x="1524000" y="1585267"/>
                  </a:lnTo>
                  <a:lnTo>
                    <a:pt x="409702" y="472466"/>
                  </a:lnTo>
                  <a:close/>
                  <a:moveTo>
                    <a:pt x="516509" y="278723"/>
                  </a:moveTo>
                  <a:lnTo>
                    <a:pt x="1824609" y="1585140"/>
                  </a:lnTo>
                  <a:lnTo>
                    <a:pt x="1852105" y="1585140"/>
                  </a:lnTo>
                  <a:lnTo>
                    <a:pt x="527685" y="262235"/>
                  </a:lnTo>
                  <a:cubicBezTo>
                    <a:pt x="524002" y="267689"/>
                    <a:pt x="520319" y="273079"/>
                    <a:pt x="516699" y="278723"/>
                  </a:cubicBezTo>
                  <a:close/>
                  <a:moveTo>
                    <a:pt x="484759" y="329458"/>
                  </a:moveTo>
                  <a:lnTo>
                    <a:pt x="1742059" y="1585140"/>
                  </a:lnTo>
                  <a:lnTo>
                    <a:pt x="1769555" y="1585140"/>
                  </a:lnTo>
                  <a:lnTo>
                    <a:pt x="495617" y="312208"/>
                  </a:lnTo>
                  <a:cubicBezTo>
                    <a:pt x="492125" y="317916"/>
                    <a:pt x="488950" y="323814"/>
                    <a:pt x="485267" y="329395"/>
                  </a:cubicBezTo>
                  <a:close/>
                  <a:moveTo>
                    <a:pt x="350076" y="605010"/>
                  </a:moveTo>
                  <a:lnTo>
                    <a:pt x="1331659" y="1585330"/>
                  </a:lnTo>
                  <a:lnTo>
                    <a:pt x="1359154" y="1585330"/>
                  </a:lnTo>
                  <a:lnTo>
                    <a:pt x="358775" y="585668"/>
                  </a:ln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6"/>
            <p:cNvSpPr/>
            <p:nvPr/>
          </p:nvSpPr>
          <p:spPr>
            <a:xfrm flipH="1">
              <a:off x="189647" y="898161"/>
              <a:ext cx="710732" cy="708485"/>
            </a:xfrm>
            <a:custGeom>
              <a:avLst/>
              <a:gdLst/>
              <a:ahLst/>
              <a:cxnLst/>
              <a:rect l="l" t="t" r="r" b="b"/>
              <a:pathLst>
                <a:path w="1895284" h="1889294" extrusionOk="0">
                  <a:moveTo>
                    <a:pt x="878205" y="1889294"/>
                  </a:moveTo>
                  <a:lnTo>
                    <a:pt x="931735" y="1889294"/>
                  </a:lnTo>
                  <a:lnTo>
                    <a:pt x="931735" y="14333"/>
                  </a:lnTo>
                  <a:cubicBezTo>
                    <a:pt x="913194" y="20420"/>
                    <a:pt x="895286" y="28190"/>
                    <a:pt x="878205" y="37544"/>
                  </a:cubicBezTo>
                  <a:close/>
                  <a:moveTo>
                    <a:pt x="607695" y="1889294"/>
                  </a:moveTo>
                  <a:lnTo>
                    <a:pt x="661226" y="1889294"/>
                  </a:lnTo>
                  <a:lnTo>
                    <a:pt x="661226" y="256971"/>
                  </a:lnTo>
                  <a:cubicBezTo>
                    <a:pt x="643065" y="284241"/>
                    <a:pt x="625221" y="313223"/>
                    <a:pt x="607695" y="343917"/>
                  </a:cubicBezTo>
                  <a:close/>
                  <a:moveTo>
                    <a:pt x="427419" y="1889294"/>
                  </a:moveTo>
                  <a:lnTo>
                    <a:pt x="480885" y="1889294"/>
                  </a:lnTo>
                  <a:lnTo>
                    <a:pt x="480885" y="601903"/>
                  </a:lnTo>
                  <a:cubicBezTo>
                    <a:pt x="462852" y="643505"/>
                    <a:pt x="445009" y="686357"/>
                    <a:pt x="427419" y="730452"/>
                  </a:cubicBezTo>
                  <a:close/>
                  <a:moveTo>
                    <a:pt x="697865" y="1889294"/>
                  </a:moveTo>
                  <a:lnTo>
                    <a:pt x="751396" y="1889294"/>
                  </a:lnTo>
                  <a:lnTo>
                    <a:pt x="751396" y="140281"/>
                  </a:lnTo>
                  <a:cubicBezTo>
                    <a:pt x="733171" y="160068"/>
                    <a:pt x="715328" y="181651"/>
                    <a:pt x="697865" y="205031"/>
                  </a:cubicBezTo>
                  <a:close/>
                  <a:moveTo>
                    <a:pt x="517525" y="1889294"/>
                  </a:moveTo>
                  <a:lnTo>
                    <a:pt x="571056" y="1889294"/>
                  </a:lnTo>
                  <a:lnTo>
                    <a:pt x="571056" y="411141"/>
                  </a:lnTo>
                  <a:cubicBezTo>
                    <a:pt x="552895" y="445894"/>
                    <a:pt x="535115" y="482296"/>
                    <a:pt x="517525" y="520030"/>
                  </a:cubicBezTo>
                  <a:close/>
                  <a:moveTo>
                    <a:pt x="66675" y="1889294"/>
                  </a:moveTo>
                  <a:lnTo>
                    <a:pt x="120206" y="1889294"/>
                  </a:lnTo>
                  <a:lnTo>
                    <a:pt x="120206" y="1579813"/>
                  </a:lnTo>
                  <a:cubicBezTo>
                    <a:pt x="102489" y="1628309"/>
                    <a:pt x="84646" y="1676037"/>
                    <a:pt x="66675" y="1723011"/>
                  </a:cubicBezTo>
                  <a:close/>
                  <a:moveTo>
                    <a:pt x="30035" y="1889294"/>
                  </a:moveTo>
                  <a:lnTo>
                    <a:pt x="30035" y="1816363"/>
                  </a:lnTo>
                  <a:cubicBezTo>
                    <a:pt x="20066" y="1841014"/>
                    <a:pt x="10096" y="1865322"/>
                    <a:pt x="0" y="1889294"/>
                  </a:cubicBezTo>
                  <a:close/>
                  <a:moveTo>
                    <a:pt x="247015" y="1889294"/>
                  </a:moveTo>
                  <a:lnTo>
                    <a:pt x="300482" y="1889294"/>
                  </a:lnTo>
                  <a:lnTo>
                    <a:pt x="300482" y="1069676"/>
                  </a:lnTo>
                  <a:cubicBezTo>
                    <a:pt x="282639" y="1119986"/>
                    <a:pt x="264858" y="1170721"/>
                    <a:pt x="247015" y="1221880"/>
                  </a:cubicBezTo>
                  <a:close/>
                  <a:moveTo>
                    <a:pt x="337185" y="1889294"/>
                  </a:moveTo>
                  <a:lnTo>
                    <a:pt x="390652" y="1889294"/>
                  </a:lnTo>
                  <a:lnTo>
                    <a:pt x="390652" y="823867"/>
                  </a:lnTo>
                  <a:cubicBezTo>
                    <a:pt x="372682" y="870923"/>
                    <a:pt x="354902" y="918823"/>
                    <a:pt x="337185" y="967573"/>
                  </a:cubicBezTo>
                  <a:close/>
                  <a:moveTo>
                    <a:pt x="156845" y="1889294"/>
                  </a:moveTo>
                  <a:lnTo>
                    <a:pt x="210376" y="1889294"/>
                  </a:lnTo>
                  <a:lnTo>
                    <a:pt x="210376" y="1326393"/>
                  </a:lnTo>
                  <a:cubicBezTo>
                    <a:pt x="192532" y="1377128"/>
                    <a:pt x="174689" y="1427691"/>
                    <a:pt x="156845" y="1478090"/>
                  </a:cubicBezTo>
                  <a:close/>
                  <a:moveTo>
                    <a:pt x="787971" y="1889294"/>
                  </a:moveTo>
                  <a:lnTo>
                    <a:pt x="841502" y="1889294"/>
                  </a:lnTo>
                  <a:lnTo>
                    <a:pt x="841502" y="60184"/>
                  </a:lnTo>
                  <a:cubicBezTo>
                    <a:pt x="822643" y="73317"/>
                    <a:pt x="804799" y="87748"/>
                    <a:pt x="787971" y="103372"/>
                  </a:cubicBezTo>
                  <a:close/>
                  <a:moveTo>
                    <a:pt x="1501902" y="1889294"/>
                  </a:moveTo>
                  <a:lnTo>
                    <a:pt x="1555369" y="1889294"/>
                  </a:lnTo>
                  <a:lnTo>
                    <a:pt x="1555369" y="725442"/>
                  </a:lnTo>
                  <a:cubicBezTo>
                    <a:pt x="1538033" y="671917"/>
                    <a:pt x="1520254" y="620041"/>
                    <a:pt x="1501902" y="570194"/>
                  </a:cubicBezTo>
                  <a:close/>
                  <a:moveTo>
                    <a:pt x="1592008" y="1889294"/>
                  </a:moveTo>
                  <a:lnTo>
                    <a:pt x="1645539" y="1889294"/>
                  </a:lnTo>
                  <a:lnTo>
                    <a:pt x="1645539" y="1026298"/>
                  </a:lnTo>
                  <a:cubicBezTo>
                    <a:pt x="1628013" y="964021"/>
                    <a:pt x="1610234" y="902569"/>
                    <a:pt x="1592008" y="842385"/>
                  </a:cubicBezTo>
                  <a:close/>
                  <a:moveTo>
                    <a:pt x="1682179" y="1889294"/>
                  </a:moveTo>
                  <a:lnTo>
                    <a:pt x="1735709" y="1889294"/>
                  </a:lnTo>
                  <a:lnTo>
                    <a:pt x="1735709" y="1353980"/>
                  </a:lnTo>
                  <a:cubicBezTo>
                    <a:pt x="1717866" y="1288786"/>
                    <a:pt x="1700085" y="1223339"/>
                    <a:pt x="1682179" y="1158272"/>
                  </a:cubicBezTo>
                  <a:close/>
                  <a:moveTo>
                    <a:pt x="1862519" y="1790425"/>
                  </a:moveTo>
                  <a:lnTo>
                    <a:pt x="1862519" y="1889294"/>
                  </a:lnTo>
                  <a:lnTo>
                    <a:pt x="1895284" y="1889294"/>
                  </a:lnTo>
                  <a:cubicBezTo>
                    <a:pt x="1884235" y="1856995"/>
                    <a:pt x="1873314" y="1824037"/>
                    <a:pt x="1862582" y="1790425"/>
                  </a:cubicBezTo>
                  <a:close/>
                  <a:moveTo>
                    <a:pt x="1772348" y="1889294"/>
                  </a:moveTo>
                  <a:lnTo>
                    <a:pt x="1825879" y="1889294"/>
                  </a:lnTo>
                  <a:lnTo>
                    <a:pt x="1825879" y="1671833"/>
                  </a:lnTo>
                  <a:cubicBezTo>
                    <a:pt x="1807718" y="1611205"/>
                    <a:pt x="1789938" y="1549245"/>
                    <a:pt x="1772348" y="1486525"/>
                  </a:cubicBezTo>
                  <a:close/>
                  <a:moveTo>
                    <a:pt x="968375" y="4883"/>
                  </a:moveTo>
                  <a:lnTo>
                    <a:pt x="968375" y="1889294"/>
                  </a:lnTo>
                  <a:lnTo>
                    <a:pt x="1021842" y="1889294"/>
                  </a:lnTo>
                  <a:lnTo>
                    <a:pt x="1021842" y="0"/>
                  </a:lnTo>
                  <a:lnTo>
                    <a:pt x="1020191" y="0"/>
                  </a:lnTo>
                  <a:cubicBezTo>
                    <a:pt x="1002792" y="-8"/>
                    <a:pt x="985457" y="1627"/>
                    <a:pt x="968375" y="4883"/>
                  </a:cubicBezTo>
                  <a:close/>
                  <a:moveTo>
                    <a:pt x="1050925" y="1889294"/>
                  </a:moveTo>
                  <a:lnTo>
                    <a:pt x="1104456" y="1889294"/>
                  </a:lnTo>
                  <a:lnTo>
                    <a:pt x="1104456" y="13318"/>
                  </a:lnTo>
                  <a:cubicBezTo>
                    <a:pt x="1087057" y="7658"/>
                    <a:pt x="1069086" y="3770"/>
                    <a:pt x="1050925" y="1712"/>
                  </a:cubicBezTo>
                  <a:close/>
                  <a:moveTo>
                    <a:pt x="1141096" y="1889294"/>
                  </a:moveTo>
                  <a:lnTo>
                    <a:pt x="1194626" y="1889294"/>
                  </a:lnTo>
                  <a:lnTo>
                    <a:pt x="1194626" y="60564"/>
                  </a:lnTo>
                  <a:cubicBezTo>
                    <a:pt x="1177862" y="48103"/>
                    <a:pt x="1159891" y="37232"/>
                    <a:pt x="1141096" y="28094"/>
                  </a:cubicBezTo>
                  <a:close/>
                  <a:moveTo>
                    <a:pt x="1321435" y="1889294"/>
                  </a:moveTo>
                  <a:lnTo>
                    <a:pt x="1374902" y="1889294"/>
                  </a:lnTo>
                  <a:lnTo>
                    <a:pt x="1374902" y="284304"/>
                  </a:lnTo>
                  <a:cubicBezTo>
                    <a:pt x="1357694" y="253187"/>
                    <a:pt x="1339850" y="224205"/>
                    <a:pt x="1321435" y="197358"/>
                  </a:cubicBezTo>
                  <a:close/>
                  <a:moveTo>
                    <a:pt x="1231265" y="90942"/>
                  </a:moveTo>
                  <a:lnTo>
                    <a:pt x="1231265" y="1889294"/>
                  </a:lnTo>
                  <a:lnTo>
                    <a:pt x="1284732" y="1889294"/>
                  </a:lnTo>
                  <a:lnTo>
                    <a:pt x="1284732" y="148335"/>
                  </a:lnTo>
                  <a:cubicBezTo>
                    <a:pt x="1268349" y="127978"/>
                    <a:pt x="1250569" y="108800"/>
                    <a:pt x="1231456" y="90942"/>
                  </a:cubicBezTo>
                  <a:close/>
                  <a:moveTo>
                    <a:pt x="1411605" y="1889294"/>
                  </a:moveTo>
                  <a:lnTo>
                    <a:pt x="1465072" y="1889294"/>
                  </a:lnTo>
                  <a:lnTo>
                    <a:pt x="1465072" y="475637"/>
                  </a:lnTo>
                  <a:cubicBezTo>
                    <a:pt x="1447800" y="433401"/>
                    <a:pt x="1430021" y="393193"/>
                    <a:pt x="1411605" y="355142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6"/>
            <p:cNvSpPr/>
            <p:nvPr/>
          </p:nvSpPr>
          <p:spPr>
            <a:xfrm flipH="1">
              <a:off x="1410942" y="1569757"/>
              <a:ext cx="46601" cy="36885"/>
            </a:xfrm>
            <a:custGeom>
              <a:avLst/>
              <a:gdLst/>
              <a:ahLst/>
              <a:cxnLst/>
              <a:rect l="l" t="t" r="r" b="b"/>
              <a:pathLst>
                <a:path w="124269" h="98361" extrusionOk="0">
                  <a:moveTo>
                    <a:pt x="0" y="98362"/>
                  </a:moveTo>
                  <a:lnTo>
                    <a:pt x="124269" y="98362"/>
                  </a:lnTo>
                  <a:cubicBezTo>
                    <a:pt x="101409" y="63926"/>
                    <a:pt x="78549" y="30821"/>
                    <a:pt x="55245" y="0"/>
                  </a:cubicBezTo>
                  <a:cubicBezTo>
                    <a:pt x="37020" y="33358"/>
                    <a:pt x="18606" y="66145"/>
                    <a:pt x="0" y="98362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6"/>
            <p:cNvSpPr/>
            <p:nvPr/>
          </p:nvSpPr>
          <p:spPr>
            <a:xfrm flipH="1">
              <a:off x="314972" y="1606642"/>
              <a:ext cx="459581" cy="142691"/>
            </a:xfrm>
            <a:custGeom>
              <a:avLst/>
              <a:gdLst/>
              <a:ahLst/>
              <a:cxnLst/>
              <a:rect l="l" t="t" r="r" b="b"/>
              <a:pathLst>
                <a:path w="1225550" h="380509" extrusionOk="0">
                  <a:moveTo>
                    <a:pt x="607632" y="380510"/>
                  </a:moveTo>
                  <a:cubicBezTo>
                    <a:pt x="862712" y="380510"/>
                    <a:pt x="1059435" y="217271"/>
                    <a:pt x="1225550" y="0"/>
                  </a:cubicBezTo>
                  <a:lnTo>
                    <a:pt x="0" y="0"/>
                  </a:lnTo>
                  <a:cubicBezTo>
                    <a:pt x="173101" y="220442"/>
                    <a:pt x="370078" y="380510"/>
                    <a:pt x="607632" y="38051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6"/>
            <p:cNvSpPr/>
            <p:nvPr/>
          </p:nvSpPr>
          <p:spPr>
            <a:xfrm flipH="1">
              <a:off x="2636739" y="1606143"/>
              <a:ext cx="506206" cy="237366"/>
            </a:xfrm>
            <a:custGeom>
              <a:avLst/>
              <a:gdLst/>
              <a:ahLst/>
              <a:cxnLst/>
              <a:rect l="l" t="t" r="r" b="b"/>
              <a:pathLst>
                <a:path w="1349883" h="632977" extrusionOk="0">
                  <a:moveTo>
                    <a:pt x="617347" y="0"/>
                  </a:moveTo>
                  <a:cubicBezTo>
                    <a:pt x="595535" y="0"/>
                    <a:pt x="577850" y="17662"/>
                    <a:pt x="577850" y="39446"/>
                  </a:cubicBezTo>
                  <a:cubicBezTo>
                    <a:pt x="577850" y="39465"/>
                    <a:pt x="577850" y="39491"/>
                    <a:pt x="577850" y="39509"/>
                  </a:cubicBezTo>
                  <a:lnTo>
                    <a:pt x="577850" y="569877"/>
                  </a:lnTo>
                  <a:cubicBezTo>
                    <a:pt x="577850" y="591661"/>
                    <a:pt x="595535" y="609323"/>
                    <a:pt x="617347" y="609323"/>
                  </a:cubicBezTo>
                  <a:cubicBezTo>
                    <a:pt x="639159" y="609323"/>
                    <a:pt x="656844" y="591661"/>
                    <a:pt x="656844" y="569877"/>
                  </a:cubicBezTo>
                  <a:lnTo>
                    <a:pt x="656844" y="39509"/>
                  </a:lnTo>
                  <a:cubicBezTo>
                    <a:pt x="656876" y="17725"/>
                    <a:pt x="639223" y="38"/>
                    <a:pt x="617411" y="0"/>
                  </a:cubicBezTo>
                  <a:cubicBezTo>
                    <a:pt x="617392" y="0"/>
                    <a:pt x="617366" y="0"/>
                    <a:pt x="617347" y="0"/>
                  </a:cubicBezTo>
                  <a:close/>
                  <a:moveTo>
                    <a:pt x="39497" y="0"/>
                  </a:moveTo>
                  <a:cubicBezTo>
                    <a:pt x="17685" y="0"/>
                    <a:pt x="0" y="17662"/>
                    <a:pt x="0" y="39446"/>
                  </a:cubicBezTo>
                  <a:cubicBezTo>
                    <a:pt x="0" y="39465"/>
                    <a:pt x="0" y="39491"/>
                    <a:pt x="0" y="39509"/>
                  </a:cubicBezTo>
                  <a:lnTo>
                    <a:pt x="0" y="69506"/>
                  </a:lnTo>
                  <a:cubicBezTo>
                    <a:pt x="0" y="91291"/>
                    <a:pt x="17685" y="108953"/>
                    <a:pt x="39497" y="108953"/>
                  </a:cubicBezTo>
                  <a:cubicBezTo>
                    <a:pt x="61309" y="108953"/>
                    <a:pt x="78994" y="91291"/>
                    <a:pt x="78994" y="69506"/>
                  </a:cubicBezTo>
                  <a:lnTo>
                    <a:pt x="78994" y="39509"/>
                  </a:lnTo>
                  <a:cubicBezTo>
                    <a:pt x="79032" y="17821"/>
                    <a:pt x="61532" y="171"/>
                    <a:pt x="39815" y="0"/>
                  </a:cubicBezTo>
                  <a:close/>
                  <a:moveTo>
                    <a:pt x="501523" y="0"/>
                  </a:moveTo>
                  <a:cubicBezTo>
                    <a:pt x="479711" y="0"/>
                    <a:pt x="462026" y="17662"/>
                    <a:pt x="462026" y="39446"/>
                  </a:cubicBezTo>
                  <a:cubicBezTo>
                    <a:pt x="462026" y="39465"/>
                    <a:pt x="462026" y="39491"/>
                    <a:pt x="462026" y="39509"/>
                  </a:cubicBezTo>
                  <a:lnTo>
                    <a:pt x="462026" y="513561"/>
                  </a:lnTo>
                  <a:cubicBezTo>
                    <a:pt x="462026" y="535345"/>
                    <a:pt x="479711" y="553007"/>
                    <a:pt x="501523" y="553007"/>
                  </a:cubicBezTo>
                  <a:cubicBezTo>
                    <a:pt x="523336" y="553007"/>
                    <a:pt x="541020" y="535345"/>
                    <a:pt x="541020" y="513561"/>
                  </a:cubicBezTo>
                  <a:lnTo>
                    <a:pt x="541020" y="39509"/>
                  </a:lnTo>
                  <a:cubicBezTo>
                    <a:pt x="541058" y="17821"/>
                    <a:pt x="523558" y="171"/>
                    <a:pt x="501841" y="0"/>
                  </a:cubicBezTo>
                  <a:close/>
                  <a:moveTo>
                    <a:pt x="386017" y="0"/>
                  </a:moveTo>
                  <a:cubicBezTo>
                    <a:pt x="364205" y="0"/>
                    <a:pt x="346520" y="17662"/>
                    <a:pt x="346520" y="39446"/>
                  </a:cubicBezTo>
                  <a:cubicBezTo>
                    <a:pt x="346520" y="39465"/>
                    <a:pt x="346520" y="39491"/>
                    <a:pt x="346520" y="39509"/>
                  </a:cubicBezTo>
                  <a:lnTo>
                    <a:pt x="346520" y="437206"/>
                  </a:lnTo>
                  <a:cubicBezTo>
                    <a:pt x="346520" y="458990"/>
                    <a:pt x="364205" y="476652"/>
                    <a:pt x="386017" y="476652"/>
                  </a:cubicBezTo>
                  <a:cubicBezTo>
                    <a:pt x="407829" y="476652"/>
                    <a:pt x="425514" y="458990"/>
                    <a:pt x="425514" y="437206"/>
                  </a:cubicBezTo>
                  <a:lnTo>
                    <a:pt x="425514" y="39509"/>
                  </a:lnTo>
                  <a:cubicBezTo>
                    <a:pt x="425552" y="17821"/>
                    <a:pt x="408051" y="171"/>
                    <a:pt x="386334" y="0"/>
                  </a:cubicBezTo>
                  <a:close/>
                  <a:moveTo>
                    <a:pt x="155004" y="0"/>
                  </a:moveTo>
                  <a:cubicBezTo>
                    <a:pt x="133191" y="0"/>
                    <a:pt x="115507" y="17662"/>
                    <a:pt x="115507" y="39446"/>
                  </a:cubicBezTo>
                  <a:cubicBezTo>
                    <a:pt x="115507" y="39465"/>
                    <a:pt x="115507" y="39491"/>
                    <a:pt x="115507" y="39509"/>
                  </a:cubicBezTo>
                  <a:lnTo>
                    <a:pt x="115507" y="171356"/>
                  </a:lnTo>
                  <a:cubicBezTo>
                    <a:pt x="115507" y="193140"/>
                    <a:pt x="133191" y="210802"/>
                    <a:pt x="155004" y="210802"/>
                  </a:cubicBezTo>
                  <a:cubicBezTo>
                    <a:pt x="176816" y="210802"/>
                    <a:pt x="194501" y="193140"/>
                    <a:pt x="194501" y="171356"/>
                  </a:cubicBezTo>
                  <a:lnTo>
                    <a:pt x="194501" y="39509"/>
                  </a:lnTo>
                  <a:cubicBezTo>
                    <a:pt x="194539" y="17821"/>
                    <a:pt x="177038" y="171"/>
                    <a:pt x="155321" y="0"/>
                  </a:cubicBezTo>
                  <a:close/>
                  <a:moveTo>
                    <a:pt x="270510" y="0"/>
                  </a:moveTo>
                  <a:cubicBezTo>
                    <a:pt x="248698" y="0"/>
                    <a:pt x="231013" y="17662"/>
                    <a:pt x="231013" y="39446"/>
                  </a:cubicBezTo>
                  <a:cubicBezTo>
                    <a:pt x="231013" y="39465"/>
                    <a:pt x="231013" y="39491"/>
                    <a:pt x="231013" y="39509"/>
                  </a:cubicBezTo>
                  <a:lnTo>
                    <a:pt x="231013" y="322355"/>
                  </a:lnTo>
                  <a:cubicBezTo>
                    <a:pt x="231013" y="344139"/>
                    <a:pt x="248698" y="361801"/>
                    <a:pt x="270510" y="361801"/>
                  </a:cubicBezTo>
                  <a:cubicBezTo>
                    <a:pt x="292322" y="361801"/>
                    <a:pt x="310007" y="344139"/>
                    <a:pt x="310007" y="322355"/>
                  </a:cubicBezTo>
                  <a:lnTo>
                    <a:pt x="310007" y="39509"/>
                  </a:lnTo>
                  <a:cubicBezTo>
                    <a:pt x="310045" y="17821"/>
                    <a:pt x="292545" y="171"/>
                    <a:pt x="270828" y="0"/>
                  </a:cubicBezTo>
                  <a:close/>
                  <a:moveTo>
                    <a:pt x="848360" y="0"/>
                  </a:moveTo>
                  <a:cubicBezTo>
                    <a:pt x="826548" y="0"/>
                    <a:pt x="808863" y="17662"/>
                    <a:pt x="808863" y="39446"/>
                  </a:cubicBezTo>
                  <a:cubicBezTo>
                    <a:pt x="808863" y="39465"/>
                    <a:pt x="808863" y="39491"/>
                    <a:pt x="808863" y="39509"/>
                  </a:cubicBezTo>
                  <a:lnTo>
                    <a:pt x="808863" y="580911"/>
                  </a:lnTo>
                  <a:cubicBezTo>
                    <a:pt x="808863" y="602696"/>
                    <a:pt x="826548" y="620358"/>
                    <a:pt x="848360" y="620358"/>
                  </a:cubicBezTo>
                  <a:cubicBezTo>
                    <a:pt x="870172" y="620358"/>
                    <a:pt x="887857" y="602696"/>
                    <a:pt x="887857" y="580911"/>
                  </a:cubicBezTo>
                  <a:lnTo>
                    <a:pt x="887857" y="39509"/>
                  </a:lnTo>
                  <a:cubicBezTo>
                    <a:pt x="887889" y="17725"/>
                    <a:pt x="870236" y="38"/>
                    <a:pt x="848424" y="0"/>
                  </a:cubicBezTo>
                  <a:cubicBezTo>
                    <a:pt x="848405" y="0"/>
                    <a:pt x="848379" y="0"/>
                    <a:pt x="848360" y="0"/>
                  </a:cubicBezTo>
                  <a:close/>
                  <a:moveTo>
                    <a:pt x="1194880" y="0"/>
                  </a:moveTo>
                  <a:cubicBezTo>
                    <a:pt x="1173068" y="0"/>
                    <a:pt x="1155383" y="17662"/>
                    <a:pt x="1155383" y="39446"/>
                  </a:cubicBezTo>
                  <a:cubicBezTo>
                    <a:pt x="1155383" y="39465"/>
                    <a:pt x="1155383" y="39491"/>
                    <a:pt x="1155383" y="39509"/>
                  </a:cubicBezTo>
                  <a:lnTo>
                    <a:pt x="1155383" y="236106"/>
                  </a:lnTo>
                  <a:cubicBezTo>
                    <a:pt x="1155383" y="257890"/>
                    <a:pt x="1173068" y="275552"/>
                    <a:pt x="1194880" y="275552"/>
                  </a:cubicBezTo>
                  <a:cubicBezTo>
                    <a:pt x="1216692" y="275552"/>
                    <a:pt x="1234377" y="257890"/>
                    <a:pt x="1234377" y="236106"/>
                  </a:cubicBezTo>
                  <a:lnTo>
                    <a:pt x="1234377" y="39509"/>
                  </a:lnTo>
                  <a:cubicBezTo>
                    <a:pt x="1234408" y="17725"/>
                    <a:pt x="1216756" y="38"/>
                    <a:pt x="1194943" y="0"/>
                  </a:cubicBezTo>
                  <a:cubicBezTo>
                    <a:pt x="1194924" y="0"/>
                    <a:pt x="1194899" y="0"/>
                    <a:pt x="1194880" y="0"/>
                  </a:cubicBezTo>
                  <a:close/>
                  <a:moveTo>
                    <a:pt x="1310386" y="0"/>
                  </a:moveTo>
                  <a:cubicBezTo>
                    <a:pt x="1288574" y="0"/>
                    <a:pt x="1270889" y="17662"/>
                    <a:pt x="1270889" y="39446"/>
                  </a:cubicBezTo>
                  <a:cubicBezTo>
                    <a:pt x="1270889" y="39465"/>
                    <a:pt x="1270889" y="39491"/>
                    <a:pt x="1270889" y="39509"/>
                  </a:cubicBezTo>
                  <a:lnTo>
                    <a:pt x="1270889" y="71219"/>
                  </a:lnTo>
                  <a:cubicBezTo>
                    <a:pt x="1270889" y="93003"/>
                    <a:pt x="1288574" y="110665"/>
                    <a:pt x="1310386" y="110665"/>
                  </a:cubicBezTo>
                  <a:cubicBezTo>
                    <a:pt x="1332199" y="110665"/>
                    <a:pt x="1349883" y="93003"/>
                    <a:pt x="1349883" y="71219"/>
                  </a:cubicBezTo>
                  <a:lnTo>
                    <a:pt x="1349883" y="39509"/>
                  </a:lnTo>
                  <a:cubicBezTo>
                    <a:pt x="1349915" y="17725"/>
                    <a:pt x="1332262" y="38"/>
                    <a:pt x="1310450" y="0"/>
                  </a:cubicBezTo>
                  <a:cubicBezTo>
                    <a:pt x="1310431" y="0"/>
                    <a:pt x="1310405" y="0"/>
                    <a:pt x="1310386" y="0"/>
                  </a:cubicBezTo>
                  <a:close/>
                  <a:moveTo>
                    <a:pt x="732536" y="0"/>
                  </a:moveTo>
                  <a:cubicBezTo>
                    <a:pt x="710724" y="0"/>
                    <a:pt x="693039" y="17662"/>
                    <a:pt x="693039" y="39446"/>
                  </a:cubicBezTo>
                  <a:cubicBezTo>
                    <a:pt x="693039" y="39465"/>
                    <a:pt x="693039" y="39491"/>
                    <a:pt x="693039" y="39509"/>
                  </a:cubicBezTo>
                  <a:lnTo>
                    <a:pt x="693039" y="593532"/>
                  </a:lnTo>
                  <a:cubicBezTo>
                    <a:pt x="693039" y="615316"/>
                    <a:pt x="710724" y="632978"/>
                    <a:pt x="732536" y="632978"/>
                  </a:cubicBezTo>
                  <a:cubicBezTo>
                    <a:pt x="754349" y="632978"/>
                    <a:pt x="772033" y="615316"/>
                    <a:pt x="772033" y="593532"/>
                  </a:cubicBezTo>
                  <a:lnTo>
                    <a:pt x="772033" y="39509"/>
                  </a:lnTo>
                  <a:cubicBezTo>
                    <a:pt x="772072" y="17821"/>
                    <a:pt x="754571" y="171"/>
                    <a:pt x="732854" y="0"/>
                  </a:cubicBezTo>
                  <a:close/>
                  <a:moveTo>
                    <a:pt x="1079056" y="0"/>
                  </a:moveTo>
                  <a:cubicBezTo>
                    <a:pt x="1057244" y="0"/>
                    <a:pt x="1039559" y="17662"/>
                    <a:pt x="1039559" y="39446"/>
                  </a:cubicBezTo>
                  <a:cubicBezTo>
                    <a:pt x="1039559" y="39465"/>
                    <a:pt x="1039559" y="39491"/>
                    <a:pt x="1039559" y="39509"/>
                  </a:cubicBezTo>
                  <a:lnTo>
                    <a:pt x="1039559" y="411141"/>
                  </a:lnTo>
                  <a:cubicBezTo>
                    <a:pt x="1039559" y="432925"/>
                    <a:pt x="1057244" y="450587"/>
                    <a:pt x="1079056" y="450587"/>
                  </a:cubicBezTo>
                  <a:cubicBezTo>
                    <a:pt x="1100868" y="450587"/>
                    <a:pt x="1118553" y="432925"/>
                    <a:pt x="1118553" y="411141"/>
                  </a:cubicBezTo>
                  <a:lnTo>
                    <a:pt x="1118553" y="39509"/>
                  </a:lnTo>
                  <a:cubicBezTo>
                    <a:pt x="1118591" y="17821"/>
                    <a:pt x="1101090" y="171"/>
                    <a:pt x="1079373" y="0"/>
                  </a:cubicBezTo>
                  <a:close/>
                  <a:moveTo>
                    <a:pt x="963549" y="0"/>
                  </a:moveTo>
                  <a:lnTo>
                    <a:pt x="963549" y="0"/>
                  </a:lnTo>
                  <a:cubicBezTo>
                    <a:pt x="941737" y="0"/>
                    <a:pt x="924052" y="17662"/>
                    <a:pt x="924052" y="39446"/>
                  </a:cubicBezTo>
                  <a:cubicBezTo>
                    <a:pt x="924052" y="39465"/>
                    <a:pt x="924052" y="39491"/>
                    <a:pt x="924052" y="39509"/>
                  </a:cubicBezTo>
                  <a:lnTo>
                    <a:pt x="924052" y="524913"/>
                  </a:lnTo>
                  <a:cubicBezTo>
                    <a:pt x="924014" y="546697"/>
                    <a:pt x="941674" y="564391"/>
                    <a:pt x="963486" y="564423"/>
                  </a:cubicBezTo>
                  <a:cubicBezTo>
                    <a:pt x="963594" y="564423"/>
                    <a:pt x="963695" y="564423"/>
                    <a:pt x="963803" y="564423"/>
                  </a:cubicBezTo>
                  <a:lnTo>
                    <a:pt x="963803" y="564423"/>
                  </a:lnTo>
                  <a:cubicBezTo>
                    <a:pt x="985615" y="564423"/>
                    <a:pt x="1003300" y="546761"/>
                    <a:pt x="1003300" y="524977"/>
                  </a:cubicBezTo>
                  <a:cubicBezTo>
                    <a:pt x="1003300" y="524957"/>
                    <a:pt x="1003300" y="524932"/>
                    <a:pt x="1003300" y="524913"/>
                  </a:cubicBezTo>
                  <a:lnTo>
                    <a:pt x="1003300" y="39509"/>
                  </a:lnTo>
                  <a:cubicBezTo>
                    <a:pt x="1003332" y="17725"/>
                    <a:pt x="985679" y="38"/>
                    <a:pt x="963867" y="0"/>
                  </a:cubicBezTo>
                  <a:cubicBezTo>
                    <a:pt x="963848" y="0"/>
                    <a:pt x="963822" y="0"/>
                    <a:pt x="963803" y="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6"/>
            <p:cNvSpPr/>
            <p:nvPr/>
          </p:nvSpPr>
          <p:spPr>
            <a:xfrm flipH="1">
              <a:off x="3650389" y="1606595"/>
              <a:ext cx="693848" cy="513616"/>
            </a:xfrm>
            <a:custGeom>
              <a:avLst/>
              <a:gdLst/>
              <a:ahLst/>
              <a:cxnLst/>
              <a:rect l="l" t="t" r="r" b="b"/>
              <a:pathLst>
                <a:path w="1850262" h="1369644" extrusionOk="0">
                  <a:moveTo>
                    <a:pt x="750570" y="896291"/>
                  </a:moveTo>
                  <a:cubicBezTo>
                    <a:pt x="720268" y="896291"/>
                    <a:pt x="695706" y="920821"/>
                    <a:pt x="695706" y="951084"/>
                  </a:cubicBezTo>
                  <a:cubicBezTo>
                    <a:pt x="695706" y="981347"/>
                    <a:pt x="720268" y="1005877"/>
                    <a:pt x="750570" y="1005877"/>
                  </a:cubicBezTo>
                  <a:cubicBezTo>
                    <a:pt x="780872" y="1005877"/>
                    <a:pt x="805434" y="981347"/>
                    <a:pt x="805434" y="951084"/>
                  </a:cubicBezTo>
                  <a:cubicBezTo>
                    <a:pt x="805434" y="920821"/>
                    <a:pt x="780872" y="896291"/>
                    <a:pt x="750570" y="896291"/>
                  </a:cubicBezTo>
                  <a:close/>
                  <a:moveTo>
                    <a:pt x="750570" y="1261643"/>
                  </a:moveTo>
                  <a:cubicBezTo>
                    <a:pt x="720268" y="1261643"/>
                    <a:pt x="695706" y="1286173"/>
                    <a:pt x="695706" y="1316437"/>
                  </a:cubicBezTo>
                  <a:cubicBezTo>
                    <a:pt x="695700" y="1325842"/>
                    <a:pt x="698151" y="1335088"/>
                    <a:pt x="702818" y="1343263"/>
                  </a:cubicBezTo>
                  <a:cubicBezTo>
                    <a:pt x="722274" y="1353473"/>
                    <a:pt x="742436" y="1362294"/>
                    <a:pt x="763143" y="1369645"/>
                  </a:cubicBezTo>
                  <a:cubicBezTo>
                    <a:pt x="792499" y="1362288"/>
                    <a:pt x="810324" y="1332558"/>
                    <a:pt x="802964" y="1303239"/>
                  </a:cubicBezTo>
                  <a:cubicBezTo>
                    <a:pt x="796906" y="1279128"/>
                    <a:pt x="775335" y="1262119"/>
                    <a:pt x="750443" y="1261833"/>
                  </a:cubicBezTo>
                  <a:close/>
                  <a:moveTo>
                    <a:pt x="527939" y="127"/>
                  </a:moveTo>
                  <a:cubicBezTo>
                    <a:pt x="507054" y="22050"/>
                    <a:pt x="507924" y="56734"/>
                    <a:pt x="529876" y="77592"/>
                  </a:cubicBezTo>
                  <a:cubicBezTo>
                    <a:pt x="551828" y="98450"/>
                    <a:pt x="586556" y="97582"/>
                    <a:pt x="607441" y="75658"/>
                  </a:cubicBezTo>
                  <a:cubicBezTo>
                    <a:pt x="627590" y="54502"/>
                    <a:pt x="627590" y="21283"/>
                    <a:pt x="607441" y="127"/>
                  </a:cubicBezTo>
                  <a:close/>
                  <a:moveTo>
                    <a:pt x="567690" y="348357"/>
                  </a:moveTo>
                  <a:cubicBezTo>
                    <a:pt x="537388" y="348357"/>
                    <a:pt x="512826" y="372887"/>
                    <a:pt x="512826" y="403150"/>
                  </a:cubicBezTo>
                  <a:cubicBezTo>
                    <a:pt x="512731" y="405008"/>
                    <a:pt x="512731" y="406873"/>
                    <a:pt x="512826" y="408731"/>
                  </a:cubicBezTo>
                  <a:cubicBezTo>
                    <a:pt x="515912" y="438835"/>
                    <a:pt x="542855" y="460740"/>
                    <a:pt x="572999" y="457652"/>
                  </a:cubicBezTo>
                  <a:cubicBezTo>
                    <a:pt x="598875" y="455007"/>
                    <a:pt x="619328" y="434574"/>
                    <a:pt x="621983" y="408731"/>
                  </a:cubicBezTo>
                  <a:cubicBezTo>
                    <a:pt x="622186" y="406879"/>
                    <a:pt x="622294" y="405014"/>
                    <a:pt x="622300" y="403150"/>
                  </a:cubicBezTo>
                  <a:cubicBezTo>
                    <a:pt x="622300" y="372988"/>
                    <a:pt x="597891" y="348496"/>
                    <a:pt x="567690" y="348357"/>
                  </a:cubicBezTo>
                  <a:close/>
                  <a:moveTo>
                    <a:pt x="750570" y="165712"/>
                  </a:moveTo>
                  <a:cubicBezTo>
                    <a:pt x="720268" y="165712"/>
                    <a:pt x="695706" y="190242"/>
                    <a:pt x="695706" y="220505"/>
                  </a:cubicBezTo>
                  <a:cubicBezTo>
                    <a:pt x="695706" y="250769"/>
                    <a:pt x="720268" y="275299"/>
                    <a:pt x="750570" y="275299"/>
                  </a:cubicBezTo>
                  <a:cubicBezTo>
                    <a:pt x="780872" y="275299"/>
                    <a:pt x="805434" y="250769"/>
                    <a:pt x="805434" y="220505"/>
                  </a:cubicBezTo>
                  <a:cubicBezTo>
                    <a:pt x="805434" y="220486"/>
                    <a:pt x="805434" y="220461"/>
                    <a:pt x="805434" y="220442"/>
                  </a:cubicBezTo>
                  <a:cubicBezTo>
                    <a:pt x="805472" y="190179"/>
                    <a:pt x="780936" y="165623"/>
                    <a:pt x="750634" y="165585"/>
                  </a:cubicBezTo>
                  <a:cubicBezTo>
                    <a:pt x="750615" y="165585"/>
                    <a:pt x="750589" y="165585"/>
                    <a:pt x="750570" y="165585"/>
                  </a:cubicBezTo>
                  <a:close/>
                  <a:moveTo>
                    <a:pt x="933450" y="1078935"/>
                  </a:moveTo>
                  <a:cubicBezTo>
                    <a:pt x="931583" y="1078942"/>
                    <a:pt x="929716" y="1079049"/>
                    <a:pt x="927862" y="1079252"/>
                  </a:cubicBezTo>
                  <a:cubicBezTo>
                    <a:pt x="899884" y="1082112"/>
                    <a:pt x="878605" y="1105641"/>
                    <a:pt x="878586" y="1133729"/>
                  </a:cubicBezTo>
                  <a:cubicBezTo>
                    <a:pt x="878491" y="1135587"/>
                    <a:pt x="878491" y="1137451"/>
                    <a:pt x="878586" y="1139309"/>
                  </a:cubicBezTo>
                  <a:cubicBezTo>
                    <a:pt x="881272" y="1165159"/>
                    <a:pt x="901725" y="1185586"/>
                    <a:pt x="927608" y="1188268"/>
                  </a:cubicBezTo>
                  <a:cubicBezTo>
                    <a:pt x="929462" y="1188471"/>
                    <a:pt x="931329" y="1188579"/>
                    <a:pt x="933196" y="1188585"/>
                  </a:cubicBezTo>
                  <a:cubicBezTo>
                    <a:pt x="961333" y="1188535"/>
                    <a:pt x="984879" y="1167264"/>
                    <a:pt x="987743" y="1139309"/>
                  </a:cubicBezTo>
                  <a:cubicBezTo>
                    <a:pt x="987838" y="1137451"/>
                    <a:pt x="987838" y="1135587"/>
                    <a:pt x="987743" y="1133729"/>
                  </a:cubicBezTo>
                  <a:cubicBezTo>
                    <a:pt x="987812" y="1103637"/>
                    <a:pt x="963574" y="1079119"/>
                    <a:pt x="933450" y="1078808"/>
                  </a:cubicBezTo>
                  <a:close/>
                  <a:moveTo>
                    <a:pt x="750570" y="531001"/>
                  </a:moveTo>
                  <a:cubicBezTo>
                    <a:pt x="720268" y="531001"/>
                    <a:pt x="695706" y="555531"/>
                    <a:pt x="695706" y="585795"/>
                  </a:cubicBezTo>
                  <a:cubicBezTo>
                    <a:pt x="695706" y="616058"/>
                    <a:pt x="720268" y="640588"/>
                    <a:pt x="750570" y="640588"/>
                  </a:cubicBezTo>
                  <a:cubicBezTo>
                    <a:pt x="780872" y="640588"/>
                    <a:pt x="805434" y="616058"/>
                    <a:pt x="805434" y="585795"/>
                  </a:cubicBezTo>
                  <a:cubicBezTo>
                    <a:pt x="805434" y="555531"/>
                    <a:pt x="780872" y="531001"/>
                    <a:pt x="750570" y="531001"/>
                  </a:cubicBezTo>
                  <a:close/>
                  <a:moveTo>
                    <a:pt x="567690" y="713646"/>
                  </a:moveTo>
                  <a:cubicBezTo>
                    <a:pt x="537388" y="713646"/>
                    <a:pt x="512826" y="738176"/>
                    <a:pt x="512826" y="768439"/>
                  </a:cubicBezTo>
                  <a:cubicBezTo>
                    <a:pt x="512826" y="798702"/>
                    <a:pt x="537388" y="823233"/>
                    <a:pt x="567690" y="823233"/>
                  </a:cubicBezTo>
                  <a:cubicBezTo>
                    <a:pt x="597992" y="823233"/>
                    <a:pt x="622554" y="798702"/>
                    <a:pt x="622554" y="768439"/>
                  </a:cubicBezTo>
                  <a:cubicBezTo>
                    <a:pt x="622554" y="738176"/>
                    <a:pt x="597992" y="713646"/>
                    <a:pt x="567690" y="713646"/>
                  </a:cubicBezTo>
                  <a:close/>
                  <a:moveTo>
                    <a:pt x="384810" y="896291"/>
                  </a:moveTo>
                  <a:cubicBezTo>
                    <a:pt x="367494" y="896291"/>
                    <a:pt x="351193" y="904478"/>
                    <a:pt x="340868" y="918360"/>
                  </a:cubicBezTo>
                  <a:cubicBezTo>
                    <a:pt x="356699" y="948376"/>
                    <a:pt x="372872" y="977466"/>
                    <a:pt x="389382" y="1005624"/>
                  </a:cubicBezTo>
                  <a:cubicBezTo>
                    <a:pt x="419583" y="1003639"/>
                    <a:pt x="442455" y="977580"/>
                    <a:pt x="440461" y="947418"/>
                  </a:cubicBezTo>
                  <a:cubicBezTo>
                    <a:pt x="438544" y="918271"/>
                    <a:pt x="414052" y="895770"/>
                    <a:pt x="384810" y="896291"/>
                  </a:cubicBezTo>
                  <a:close/>
                  <a:moveTo>
                    <a:pt x="201930" y="348357"/>
                  </a:moveTo>
                  <a:cubicBezTo>
                    <a:pt x="171628" y="348357"/>
                    <a:pt x="147066" y="372887"/>
                    <a:pt x="147066" y="403150"/>
                  </a:cubicBezTo>
                  <a:cubicBezTo>
                    <a:pt x="146971" y="405008"/>
                    <a:pt x="146971" y="406873"/>
                    <a:pt x="147066" y="408731"/>
                  </a:cubicBezTo>
                  <a:cubicBezTo>
                    <a:pt x="150152" y="438835"/>
                    <a:pt x="177095" y="460740"/>
                    <a:pt x="207239" y="457652"/>
                  </a:cubicBezTo>
                  <a:cubicBezTo>
                    <a:pt x="233115" y="455007"/>
                    <a:pt x="253568" y="434574"/>
                    <a:pt x="256222" y="408731"/>
                  </a:cubicBezTo>
                  <a:cubicBezTo>
                    <a:pt x="256426" y="406879"/>
                    <a:pt x="256534" y="405014"/>
                    <a:pt x="256540" y="403150"/>
                  </a:cubicBezTo>
                  <a:cubicBezTo>
                    <a:pt x="256540" y="372988"/>
                    <a:pt x="232131" y="348496"/>
                    <a:pt x="201930" y="348357"/>
                  </a:cubicBezTo>
                  <a:close/>
                  <a:moveTo>
                    <a:pt x="19050" y="165585"/>
                  </a:moveTo>
                  <a:cubicBezTo>
                    <a:pt x="12548" y="165591"/>
                    <a:pt x="6098" y="166752"/>
                    <a:pt x="0" y="169010"/>
                  </a:cubicBezTo>
                  <a:cubicBezTo>
                    <a:pt x="15791" y="201226"/>
                    <a:pt x="31350" y="234077"/>
                    <a:pt x="46672" y="267562"/>
                  </a:cubicBezTo>
                  <a:cubicBezTo>
                    <a:pt x="72803" y="252303"/>
                    <a:pt x="81597" y="218787"/>
                    <a:pt x="66319" y="192690"/>
                  </a:cubicBezTo>
                  <a:cubicBezTo>
                    <a:pt x="56496" y="175916"/>
                    <a:pt x="38506" y="165598"/>
                    <a:pt x="19050" y="165585"/>
                  </a:cubicBezTo>
                  <a:close/>
                  <a:moveTo>
                    <a:pt x="162179" y="0"/>
                  </a:moveTo>
                  <a:cubicBezTo>
                    <a:pt x="141294" y="21924"/>
                    <a:pt x="142164" y="56607"/>
                    <a:pt x="164116" y="77465"/>
                  </a:cubicBezTo>
                  <a:cubicBezTo>
                    <a:pt x="186068" y="98324"/>
                    <a:pt x="220796" y="97455"/>
                    <a:pt x="241681" y="75531"/>
                  </a:cubicBezTo>
                  <a:cubicBezTo>
                    <a:pt x="261830" y="54375"/>
                    <a:pt x="261830" y="21156"/>
                    <a:pt x="241681" y="0"/>
                  </a:cubicBezTo>
                  <a:close/>
                  <a:moveTo>
                    <a:pt x="567690" y="1078808"/>
                  </a:moveTo>
                  <a:cubicBezTo>
                    <a:pt x="537388" y="1078808"/>
                    <a:pt x="512826" y="1103339"/>
                    <a:pt x="512826" y="1133602"/>
                  </a:cubicBezTo>
                  <a:cubicBezTo>
                    <a:pt x="512731" y="1135460"/>
                    <a:pt x="512731" y="1137324"/>
                    <a:pt x="512826" y="1139182"/>
                  </a:cubicBezTo>
                  <a:cubicBezTo>
                    <a:pt x="515912" y="1169287"/>
                    <a:pt x="542855" y="1191192"/>
                    <a:pt x="572999" y="1188103"/>
                  </a:cubicBezTo>
                  <a:cubicBezTo>
                    <a:pt x="598875" y="1185459"/>
                    <a:pt x="619328" y="1165026"/>
                    <a:pt x="621983" y="1139182"/>
                  </a:cubicBezTo>
                  <a:cubicBezTo>
                    <a:pt x="622186" y="1137331"/>
                    <a:pt x="622294" y="1135466"/>
                    <a:pt x="622300" y="1133602"/>
                  </a:cubicBezTo>
                  <a:cubicBezTo>
                    <a:pt x="622300" y="1103440"/>
                    <a:pt x="597891" y="1078948"/>
                    <a:pt x="567690" y="1078808"/>
                  </a:cubicBezTo>
                  <a:close/>
                  <a:moveTo>
                    <a:pt x="384810" y="165585"/>
                  </a:moveTo>
                  <a:cubicBezTo>
                    <a:pt x="354508" y="165585"/>
                    <a:pt x="329946" y="190115"/>
                    <a:pt x="329946" y="220379"/>
                  </a:cubicBezTo>
                  <a:cubicBezTo>
                    <a:pt x="329946" y="250642"/>
                    <a:pt x="354508" y="275172"/>
                    <a:pt x="384810" y="275172"/>
                  </a:cubicBezTo>
                  <a:cubicBezTo>
                    <a:pt x="415112" y="275172"/>
                    <a:pt x="439674" y="250642"/>
                    <a:pt x="439674" y="220379"/>
                  </a:cubicBezTo>
                  <a:cubicBezTo>
                    <a:pt x="439674" y="220359"/>
                    <a:pt x="439674" y="220334"/>
                    <a:pt x="439674" y="220315"/>
                  </a:cubicBezTo>
                  <a:cubicBezTo>
                    <a:pt x="439674" y="190090"/>
                    <a:pt x="415138" y="165585"/>
                    <a:pt x="384874" y="165585"/>
                  </a:cubicBezTo>
                  <a:cubicBezTo>
                    <a:pt x="384854" y="165585"/>
                    <a:pt x="384829" y="165585"/>
                    <a:pt x="384810" y="165585"/>
                  </a:cubicBezTo>
                  <a:close/>
                  <a:moveTo>
                    <a:pt x="933450" y="713519"/>
                  </a:moveTo>
                  <a:cubicBezTo>
                    <a:pt x="931590" y="713424"/>
                    <a:pt x="929723" y="713424"/>
                    <a:pt x="927862" y="713519"/>
                  </a:cubicBezTo>
                  <a:cubicBezTo>
                    <a:pt x="897700" y="716772"/>
                    <a:pt x="875894" y="743827"/>
                    <a:pt x="879151" y="773950"/>
                  </a:cubicBezTo>
                  <a:cubicBezTo>
                    <a:pt x="881920" y="799584"/>
                    <a:pt x="902195" y="819827"/>
                    <a:pt x="927862" y="822599"/>
                  </a:cubicBezTo>
                  <a:cubicBezTo>
                    <a:pt x="929704" y="822599"/>
                    <a:pt x="931545" y="822599"/>
                    <a:pt x="933450" y="822599"/>
                  </a:cubicBezTo>
                  <a:cubicBezTo>
                    <a:pt x="963752" y="822599"/>
                    <a:pt x="988314" y="798068"/>
                    <a:pt x="988314" y="767805"/>
                  </a:cubicBezTo>
                  <a:cubicBezTo>
                    <a:pt x="988314" y="737542"/>
                    <a:pt x="963752" y="713012"/>
                    <a:pt x="933450" y="713012"/>
                  </a:cubicBezTo>
                  <a:close/>
                  <a:moveTo>
                    <a:pt x="384810" y="530874"/>
                  </a:moveTo>
                  <a:cubicBezTo>
                    <a:pt x="354508" y="530874"/>
                    <a:pt x="329946" y="555404"/>
                    <a:pt x="329946" y="585668"/>
                  </a:cubicBezTo>
                  <a:cubicBezTo>
                    <a:pt x="329946" y="615931"/>
                    <a:pt x="354508" y="640461"/>
                    <a:pt x="384810" y="640461"/>
                  </a:cubicBezTo>
                  <a:cubicBezTo>
                    <a:pt x="415112" y="640461"/>
                    <a:pt x="439674" y="615931"/>
                    <a:pt x="439674" y="585668"/>
                  </a:cubicBezTo>
                  <a:cubicBezTo>
                    <a:pt x="439604" y="555455"/>
                    <a:pt x="415061" y="531001"/>
                    <a:pt x="384810" y="531001"/>
                  </a:cubicBezTo>
                  <a:close/>
                  <a:moveTo>
                    <a:pt x="1847850" y="165585"/>
                  </a:moveTo>
                  <a:cubicBezTo>
                    <a:pt x="1817586" y="165420"/>
                    <a:pt x="1792916" y="189786"/>
                    <a:pt x="1792745" y="220011"/>
                  </a:cubicBezTo>
                  <a:cubicBezTo>
                    <a:pt x="1792662" y="235485"/>
                    <a:pt x="1799139" y="250274"/>
                    <a:pt x="1810576" y="260712"/>
                  </a:cubicBezTo>
                  <a:cubicBezTo>
                    <a:pt x="1823911" y="229048"/>
                    <a:pt x="1837138" y="197440"/>
                    <a:pt x="1850263" y="165902"/>
                  </a:cubicBezTo>
                  <a:close/>
                  <a:moveTo>
                    <a:pt x="1427226" y="951084"/>
                  </a:moveTo>
                  <a:cubicBezTo>
                    <a:pt x="1427232" y="966767"/>
                    <a:pt x="1433982" y="981690"/>
                    <a:pt x="1445768" y="992052"/>
                  </a:cubicBezTo>
                  <a:cubicBezTo>
                    <a:pt x="1464818" y="962563"/>
                    <a:pt x="1483868" y="931868"/>
                    <a:pt x="1502346" y="900222"/>
                  </a:cubicBezTo>
                  <a:cubicBezTo>
                    <a:pt x="1474292" y="888978"/>
                    <a:pt x="1442422" y="902582"/>
                    <a:pt x="1431163" y="930600"/>
                  </a:cubicBezTo>
                  <a:cubicBezTo>
                    <a:pt x="1428560" y="937075"/>
                    <a:pt x="1427226" y="943981"/>
                    <a:pt x="1427226" y="950957"/>
                  </a:cubicBezTo>
                  <a:close/>
                  <a:moveTo>
                    <a:pt x="1482090" y="531001"/>
                  </a:moveTo>
                  <a:cubicBezTo>
                    <a:pt x="1451788" y="531001"/>
                    <a:pt x="1427226" y="555531"/>
                    <a:pt x="1427226" y="585795"/>
                  </a:cubicBezTo>
                  <a:cubicBezTo>
                    <a:pt x="1427226" y="616058"/>
                    <a:pt x="1451788" y="640588"/>
                    <a:pt x="1482090" y="640588"/>
                  </a:cubicBezTo>
                  <a:cubicBezTo>
                    <a:pt x="1512392" y="640588"/>
                    <a:pt x="1536954" y="616058"/>
                    <a:pt x="1536954" y="585795"/>
                  </a:cubicBezTo>
                  <a:cubicBezTo>
                    <a:pt x="1536954" y="555531"/>
                    <a:pt x="1512392" y="531001"/>
                    <a:pt x="1482090" y="531001"/>
                  </a:cubicBezTo>
                  <a:close/>
                  <a:moveTo>
                    <a:pt x="1259459" y="127"/>
                  </a:moveTo>
                  <a:cubicBezTo>
                    <a:pt x="1238574" y="22050"/>
                    <a:pt x="1239444" y="56734"/>
                    <a:pt x="1261396" y="77592"/>
                  </a:cubicBezTo>
                  <a:cubicBezTo>
                    <a:pt x="1283348" y="98450"/>
                    <a:pt x="1318076" y="97582"/>
                    <a:pt x="1338961" y="75658"/>
                  </a:cubicBezTo>
                  <a:cubicBezTo>
                    <a:pt x="1359110" y="54502"/>
                    <a:pt x="1359110" y="21283"/>
                    <a:pt x="1338961" y="127"/>
                  </a:cubicBezTo>
                  <a:close/>
                  <a:moveTo>
                    <a:pt x="1482090" y="165585"/>
                  </a:moveTo>
                  <a:cubicBezTo>
                    <a:pt x="1451788" y="165585"/>
                    <a:pt x="1427226" y="190115"/>
                    <a:pt x="1427226" y="220379"/>
                  </a:cubicBezTo>
                  <a:cubicBezTo>
                    <a:pt x="1427226" y="250642"/>
                    <a:pt x="1451788" y="275172"/>
                    <a:pt x="1482090" y="275172"/>
                  </a:cubicBezTo>
                  <a:cubicBezTo>
                    <a:pt x="1512392" y="275172"/>
                    <a:pt x="1536954" y="250642"/>
                    <a:pt x="1536954" y="220379"/>
                  </a:cubicBezTo>
                  <a:cubicBezTo>
                    <a:pt x="1536954" y="220359"/>
                    <a:pt x="1536954" y="220334"/>
                    <a:pt x="1536954" y="220315"/>
                  </a:cubicBezTo>
                  <a:cubicBezTo>
                    <a:pt x="1536922" y="190077"/>
                    <a:pt x="1512367" y="165585"/>
                    <a:pt x="1482090" y="165585"/>
                  </a:cubicBezTo>
                  <a:close/>
                  <a:moveTo>
                    <a:pt x="1625219" y="0"/>
                  </a:moveTo>
                  <a:cubicBezTo>
                    <a:pt x="1604334" y="21924"/>
                    <a:pt x="1605204" y="56607"/>
                    <a:pt x="1627156" y="77465"/>
                  </a:cubicBezTo>
                  <a:cubicBezTo>
                    <a:pt x="1649108" y="98324"/>
                    <a:pt x="1683836" y="97455"/>
                    <a:pt x="1704721" y="75531"/>
                  </a:cubicBezTo>
                  <a:cubicBezTo>
                    <a:pt x="1724870" y="54375"/>
                    <a:pt x="1724870" y="21156"/>
                    <a:pt x="1704721" y="0"/>
                  </a:cubicBezTo>
                  <a:close/>
                  <a:moveTo>
                    <a:pt x="1299210" y="348230"/>
                  </a:moveTo>
                  <a:cubicBezTo>
                    <a:pt x="1268908" y="348230"/>
                    <a:pt x="1244346" y="372760"/>
                    <a:pt x="1244346" y="403023"/>
                  </a:cubicBezTo>
                  <a:cubicBezTo>
                    <a:pt x="1244251" y="404881"/>
                    <a:pt x="1244251" y="406746"/>
                    <a:pt x="1244346" y="408604"/>
                  </a:cubicBezTo>
                  <a:cubicBezTo>
                    <a:pt x="1247604" y="438728"/>
                    <a:pt x="1274693" y="460505"/>
                    <a:pt x="1304855" y="457252"/>
                  </a:cubicBezTo>
                  <a:cubicBezTo>
                    <a:pt x="1330522" y="454487"/>
                    <a:pt x="1350791" y="434238"/>
                    <a:pt x="1353566" y="408604"/>
                  </a:cubicBezTo>
                  <a:cubicBezTo>
                    <a:pt x="1353566" y="406765"/>
                    <a:pt x="1353566" y="404926"/>
                    <a:pt x="1353566" y="403023"/>
                  </a:cubicBezTo>
                  <a:cubicBezTo>
                    <a:pt x="1353496" y="373007"/>
                    <a:pt x="1329265" y="348636"/>
                    <a:pt x="1299210" y="348357"/>
                  </a:cubicBezTo>
                  <a:close/>
                  <a:moveTo>
                    <a:pt x="1664970" y="348230"/>
                  </a:moveTo>
                  <a:cubicBezTo>
                    <a:pt x="1634668" y="348230"/>
                    <a:pt x="1610106" y="372760"/>
                    <a:pt x="1610106" y="403023"/>
                  </a:cubicBezTo>
                  <a:cubicBezTo>
                    <a:pt x="1610106" y="404926"/>
                    <a:pt x="1610106" y="406765"/>
                    <a:pt x="1610106" y="408604"/>
                  </a:cubicBezTo>
                  <a:cubicBezTo>
                    <a:pt x="1613192" y="438708"/>
                    <a:pt x="1640135" y="460613"/>
                    <a:pt x="1670279" y="457525"/>
                  </a:cubicBezTo>
                  <a:cubicBezTo>
                    <a:pt x="1696155" y="454880"/>
                    <a:pt x="1716608" y="434447"/>
                    <a:pt x="1719263" y="408604"/>
                  </a:cubicBezTo>
                  <a:cubicBezTo>
                    <a:pt x="1719466" y="406752"/>
                    <a:pt x="1719574" y="404888"/>
                    <a:pt x="1719580" y="403023"/>
                  </a:cubicBezTo>
                  <a:cubicBezTo>
                    <a:pt x="1719510" y="372912"/>
                    <a:pt x="1695120" y="348496"/>
                    <a:pt x="1664970" y="348357"/>
                  </a:cubicBezTo>
                  <a:close/>
                  <a:moveTo>
                    <a:pt x="1299210" y="713519"/>
                  </a:moveTo>
                  <a:cubicBezTo>
                    <a:pt x="1268908" y="713519"/>
                    <a:pt x="1244346" y="738049"/>
                    <a:pt x="1244346" y="768312"/>
                  </a:cubicBezTo>
                  <a:cubicBezTo>
                    <a:pt x="1244346" y="798576"/>
                    <a:pt x="1268908" y="823106"/>
                    <a:pt x="1299210" y="823106"/>
                  </a:cubicBezTo>
                  <a:cubicBezTo>
                    <a:pt x="1329512" y="823106"/>
                    <a:pt x="1354074" y="798576"/>
                    <a:pt x="1354074" y="768312"/>
                  </a:cubicBezTo>
                  <a:cubicBezTo>
                    <a:pt x="1354004" y="738100"/>
                    <a:pt x="1329462" y="713646"/>
                    <a:pt x="1299210" y="713646"/>
                  </a:cubicBezTo>
                  <a:close/>
                  <a:moveTo>
                    <a:pt x="1116330" y="1261516"/>
                  </a:moveTo>
                  <a:cubicBezTo>
                    <a:pt x="1086066" y="1261478"/>
                    <a:pt x="1061498" y="1285951"/>
                    <a:pt x="1061466" y="1316183"/>
                  </a:cubicBezTo>
                  <a:cubicBezTo>
                    <a:pt x="1061447" y="1331936"/>
                    <a:pt x="1068229" y="1346934"/>
                    <a:pt x="1080071" y="1357342"/>
                  </a:cubicBezTo>
                  <a:cubicBezTo>
                    <a:pt x="1111701" y="1342628"/>
                    <a:pt x="1141838" y="1324897"/>
                    <a:pt x="1170051" y="1304387"/>
                  </a:cubicBezTo>
                  <a:cubicBezTo>
                    <a:pt x="1164438" y="1279293"/>
                    <a:pt x="1142073" y="1261504"/>
                    <a:pt x="1116330" y="1261643"/>
                  </a:cubicBezTo>
                  <a:close/>
                  <a:moveTo>
                    <a:pt x="933450" y="348293"/>
                  </a:moveTo>
                  <a:cubicBezTo>
                    <a:pt x="931590" y="348198"/>
                    <a:pt x="929723" y="348198"/>
                    <a:pt x="927862" y="348293"/>
                  </a:cubicBezTo>
                  <a:cubicBezTo>
                    <a:pt x="899859" y="351160"/>
                    <a:pt x="878567" y="374719"/>
                    <a:pt x="878586" y="402833"/>
                  </a:cubicBezTo>
                  <a:cubicBezTo>
                    <a:pt x="878491" y="404691"/>
                    <a:pt x="878491" y="406556"/>
                    <a:pt x="878586" y="408414"/>
                  </a:cubicBezTo>
                  <a:cubicBezTo>
                    <a:pt x="881297" y="434250"/>
                    <a:pt x="901738" y="454665"/>
                    <a:pt x="927608" y="457373"/>
                  </a:cubicBezTo>
                  <a:cubicBezTo>
                    <a:pt x="929469" y="457468"/>
                    <a:pt x="931335" y="457468"/>
                    <a:pt x="933196" y="457373"/>
                  </a:cubicBezTo>
                  <a:cubicBezTo>
                    <a:pt x="961320" y="457353"/>
                    <a:pt x="984879" y="436102"/>
                    <a:pt x="987743" y="408160"/>
                  </a:cubicBezTo>
                  <a:cubicBezTo>
                    <a:pt x="987838" y="406302"/>
                    <a:pt x="987838" y="404437"/>
                    <a:pt x="987743" y="402579"/>
                  </a:cubicBezTo>
                  <a:cubicBezTo>
                    <a:pt x="987431" y="372760"/>
                    <a:pt x="963308" y="348667"/>
                    <a:pt x="933450" y="348357"/>
                  </a:cubicBezTo>
                  <a:close/>
                  <a:moveTo>
                    <a:pt x="1116330" y="896227"/>
                  </a:moveTo>
                  <a:cubicBezTo>
                    <a:pt x="1086028" y="896227"/>
                    <a:pt x="1061466" y="920757"/>
                    <a:pt x="1061466" y="951021"/>
                  </a:cubicBezTo>
                  <a:cubicBezTo>
                    <a:pt x="1061466" y="981284"/>
                    <a:pt x="1086028" y="1005814"/>
                    <a:pt x="1116330" y="1005814"/>
                  </a:cubicBezTo>
                  <a:cubicBezTo>
                    <a:pt x="1146632" y="1005814"/>
                    <a:pt x="1171194" y="981284"/>
                    <a:pt x="1171194" y="951021"/>
                  </a:cubicBezTo>
                  <a:cubicBezTo>
                    <a:pt x="1171156" y="920783"/>
                    <a:pt x="1146607" y="896291"/>
                    <a:pt x="1116330" y="896291"/>
                  </a:cubicBezTo>
                  <a:close/>
                  <a:moveTo>
                    <a:pt x="893636" y="127"/>
                  </a:moveTo>
                  <a:cubicBezTo>
                    <a:pt x="872788" y="22088"/>
                    <a:pt x="873709" y="56766"/>
                    <a:pt x="895699" y="77586"/>
                  </a:cubicBezTo>
                  <a:cubicBezTo>
                    <a:pt x="904494" y="85919"/>
                    <a:pt x="915803" y="91107"/>
                    <a:pt x="927862" y="92337"/>
                  </a:cubicBezTo>
                  <a:cubicBezTo>
                    <a:pt x="929716" y="92540"/>
                    <a:pt x="931583" y="92648"/>
                    <a:pt x="933450" y="92654"/>
                  </a:cubicBezTo>
                  <a:cubicBezTo>
                    <a:pt x="963752" y="92635"/>
                    <a:pt x="988301" y="68092"/>
                    <a:pt x="988282" y="37829"/>
                  </a:cubicBezTo>
                  <a:cubicBezTo>
                    <a:pt x="988276" y="23794"/>
                    <a:pt x="982878" y="10299"/>
                    <a:pt x="973201" y="127"/>
                  </a:cubicBezTo>
                  <a:close/>
                  <a:moveTo>
                    <a:pt x="1299210" y="1078808"/>
                  </a:moveTo>
                  <a:cubicBezTo>
                    <a:pt x="1268908" y="1078808"/>
                    <a:pt x="1244346" y="1103339"/>
                    <a:pt x="1244346" y="1133602"/>
                  </a:cubicBezTo>
                  <a:cubicBezTo>
                    <a:pt x="1244251" y="1135460"/>
                    <a:pt x="1244251" y="1137324"/>
                    <a:pt x="1244346" y="1139182"/>
                  </a:cubicBezTo>
                  <a:cubicBezTo>
                    <a:pt x="1247140" y="1166345"/>
                    <a:pt x="1269536" y="1187304"/>
                    <a:pt x="1296861" y="1188332"/>
                  </a:cubicBezTo>
                  <a:cubicBezTo>
                    <a:pt x="1315739" y="1167575"/>
                    <a:pt x="1334326" y="1145569"/>
                    <a:pt x="1352614" y="1122313"/>
                  </a:cubicBezTo>
                  <a:cubicBezTo>
                    <a:pt x="1347311" y="1097048"/>
                    <a:pt x="1325055" y="1078916"/>
                    <a:pt x="1299210" y="1078808"/>
                  </a:cubicBezTo>
                  <a:close/>
                  <a:moveTo>
                    <a:pt x="1116330" y="530874"/>
                  </a:moveTo>
                  <a:cubicBezTo>
                    <a:pt x="1086028" y="530874"/>
                    <a:pt x="1061466" y="555404"/>
                    <a:pt x="1061466" y="585668"/>
                  </a:cubicBezTo>
                  <a:cubicBezTo>
                    <a:pt x="1061466" y="615931"/>
                    <a:pt x="1086028" y="640461"/>
                    <a:pt x="1116330" y="640461"/>
                  </a:cubicBezTo>
                  <a:cubicBezTo>
                    <a:pt x="1146632" y="640461"/>
                    <a:pt x="1171194" y="615931"/>
                    <a:pt x="1171194" y="585668"/>
                  </a:cubicBezTo>
                  <a:cubicBezTo>
                    <a:pt x="1171124" y="555455"/>
                    <a:pt x="1146581" y="531001"/>
                    <a:pt x="1116330" y="531001"/>
                  </a:cubicBezTo>
                  <a:close/>
                  <a:moveTo>
                    <a:pt x="1116330" y="165585"/>
                  </a:moveTo>
                  <a:cubicBezTo>
                    <a:pt x="1086028" y="165585"/>
                    <a:pt x="1061466" y="190115"/>
                    <a:pt x="1061466" y="220379"/>
                  </a:cubicBezTo>
                  <a:cubicBezTo>
                    <a:pt x="1061466" y="250642"/>
                    <a:pt x="1086028" y="275172"/>
                    <a:pt x="1116330" y="275172"/>
                  </a:cubicBezTo>
                  <a:cubicBezTo>
                    <a:pt x="1146632" y="275172"/>
                    <a:pt x="1171194" y="250642"/>
                    <a:pt x="1171194" y="220379"/>
                  </a:cubicBezTo>
                  <a:cubicBezTo>
                    <a:pt x="1171194" y="220359"/>
                    <a:pt x="1171194" y="220334"/>
                    <a:pt x="1171194" y="220315"/>
                  </a:cubicBezTo>
                  <a:cubicBezTo>
                    <a:pt x="1171156" y="190077"/>
                    <a:pt x="1146607" y="165585"/>
                    <a:pt x="1116330" y="165585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6"/>
            <p:cNvSpPr/>
            <p:nvPr/>
          </p:nvSpPr>
          <p:spPr>
            <a:xfrm>
              <a:off x="4799544" y="1606595"/>
              <a:ext cx="693848" cy="513616"/>
            </a:xfrm>
            <a:custGeom>
              <a:avLst/>
              <a:gdLst/>
              <a:ahLst/>
              <a:cxnLst/>
              <a:rect l="l" t="t" r="r" b="b"/>
              <a:pathLst>
                <a:path w="1850262" h="1369644" extrusionOk="0">
                  <a:moveTo>
                    <a:pt x="750570" y="896291"/>
                  </a:moveTo>
                  <a:cubicBezTo>
                    <a:pt x="720268" y="896291"/>
                    <a:pt x="695706" y="920821"/>
                    <a:pt x="695706" y="951084"/>
                  </a:cubicBezTo>
                  <a:cubicBezTo>
                    <a:pt x="695706" y="981347"/>
                    <a:pt x="720268" y="1005877"/>
                    <a:pt x="750570" y="1005877"/>
                  </a:cubicBezTo>
                  <a:cubicBezTo>
                    <a:pt x="780872" y="1005877"/>
                    <a:pt x="805434" y="981347"/>
                    <a:pt x="805434" y="951084"/>
                  </a:cubicBezTo>
                  <a:cubicBezTo>
                    <a:pt x="805434" y="920821"/>
                    <a:pt x="780872" y="896291"/>
                    <a:pt x="750570" y="896291"/>
                  </a:cubicBezTo>
                  <a:close/>
                  <a:moveTo>
                    <a:pt x="750570" y="1261643"/>
                  </a:moveTo>
                  <a:cubicBezTo>
                    <a:pt x="720268" y="1261643"/>
                    <a:pt x="695706" y="1286173"/>
                    <a:pt x="695706" y="1316437"/>
                  </a:cubicBezTo>
                  <a:cubicBezTo>
                    <a:pt x="695700" y="1325842"/>
                    <a:pt x="698151" y="1335088"/>
                    <a:pt x="702818" y="1343263"/>
                  </a:cubicBezTo>
                  <a:cubicBezTo>
                    <a:pt x="722274" y="1353473"/>
                    <a:pt x="742436" y="1362294"/>
                    <a:pt x="763143" y="1369645"/>
                  </a:cubicBezTo>
                  <a:cubicBezTo>
                    <a:pt x="792499" y="1362288"/>
                    <a:pt x="810324" y="1332558"/>
                    <a:pt x="802964" y="1303239"/>
                  </a:cubicBezTo>
                  <a:cubicBezTo>
                    <a:pt x="796906" y="1279128"/>
                    <a:pt x="775335" y="1262119"/>
                    <a:pt x="750443" y="1261833"/>
                  </a:cubicBezTo>
                  <a:close/>
                  <a:moveTo>
                    <a:pt x="527939" y="127"/>
                  </a:moveTo>
                  <a:cubicBezTo>
                    <a:pt x="507054" y="22050"/>
                    <a:pt x="507924" y="56734"/>
                    <a:pt x="529876" y="77592"/>
                  </a:cubicBezTo>
                  <a:cubicBezTo>
                    <a:pt x="551828" y="98450"/>
                    <a:pt x="586556" y="97582"/>
                    <a:pt x="607441" y="75658"/>
                  </a:cubicBezTo>
                  <a:cubicBezTo>
                    <a:pt x="627590" y="54502"/>
                    <a:pt x="627590" y="21283"/>
                    <a:pt x="607441" y="127"/>
                  </a:cubicBezTo>
                  <a:close/>
                  <a:moveTo>
                    <a:pt x="567690" y="348357"/>
                  </a:moveTo>
                  <a:cubicBezTo>
                    <a:pt x="537388" y="348357"/>
                    <a:pt x="512826" y="372887"/>
                    <a:pt x="512826" y="403150"/>
                  </a:cubicBezTo>
                  <a:cubicBezTo>
                    <a:pt x="512731" y="405008"/>
                    <a:pt x="512731" y="406873"/>
                    <a:pt x="512826" y="408731"/>
                  </a:cubicBezTo>
                  <a:cubicBezTo>
                    <a:pt x="515912" y="438835"/>
                    <a:pt x="542855" y="460740"/>
                    <a:pt x="572999" y="457652"/>
                  </a:cubicBezTo>
                  <a:cubicBezTo>
                    <a:pt x="598875" y="455007"/>
                    <a:pt x="619328" y="434574"/>
                    <a:pt x="621983" y="408731"/>
                  </a:cubicBezTo>
                  <a:cubicBezTo>
                    <a:pt x="622186" y="406879"/>
                    <a:pt x="622294" y="405014"/>
                    <a:pt x="622300" y="403150"/>
                  </a:cubicBezTo>
                  <a:cubicBezTo>
                    <a:pt x="622300" y="372988"/>
                    <a:pt x="597891" y="348496"/>
                    <a:pt x="567690" y="348357"/>
                  </a:cubicBezTo>
                  <a:close/>
                  <a:moveTo>
                    <a:pt x="750570" y="165712"/>
                  </a:moveTo>
                  <a:cubicBezTo>
                    <a:pt x="720268" y="165712"/>
                    <a:pt x="695706" y="190242"/>
                    <a:pt x="695706" y="220505"/>
                  </a:cubicBezTo>
                  <a:cubicBezTo>
                    <a:pt x="695706" y="250769"/>
                    <a:pt x="720268" y="275299"/>
                    <a:pt x="750570" y="275299"/>
                  </a:cubicBezTo>
                  <a:cubicBezTo>
                    <a:pt x="780872" y="275299"/>
                    <a:pt x="805434" y="250769"/>
                    <a:pt x="805434" y="220505"/>
                  </a:cubicBezTo>
                  <a:cubicBezTo>
                    <a:pt x="805434" y="220486"/>
                    <a:pt x="805434" y="220461"/>
                    <a:pt x="805434" y="220442"/>
                  </a:cubicBezTo>
                  <a:cubicBezTo>
                    <a:pt x="805472" y="190179"/>
                    <a:pt x="780936" y="165623"/>
                    <a:pt x="750634" y="165585"/>
                  </a:cubicBezTo>
                  <a:cubicBezTo>
                    <a:pt x="750615" y="165585"/>
                    <a:pt x="750589" y="165585"/>
                    <a:pt x="750570" y="165585"/>
                  </a:cubicBezTo>
                  <a:close/>
                  <a:moveTo>
                    <a:pt x="933450" y="1078935"/>
                  </a:moveTo>
                  <a:cubicBezTo>
                    <a:pt x="931583" y="1078942"/>
                    <a:pt x="929716" y="1079049"/>
                    <a:pt x="927862" y="1079252"/>
                  </a:cubicBezTo>
                  <a:cubicBezTo>
                    <a:pt x="899884" y="1082112"/>
                    <a:pt x="878605" y="1105641"/>
                    <a:pt x="878586" y="1133729"/>
                  </a:cubicBezTo>
                  <a:cubicBezTo>
                    <a:pt x="878491" y="1135587"/>
                    <a:pt x="878491" y="1137451"/>
                    <a:pt x="878586" y="1139309"/>
                  </a:cubicBezTo>
                  <a:cubicBezTo>
                    <a:pt x="881272" y="1165159"/>
                    <a:pt x="901725" y="1185586"/>
                    <a:pt x="927608" y="1188268"/>
                  </a:cubicBezTo>
                  <a:cubicBezTo>
                    <a:pt x="929462" y="1188471"/>
                    <a:pt x="931329" y="1188579"/>
                    <a:pt x="933196" y="1188585"/>
                  </a:cubicBezTo>
                  <a:cubicBezTo>
                    <a:pt x="961333" y="1188535"/>
                    <a:pt x="984879" y="1167264"/>
                    <a:pt x="987743" y="1139309"/>
                  </a:cubicBezTo>
                  <a:cubicBezTo>
                    <a:pt x="987838" y="1137451"/>
                    <a:pt x="987838" y="1135587"/>
                    <a:pt x="987743" y="1133729"/>
                  </a:cubicBezTo>
                  <a:cubicBezTo>
                    <a:pt x="987812" y="1103637"/>
                    <a:pt x="963574" y="1079119"/>
                    <a:pt x="933450" y="1078808"/>
                  </a:cubicBezTo>
                  <a:close/>
                  <a:moveTo>
                    <a:pt x="750570" y="531001"/>
                  </a:moveTo>
                  <a:cubicBezTo>
                    <a:pt x="720268" y="531001"/>
                    <a:pt x="695706" y="555531"/>
                    <a:pt x="695706" y="585795"/>
                  </a:cubicBezTo>
                  <a:cubicBezTo>
                    <a:pt x="695706" y="616058"/>
                    <a:pt x="720268" y="640588"/>
                    <a:pt x="750570" y="640588"/>
                  </a:cubicBezTo>
                  <a:cubicBezTo>
                    <a:pt x="780872" y="640588"/>
                    <a:pt x="805434" y="616058"/>
                    <a:pt x="805434" y="585795"/>
                  </a:cubicBezTo>
                  <a:cubicBezTo>
                    <a:pt x="805434" y="555531"/>
                    <a:pt x="780872" y="531001"/>
                    <a:pt x="750570" y="531001"/>
                  </a:cubicBezTo>
                  <a:close/>
                  <a:moveTo>
                    <a:pt x="567690" y="713646"/>
                  </a:moveTo>
                  <a:cubicBezTo>
                    <a:pt x="537388" y="713646"/>
                    <a:pt x="512826" y="738176"/>
                    <a:pt x="512826" y="768439"/>
                  </a:cubicBezTo>
                  <a:cubicBezTo>
                    <a:pt x="512826" y="798702"/>
                    <a:pt x="537388" y="823233"/>
                    <a:pt x="567690" y="823233"/>
                  </a:cubicBezTo>
                  <a:cubicBezTo>
                    <a:pt x="597992" y="823233"/>
                    <a:pt x="622554" y="798702"/>
                    <a:pt x="622554" y="768439"/>
                  </a:cubicBezTo>
                  <a:cubicBezTo>
                    <a:pt x="622554" y="738176"/>
                    <a:pt x="597992" y="713646"/>
                    <a:pt x="567690" y="713646"/>
                  </a:cubicBezTo>
                  <a:close/>
                  <a:moveTo>
                    <a:pt x="384810" y="896291"/>
                  </a:moveTo>
                  <a:cubicBezTo>
                    <a:pt x="367494" y="896291"/>
                    <a:pt x="351193" y="904478"/>
                    <a:pt x="340868" y="918360"/>
                  </a:cubicBezTo>
                  <a:cubicBezTo>
                    <a:pt x="356699" y="948376"/>
                    <a:pt x="372872" y="977466"/>
                    <a:pt x="389382" y="1005624"/>
                  </a:cubicBezTo>
                  <a:cubicBezTo>
                    <a:pt x="419583" y="1003639"/>
                    <a:pt x="442455" y="977580"/>
                    <a:pt x="440461" y="947418"/>
                  </a:cubicBezTo>
                  <a:cubicBezTo>
                    <a:pt x="438544" y="918271"/>
                    <a:pt x="414052" y="895770"/>
                    <a:pt x="384810" y="896291"/>
                  </a:cubicBezTo>
                  <a:close/>
                  <a:moveTo>
                    <a:pt x="201930" y="348357"/>
                  </a:moveTo>
                  <a:cubicBezTo>
                    <a:pt x="171628" y="348357"/>
                    <a:pt x="147066" y="372887"/>
                    <a:pt x="147066" y="403150"/>
                  </a:cubicBezTo>
                  <a:cubicBezTo>
                    <a:pt x="146971" y="405008"/>
                    <a:pt x="146971" y="406873"/>
                    <a:pt x="147066" y="408731"/>
                  </a:cubicBezTo>
                  <a:cubicBezTo>
                    <a:pt x="150152" y="438835"/>
                    <a:pt x="177095" y="460740"/>
                    <a:pt x="207239" y="457652"/>
                  </a:cubicBezTo>
                  <a:cubicBezTo>
                    <a:pt x="233115" y="455007"/>
                    <a:pt x="253568" y="434574"/>
                    <a:pt x="256222" y="408731"/>
                  </a:cubicBezTo>
                  <a:cubicBezTo>
                    <a:pt x="256426" y="406879"/>
                    <a:pt x="256534" y="405014"/>
                    <a:pt x="256540" y="403150"/>
                  </a:cubicBezTo>
                  <a:cubicBezTo>
                    <a:pt x="256540" y="372988"/>
                    <a:pt x="232131" y="348496"/>
                    <a:pt x="201930" y="348357"/>
                  </a:cubicBezTo>
                  <a:close/>
                  <a:moveTo>
                    <a:pt x="19050" y="165585"/>
                  </a:moveTo>
                  <a:cubicBezTo>
                    <a:pt x="12548" y="165591"/>
                    <a:pt x="6098" y="166752"/>
                    <a:pt x="0" y="169010"/>
                  </a:cubicBezTo>
                  <a:cubicBezTo>
                    <a:pt x="15791" y="201226"/>
                    <a:pt x="31350" y="234077"/>
                    <a:pt x="46672" y="267562"/>
                  </a:cubicBezTo>
                  <a:cubicBezTo>
                    <a:pt x="72803" y="252303"/>
                    <a:pt x="81597" y="218787"/>
                    <a:pt x="66319" y="192690"/>
                  </a:cubicBezTo>
                  <a:cubicBezTo>
                    <a:pt x="56496" y="175916"/>
                    <a:pt x="38506" y="165598"/>
                    <a:pt x="19050" y="165585"/>
                  </a:cubicBezTo>
                  <a:close/>
                  <a:moveTo>
                    <a:pt x="162179" y="0"/>
                  </a:moveTo>
                  <a:cubicBezTo>
                    <a:pt x="141294" y="21924"/>
                    <a:pt x="142164" y="56607"/>
                    <a:pt x="164116" y="77465"/>
                  </a:cubicBezTo>
                  <a:cubicBezTo>
                    <a:pt x="186068" y="98324"/>
                    <a:pt x="220796" y="97455"/>
                    <a:pt x="241681" y="75531"/>
                  </a:cubicBezTo>
                  <a:cubicBezTo>
                    <a:pt x="261830" y="54375"/>
                    <a:pt x="261830" y="21156"/>
                    <a:pt x="241681" y="0"/>
                  </a:cubicBezTo>
                  <a:close/>
                  <a:moveTo>
                    <a:pt x="567690" y="1078808"/>
                  </a:moveTo>
                  <a:cubicBezTo>
                    <a:pt x="537388" y="1078808"/>
                    <a:pt x="512826" y="1103339"/>
                    <a:pt x="512826" y="1133602"/>
                  </a:cubicBezTo>
                  <a:cubicBezTo>
                    <a:pt x="512731" y="1135460"/>
                    <a:pt x="512731" y="1137324"/>
                    <a:pt x="512826" y="1139182"/>
                  </a:cubicBezTo>
                  <a:cubicBezTo>
                    <a:pt x="515912" y="1169287"/>
                    <a:pt x="542855" y="1191192"/>
                    <a:pt x="572999" y="1188103"/>
                  </a:cubicBezTo>
                  <a:cubicBezTo>
                    <a:pt x="598875" y="1185459"/>
                    <a:pt x="619328" y="1165026"/>
                    <a:pt x="621983" y="1139182"/>
                  </a:cubicBezTo>
                  <a:cubicBezTo>
                    <a:pt x="622186" y="1137331"/>
                    <a:pt x="622294" y="1135466"/>
                    <a:pt x="622300" y="1133602"/>
                  </a:cubicBezTo>
                  <a:cubicBezTo>
                    <a:pt x="622300" y="1103440"/>
                    <a:pt x="597891" y="1078948"/>
                    <a:pt x="567690" y="1078808"/>
                  </a:cubicBezTo>
                  <a:close/>
                  <a:moveTo>
                    <a:pt x="384810" y="165585"/>
                  </a:moveTo>
                  <a:cubicBezTo>
                    <a:pt x="354508" y="165585"/>
                    <a:pt x="329946" y="190115"/>
                    <a:pt x="329946" y="220379"/>
                  </a:cubicBezTo>
                  <a:cubicBezTo>
                    <a:pt x="329946" y="250642"/>
                    <a:pt x="354508" y="275172"/>
                    <a:pt x="384810" y="275172"/>
                  </a:cubicBezTo>
                  <a:cubicBezTo>
                    <a:pt x="415112" y="275172"/>
                    <a:pt x="439674" y="250642"/>
                    <a:pt x="439674" y="220379"/>
                  </a:cubicBezTo>
                  <a:cubicBezTo>
                    <a:pt x="439674" y="220359"/>
                    <a:pt x="439674" y="220334"/>
                    <a:pt x="439674" y="220315"/>
                  </a:cubicBezTo>
                  <a:cubicBezTo>
                    <a:pt x="439674" y="190090"/>
                    <a:pt x="415138" y="165585"/>
                    <a:pt x="384874" y="165585"/>
                  </a:cubicBezTo>
                  <a:cubicBezTo>
                    <a:pt x="384854" y="165585"/>
                    <a:pt x="384829" y="165585"/>
                    <a:pt x="384810" y="165585"/>
                  </a:cubicBezTo>
                  <a:close/>
                  <a:moveTo>
                    <a:pt x="933450" y="713519"/>
                  </a:moveTo>
                  <a:cubicBezTo>
                    <a:pt x="931590" y="713424"/>
                    <a:pt x="929723" y="713424"/>
                    <a:pt x="927862" y="713519"/>
                  </a:cubicBezTo>
                  <a:cubicBezTo>
                    <a:pt x="897700" y="716772"/>
                    <a:pt x="875894" y="743827"/>
                    <a:pt x="879151" y="773950"/>
                  </a:cubicBezTo>
                  <a:cubicBezTo>
                    <a:pt x="881920" y="799584"/>
                    <a:pt x="902195" y="819827"/>
                    <a:pt x="927862" y="822599"/>
                  </a:cubicBezTo>
                  <a:cubicBezTo>
                    <a:pt x="929704" y="822599"/>
                    <a:pt x="931545" y="822599"/>
                    <a:pt x="933450" y="822599"/>
                  </a:cubicBezTo>
                  <a:cubicBezTo>
                    <a:pt x="963752" y="822599"/>
                    <a:pt x="988314" y="798068"/>
                    <a:pt x="988314" y="767805"/>
                  </a:cubicBezTo>
                  <a:cubicBezTo>
                    <a:pt x="988314" y="737542"/>
                    <a:pt x="963752" y="713012"/>
                    <a:pt x="933450" y="713012"/>
                  </a:cubicBezTo>
                  <a:close/>
                  <a:moveTo>
                    <a:pt x="384810" y="530874"/>
                  </a:moveTo>
                  <a:cubicBezTo>
                    <a:pt x="354508" y="530874"/>
                    <a:pt x="329946" y="555404"/>
                    <a:pt x="329946" y="585668"/>
                  </a:cubicBezTo>
                  <a:cubicBezTo>
                    <a:pt x="329946" y="615931"/>
                    <a:pt x="354508" y="640461"/>
                    <a:pt x="384810" y="640461"/>
                  </a:cubicBezTo>
                  <a:cubicBezTo>
                    <a:pt x="415112" y="640461"/>
                    <a:pt x="439674" y="615931"/>
                    <a:pt x="439674" y="585668"/>
                  </a:cubicBezTo>
                  <a:cubicBezTo>
                    <a:pt x="439604" y="555455"/>
                    <a:pt x="415061" y="531001"/>
                    <a:pt x="384810" y="531001"/>
                  </a:cubicBezTo>
                  <a:close/>
                  <a:moveTo>
                    <a:pt x="1847850" y="165585"/>
                  </a:moveTo>
                  <a:cubicBezTo>
                    <a:pt x="1817586" y="165420"/>
                    <a:pt x="1792916" y="189786"/>
                    <a:pt x="1792745" y="220011"/>
                  </a:cubicBezTo>
                  <a:cubicBezTo>
                    <a:pt x="1792662" y="235485"/>
                    <a:pt x="1799139" y="250274"/>
                    <a:pt x="1810576" y="260712"/>
                  </a:cubicBezTo>
                  <a:cubicBezTo>
                    <a:pt x="1823911" y="229048"/>
                    <a:pt x="1837138" y="197440"/>
                    <a:pt x="1850263" y="165902"/>
                  </a:cubicBezTo>
                  <a:close/>
                  <a:moveTo>
                    <a:pt x="1427226" y="951084"/>
                  </a:moveTo>
                  <a:cubicBezTo>
                    <a:pt x="1427232" y="966767"/>
                    <a:pt x="1433982" y="981690"/>
                    <a:pt x="1445768" y="992052"/>
                  </a:cubicBezTo>
                  <a:cubicBezTo>
                    <a:pt x="1464818" y="962563"/>
                    <a:pt x="1483868" y="931868"/>
                    <a:pt x="1502346" y="900222"/>
                  </a:cubicBezTo>
                  <a:cubicBezTo>
                    <a:pt x="1474292" y="888978"/>
                    <a:pt x="1442422" y="902582"/>
                    <a:pt x="1431163" y="930600"/>
                  </a:cubicBezTo>
                  <a:cubicBezTo>
                    <a:pt x="1428560" y="937075"/>
                    <a:pt x="1427226" y="943981"/>
                    <a:pt x="1427226" y="950957"/>
                  </a:cubicBezTo>
                  <a:close/>
                  <a:moveTo>
                    <a:pt x="1482090" y="531001"/>
                  </a:moveTo>
                  <a:cubicBezTo>
                    <a:pt x="1451788" y="531001"/>
                    <a:pt x="1427226" y="555531"/>
                    <a:pt x="1427226" y="585795"/>
                  </a:cubicBezTo>
                  <a:cubicBezTo>
                    <a:pt x="1427226" y="616058"/>
                    <a:pt x="1451788" y="640588"/>
                    <a:pt x="1482090" y="640588"/>
                  </a:cubicBezTo>
                  <a:cubicBezTo>
                    <a:pt x="1512392" y="640588"/>
                    <a:pt x="1536954" y="616058"/>
                    <a:pt x="1536954" y="585795"/>
                  </a:cubicBezTo>
                  <a:cubicBezTo>
                    <a:pt x="1536954" y="555531"/>
                    <a:pt x="1512392" y="531001"/>
                    <a:pt x="1482090" y="531001"/>
                  </a:cubicBezTo>
                  <a:close/>
                  <a:moveTo>
                    <a:pt x="1259459" y="127"/>
                  </a:moveTo>
                  <a:cubicBezTo>
                    <a:pt x="1238574" y="22050"/>
                    <a:pt x="1239444" y="56734"/>
                    <a:pt x="1261396" y="77592"/>
                  </a:cubicBezTo>
                  <a:cubicBezTo>
                    <a:pt x="1283348" y="98450"/>
                    <a:pt x="1318076" y="97582"/>
                    <a:pt x="1338961" y="75658"/>
                  </a:cubicBezTo>
                  <a:cubicBezTo>
                    <a:pt x="1359110" y="54502"/>
                    <a:pt x="1359110" y="21283"/>
                    <a:pt x="1338961" y="127"/>
                  </a:cubicBezTo>
                  <a:close/>
                  <a:moveTo>
                    <a:pt x="1482090" y="165585"/>
                  </a:moveTo>
                  <a:cubicBezTo>
                    <a:pt x="1451788" y="165585"/>
                    <a:pt x="1427226" y="190115"/>
                    <a:pt x="1427226" y="220379"/>
                  </a:cubicBezTo>
                  <a:cubicBezTo>
                    <a:pt x="1427226" y="250642"/>
                    <a:pt x="1451788" y="275172"/>
                    <a:pt x="1482090" y="275172"/>
                  </a:cubicBezTo>
                  <a:cubicBezTo>
                    <a:pt x="1512392" y="275172"/>
                    <a:pt x="1536954" y="250642"/>
                    <a:pt x="1536954" y="220379"/>
                  </a:cubicBezTo>
                  <a:cubicBezTo>
                    <a:pt x="1536954" y="220359"/>
                    <a:pt x="1536954" y="220334"/>
                    <a:pt x="1536954" y="220315"/>
                  </a:cubicBezTo>
                  <a:cubicBezTo>
                    <a:pt x="1536922" y="190077"/>
                    <a:pt x="1512367" y="165585"/>
                    <a:pt x="1482090" y="165585"/>
                  </a:cubicBezTo>
                  <a:close/>
                  <a:moveTo>
                    <a:pt x="1625219" y="0"/>
                  </a:moveTo>
                  <a:cubicBezTo>
                    <a:pt x="1604334" y="21924"/>
                    <a:pt x="1605204" y="56607"/>
                    <a:pt x="1627156" y="77465"/>
                  </a:cubicBezTo>
                  <a:cubicBezTo>
                    <a:pt x="1649108" y="98324"/>
                    <a:pt x="1683836" y="97455"/>
                    <a:pt x="1704721" y="75531"/>
                  </a:cubicBezTo>
                  <a:cubicBezTo>
                    <a:pt x="1724870" y="54375"/>
                    <a:pt x="1724870" y="21156"/>
                    <a:pt x="1704721" y="0"/>
                  </a:cubicBezTo>
                  <a:close/>
                  <a:moveTo>
                    <a:pt x="1299210" y="348230"/>
                  </a:moveTo>
                  <a:cubicBezTo>
                    <a:pt x="1268908" y="348230"/>
                    <a:pt x="1244346" y="372760"/>
                    <a:pt x="1244346" y="403023"/>
                  </a:cubicBezTo>
                  <a:cubicBezTo>
                    <a:pt x="1244251" y="404881"/>
                    <a:pt x="1244251" y="406746"/>
                    <a:pt x="1244346" y="408604"/>
                  </a:cubicBezTo>
                  <a:cubicBezTo>
                    <a:pt x="1247604" y="438728"/>
                    <a:pt x="1274693" y="460505"/>
                    <a:pt x="1304855" y="457252"/>
                  </a:cubicBezTo>
                  <a:cubicBezTo>
                    <a:pt x="1330522" y="454487"/>
                    <a:pt x="1350791" y="434238"/>
                    <a:pt x="1353566" y="408604"/>
                  </a:cubicBezTo>
                  <a:cubicBezTo>
                    <a:pt x="1353566" y="406765"/>
                    <a:pt x="1353566" y="404926"/>
                    <a:pt x="1353566" y="403023"/>
                  </a:cubicBezTo>
                  <a:cubicBezTo>
                    <a:pt x="1353496" y="373007"/>
                    <a:pt x="1329265" y="348636"/>
                    <a:pt x="1299210" y="348357"/>
                  </a:cubicBezTo>
                  <a:close/>
                  <a:moveTo>
                    <a:pt x="1664970" y="348230"/>
                  </a:moveTo>
                  <a:cubicBezTo>
                    <a:pt x="1634668" y="348230"/>
                    <a:pt x="1610106" y="372760"/>
                    <a:pt x="1610106" y="403023"/>
                  </a:cubicBezTo>
                  <a:cubicBezTo>
                    <a:pt x="1610106" y="404926"/>
                    <a:pt x="1610106" y="406765"/>
                    <a:pt x="1610106" y="408604"/>
                  </a:cubicBezTo>
                  <a:cubicBezTo>
                    <a:pt x="1613192" y="438708"/>
                    <a:pt x="1640135" y="460613"/>
                    <a:pt x="1670279" y="457525"/>
                  </a:cubicBezTo>
                  <a:cubicBezTo>
                    <a:pt x="1696155" y="454880"/>
                    <a:pt x="1716608" y="434447"/>
                    <a:pt x="1719263" y="408604"/>
                  </a:cubicBezTo>
                  <a:cubicBezTo>
                    <a:pt x="1719466" y="406752"/>
                    <a:pt x="1719574" y="404888"/>
                    <a:pt x="1719580" y="403023"/>
                  </a:cubicBezTo>
                  <a:cubicBezTo>
                    <a:pt x="1719510" y="372912"/>
                    <a:pt x="1695120" y="348496"/>
                    <a:pt x="1664970" y="348357"/>
                  </a:cubicBezTo>
                  <a:close/>
                  <a:moveTo>
                    <a:pt x="1299210" y="713519"/>
                  </a:moveTo>
                  <a:cubicBezTo>
                    <a:pt x="1268908" y="713519"/>
                    <a:pt x="1244346" y="738049"/>
                    <a:pt x="1244346" y="768312"/>
                  </a:cubicBezTo>
                  <a:cubicBezTo>
                    <a:pt x="1244346" y="798576"/>
                    <a:pt x="1268908" y="823106"/>
                    <a:pt x="1299210" y="823106"/>
                  </a:cubicBezTo>
                  <a:cubicBezTo>
                    <a:pt x="1329512" y="823106"/>
                    <a:pt x="1354074" y="798576"/>
                    <a:pt x="1354074" y="768312"/>
                  </a:cubicBezTo>
                  <a:cubicBezTo>
                    <a:pt x="1354004" y="738100"/>
                    <a:pt x="1329462" y="713646"/>
                    <a:pt x="1299210" y="713646"/>
                  </a:cubicBezTo>
                  <a:close/>
                  <a:moveTo>
                    <a:pt x="1116330" y="1261516"/>
                  </a:moveTo>
                  <a:cubicBezTo>
                    <a:pt x="1086066" y="1261478"/>
                    <a:pt x="1061498" y="1285951"/>
                    <a:pt x="1061466" y="1316183"/>
                  </a:cubicBezTo>
                  <a:cubicBezTo>
                    <a:pt x="1061447" y="1331936"/>
                    <a:pt x="1068229" y="1346934"/>
                    <a:pt x="1080071" y="1357342"/>
                  </a:cubicBezTo>
                  <a:cubicBezTo>
                    <a:pt x="1111701" y="1342628"/>
                    <a:pt x="1141838" y="1324897"/>
                    <a:pt x="1170051" y="1304387"/>
                  </a:cubicBezTo>
                  <a:cubicBezTo>
                    <a:pt x="1164438" y="1279293"/>
                    <a:pt x="1142073" y="1261504"/>
                    <a:pt x="1116330" y="1261643"/>
                  </a:cubicBezTo>
                  <a:close/>
                  <a:moveTo>
                    <a:pt x="933450" y="348293"/>
                  </a:moveTo>
                  <a:cubicBezTo>
                    <a:pt x="931590" y="348198"/>
                    <a:pt x="929723" y="348198"/>
                    <a:pt x="927862" y="348293"/>
                  </a:cubicBezTo>
                  <a:cubicBezTo>
                    <a:pt x="899859" y="351160"/>
                    <a:pt x="878567" y="374719"/>
                    <a:pt x="878586" y="402833"/>
                  </a:cubicBezTo>
                  <a:cubicBezTo>
                    <a:pt x="878491" y="404691"/>
                    <a:pt x="878491" y="406556"/>
                    <a:pt x="878586" y="408414"/>
                  </a:cubicBezTo>
                  <a:cubicBezTo>
                    <a:pt x="881297" y="434250"/>
                    <a:pt x="901738" y="454665"/>
                    <a:pt x="927608" y="457373"/>
                  </a:cubicBezTo>
                  <a:cubicBezTo>
                    <a:pt x="929469" y="457468"/>
                    <a:pt x="931335" y="457468"/>
                    <a:pt x="933196" y="457373"/>
                  </a:cubicBezTo>
                  <a:cubicBezTo>
                    <a:pt x="961320" y="457353"/>
                    <a:pt x="984879" y="436102"/>
                    <a:pt x="987743" y="408160"/>
                  </a:cubicBezTo>
                  <a:cubicBezTo>
                    <a:pt x="987838" y="406302"/>
                    <a:pt x="987838" y="404437"/>
                    <a:pt x="987743" y="402579"/>
                  </a:cubicBezTo>
                  <a:cubicBezTo>
                    <a:pt x="987431" y="372760"/>
                    <a:pt x="963308" y="348667"/>
                    <a:pt x="933450" y="348357"/>
                  </a:cubicBezTo>
                  <a:close/>
                  <a:moveTo>
                    <a:pt x="1116330" y="896227"/>
                  </a:moveTo>
                  <a:cubicBezTo>
                    <a:pt x="1086028" y="896227"/>
                    <a:pt x="1061466" y="920757"/>
                    <a:pt x="1061466" y="951021"/>
                  </a:cubicBezTo>
                  <a:cubicBezTo>
                    <a:pt x="1061466" y="981284"/>
                    <a:pt x="1086028" y="1005814"/>
                    <a:pt x="1116330" y="1005814"/>
                  </a:cubicBezTo>
                  <a:cubicBezTo>
                    <a:pt x="1146632" y="1005814"/>
                    <a:pt x="1171194" y="981284"/>
                    <a:pt x="1171194" y="951021"/>
                  </a:cubicBezTo>
                  <a:cubicBezTo>
                    <a:pt x="1171156" y="920783"/>
                    <a:pt x="1146607" y="896291"/>
                    <a:pt x="1116330" y="896291"/>
                  </a:cubicBezTo>
                  <a:close/>
                  <a:moveTo>
                    <a:pt x="893636" y="127"/>
                  </a:moveTo>
                  <a:cubicBezTo>
                    <a:pt x="872788" y="22088"/>
                    <a:pt x="873709" y="56766"/>
                    <a:pt x="895699" y="77586"/>
                  </a:cubicBezTo>
                  <a:cubicBezTo>
                    <a:pt x="904494" y="85919"/>
                    <a:pt x="915803" y="91107"/>
                    <a:pt x="927862" y="92337"/>
                  </a:cubicBezTo>
                  <a:cubicBezTo>
                    <a:pt x="929716" y="92540"/>
                    <a:pt x="931583" y="92648"/>
                    <a:pt x="933450" y="92654"/>
                  </a:cubicBezTo>
                  <a:cubicBezTo>
                    <a:pt x="963752" y="92635"/>
                    <a:pt x="988301" y="68092"/>
                    <a:pt x="988282" y="37829"/>
                  </a:cubicBezTo>
                  <a:cubicBezTo>
                    <a:pt x="988276" y="23794"/>
                    <a:pt x="982878" y="10299"/>
                    <a:pt x="973201" y="127"/>
                  </a:cubicBezTo>
                  <a:close/>
                  <a:moveTo>
                    <a:pt x="1299210" y="1078808"/>
                  </a:moveTo>
                  <a:cubicBezTo>
                    <a:pt x="1268908" y="1078808"/>
                    <a:pt x="1244346" y="1103339"/>
                    <a:pt x="1244346" y="1133602"/>
                  </a:cubicBezTo>
                  <a:cubicBezTo>
                    <a:pt x="1244251" y="1135460"/>
                    <a:pt x="1244251" y="1137324"/>
                    <a:pt x="1244346" y="1139182"/>
                  </a:cubicBezTo>
                  <a:cubicBezTo>
                    <a:pt x="1247140" y="1166345"/>
                    <a:pt x="1269536" y="1187304"/>
                    <a:pt x="1296861" y="1188332"/>
                  </a:cubicBezTo>
                  <a:cubicBezTo>
                    <a:pt x="1315739" y="1167575"/>
                    <a:pt x="1334326" y="1145569"/>
                    <a:pt x="1352614" y="1122313"/>
                  </a:cubicBezTo>
                  <a:cubicBezTo>
                    <a:pt x="1347311" y="1097048"/>
                    <a:pt x="1325055" y="1078916"/>
                    <a:pt x="1299210" y="1078808"/>
                  </a:cubicBezTo>
                  <a:close/>
                  <a:moveTo>
                    <a:pt x="1116330" y="530874"/>
                  </a:moveTo>
                  <a:cubicBezTo>
                    <a:pt x="1086028" y="530874"/>
                    <a:pt x="1061466" y="555404"/>
                    <a:pt x="1061466" y="585668"/>
                  </a:cubicBezTo>
                  <a:cubicBezTo>
                    <a:pt x="1061466" y="615931"/>
                    <a:pt x="1086028" y="640461"/>
                    <a:pt x="1116330" y="640461"/>
                  </a:cubicBezTo>
                  <a:cubicBezTo>
                    <a:pt x="1146632" y="640461"/>
                    <a:pt x="1171194" y="615931"/>
                    <a:pt x="1171194" y="585668"/>
                  </a:cubicBezTo>
                  <a:cubicBezTo>
                    <a:pt x="1171124" y="555455"/>
                    <a:pt x="1146581" y="531001"/>
                    <a:pt x="1116330" y="531001"/>
                  </a:cubicBezTo>
                  <a:close/>
                  <a:moveTo>
                    <a:pt x="1116330" y="165585"/>
                  </a:moveTo>
                  <a:cubicBezTo>
                    <a:pt x="1086028" y="165585"/>
                    <a:pt x="1061466" y="190115"/>
                    <a:pt x="1061466" y="220379"/>
                  </a:cubicBezTo>
                  <a:cubicBezTo>
                    <a:pt x="1061466" y="250642"/>
                    <a:pt x="1086028" y="275172"/>
                    <a:pt x="1116330" y="275172"/>
                  </a:cubicBezTo>
                  <a:cubicBezTo>
                    <a:pt x="1146632" y="275172"/>
                    <a:pt x="1171194" y="250642"/>
                    <a:pt x="1171194" y="220379"/>
                  </a:cubicBezTo>
                  <a:cubicBezTo>
                    <a:pt x="1171194" y="220359"/>
                    <a:pt x="1171194" y="220334"/>
                    <a:pt x="1171194" y="220315"/>
                  </a:cubicBezTo>
                  <a:cubicBezTo>
                    <a:pt x="1171156" y="190077"/>
                    <a:pt x="1146607" y="165585"/>
                    <a:pt x="1116330" y="165585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6"/>
            <p:cNvSpPr/>
            <p:nvPr/>
          </p:nvSpPr>
          <p:spPr>
            <a:xfrm rot="10800000" flipH="1">
              <a:off x="4377375" y="1454281"/>
              <a:ext cx="389112" cy="153155"/>
            </a:xfrm>
            <a:custGeom>
              <a:avLst/>
              <a:gdLst/>
              <a:ahLst/>
              <a:cxnLst/>
              <a:rect l="l" t="t" r="r" b="b"/>
              <a:pathLst>
                <a:path w="1225550" h="380509" extrusionOk="0">
                  <a:moveTo>
                    <a:pt x="607632" y="380510"/>
                  </a:moveTo>
                  <a:cubicBezTo>
                    <a:pt x="862712" y="380510"/>
                    <a:pt x="1059435" y="217271"/>
                    <a:pt x="1225550" y="0"/>
                  </a:cubicBezTo>
                  <a:lnTo>
                    <a:pt x="0" y="0"/>
                  </a:lnTo>
                  <a:cubicBezTo>
                    <a:pt x="173101" y="220442"/>
                    <a:pt x="370078" y="380510"/>
                    <a:pt x="607632" y="38051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6"/>
            <p:cNvSpPr/>
            <p:nvPr/>
          </p:nvSpPr>
          <p:spPr>
            <a:xfrm flipH="1">
              <a:off x="774577" y="1131008"/>
              <a:ext cx="683038" cy="475637"/>
            </a:xfrm>
            <a:custGeom>
              <a:avLst/>
              <a:gdLst/>
              <a:ahLst/>
              <a:cxnLst/>
              <a:rect l="l" t="t" r="r" b="b"/>
              <a:pathLst>
                <a:path w="1821434" h="1268365" extrusionOk="0">
                  <a:moveTo>
                    <a:pt x="840804" y="0"/>
                  </a:moveTo>
                  <a:cubicBezTo>
                    <a:pt x="537718" y="0"/>
                    <a:pt x="314134" y="728422"/>
                    <a:pt x="0" y="1268366"/>
                  </a:cubicBezTo>
                  <a:lnTo>
                    <a:pt x="1821435" y="1268366"/>
                  </a:lnTo>
                  <a:cubicBezTo>
                    <a:pt x="1438784" y="781440"/>
                    <a:pt x="1172337" y="0"/>
                    <a:pt x="840804" y="0"/>
                  </a:cubicBezTo>
                  <a:close/>
                </a:path>
              </a:pathLst>
            </a:cu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6"/>
            <p:cNvSpPr/>
            <p:nvPr/>
          </p:nvSpPr>
          <p:spPr>
            <a:xfrm>
              <a:off x="4571564" y="989079"/>
              <a:ext cx="4572000" cy="1110066"/>
            </a:xfrm>
            <a:custGeom>
              <a:avLst/>
              <a:gdLst/>
              <a:ahLst/>
              <a:cxnLst/>
              <a:rect l="l" t="t" r="r" b="b"/>
              <a:pathLst>
                <a:path w="12192000" h="2960175" extrusionOk="0">
                  <a:moveTo>
                    <a:pt x="0" y="333390"/>
                  </a:moveTo>
                  <a:cubicBezTo>
                    <a:pt x="514350" y="333390"/>
                    <a:pt x="699072" y="1437375"/>
                    <a:pt x="1490980" y="1437375"/>
                  </a:cubicBezTo>
                  <a:cubicBezTo>
                    <a:pt x="2642870" y="1437375"/>
                    <a:pt x="2642870" y="0"/>
                    <a:pt x="3794697" y="0"/>
                  </a:cubicBezTo>
                  <a:cubicBezTo>
                    <a:pt x="4946523" y="0"/>
                    <a:pt x="4946650" y="2960175"/>
                    <a:pt x="6098413" y="2960175"/>
                  </a:cubicBezTo>
                  <a:cubicBezTo>
                    <a:pt x="7250176" y="2960175"/>
                    <a:pt x="7250303" y="571082"/>
                    <a:pt x="8402130" y="571082"/>
                  </a:cubicBezTo>
                  <a:cubicBezTo>
                    <a:pt x="9553956" y="571082"/>
                    <a:pt x="9490519" y="2769920"/>
                    <a:pt x="10642600" y="2769920"/>
                  </a:cubicBezTo>
                  <a:cubicBezTo>
                    <a:pt x="11588052" y="2769920"/>
                    <a:pt x="11586337" y="903964"/>
                    <a:pt x="12192000" y="235155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6"/>
            <p:cNvSpPr/>
            <p:nvPr/>
          </p:nvSpPr>
          <p:spPr>
            <a:xfrm flipH="1">
              <a:off x="218" y="989079"/>
              <a:ext cx="4572000" cy="1110066"/>
            </a:xfrm>
            <a:custGeom>
              <a:avLst/>
              <a:gdLst/>
              <a:ahLst/>
              <a:cxnLst/>
              <a:rect l="l" t="t" r="r" b="b"/>
              <a:pathLst>
                <a:path w="12192000" h="2960175" extrusionOk="0">
                  <a:moveTo>
                    <a:pt x="0" y="333390"/>
                  </a:moveTo>
                  <a:cubicBezTo>
                    <a:pt x="514350" y="333390"/>
                    <a:pt x="699072" y="1437375"/>
                    <a:pt x="1490980" y="1437375"/>
                  </a:cubicBezTo>
                  <a:cubicBezTo>
                    <a:pt x="2642870" y="1437375"/>
                    <a:pt x="2642870" y="0"/>
                    <a:pt x="3794697" y="0"/>
                  </a:cubicBezTo>
                  <a:cubicBezTo>
                    <a:pt x="4946523" y="0"/>
                    <a:pt x="4946650" y="2960175"/>
                    <a:pt x="6098413" y="2960175"/>
                  </a:cubicBezTo>
                  <a:cubicBezTo>
                    <a:pt x="7250176" y="2960175"/>
                    <a:pt x="7250303" y="571082"/>
                    <a:pt x="8402130" y="571082"/>
                  </a:cubicBezTo>
                  <a:cubicBezTo>
                    <a:pt x="9553956" y="571082"/>
                    <a:pt x="9490519" y="2769920"/>
                    <a:pt x="10642600" y="2769920"/>
                  </a:cubicBezTo>
                  <a:cubicBezTo>
                    <a:pt x="11588052" y="2769920"/>
                    <a:pt x="11586337" y="903964"/>
                    <a:pt x="12192000" y="235155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8" name="Google Shape;318;p6"/>
          <p:cNvSpPr txBox="1">
            <a:spLocks noGrp="1"/>
          </p:cNvSpPr>
          <p:nvPr>
            <p:ph type="title"/>
          </p:nvPr>
        </p:nvSpPr>
        <p:spPr>
          <a:xfrm>
            <a:off x="1241875" y="455000"/>
            <a:ext cx="66603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6"/>
          <p:cNvSpPr txBox="1">
            <a:spLocks noGrp="1"/>
          </p:cNvSpPr>
          <p:nvPr>
            <p:ph type="body" idx="1"/>
          </p:nvPr>
        </p:nvSpPr>
        <p:spPr>
          <a:xfrm>
            <a:off x="1241825" y="1125350"/>
            <a:ext cx="3111900" cy="273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1pPr>
            <a:lvl2pPr marL="914400" lvl="1" indent="-355600" rtl="0">
              <a:spcBef>
                <a:spcPts val="800"/>
              </a:spcBef>
              <a:spcAft>
                <a:spcPts val="0"/>
              </a:spcAft>
              <a:buSzPts val="2000"/>
              <a:buChar char="▸"/>
              <a:defRPr sz="2000"/>
            </a:lvl2pPr>
            <a:lvl3pPr marL="1371600" lvl="2" indent="-355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20" name="Google Shape;320;p6"/>
          <p:cNvSpPr txBox="1">
            <a:spLocks noGrp="1"/>
          </p:cNvSpPr>
          <p:nvPr>
            <p:ph type="body" idx="2"/>
          </p:nvPr>
        </p:nvSpPr>
        <p:spPr>
          <a:xfrm>
            <a:off x="4790250" y="1125350"/>
            <a:ext cx="3111900" cy="273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1pPr>
            <a:lvl2pPr marL="914400" lvl="1" indent="-355600" rtl="0">
              <a:spcBef>
                <a:spcPts val="800"/>
              </a:spcBef>
              <a:spcAft>
                <a:spcPts val="0"/>
              </a:spcAft>
              <a:buSzPts val="2000"/>
              <a:buChar char="▸"/>
              <a:defRPr sz="2000"/>
            </a:lvl2pPr>
            <a:lvl3pPr marL="1371600" lvl="2" indent="-355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21" name="Google Shape;321;p6"/>
          <p:cNvSpPr txBox="1">
            <a:spLocks noGrp="1"/>
          </p:cNvSpPr>
          <p:nvPr>
            <p:ph type="sldNum" idx="12"/>
          </p:nvPr>
        </p:nvSpPr>
        <p:spPr>
          <a:xfrm>
            <a:off x="4297650" y="4413799"/>
            <a:ext cx="548700" cy="72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2" name="Google Shape;322;p6"/>
          <p:cNvGrpSpPr/>
          <p:nvPr/>
        </p:nvGrpSpPr>
        <p:grpSpPr>
          <a:xfrm>
            <a:off x="138350" y="3775000"/>
            <a:ext cx="8847940" cy="1250750"/>
            <a:chOff x="138350" y="260325"/>
            <a:chExt cx="8847940" cy="1250750"/>
          </a:xfrm>
        </p:grpSpPr>
        <p:sp>
          <p:nvSpPr>
            <p:cNvPr id="323" name="Google Shape;323;p6"/>
            <p:cNvSpPr/>
            <p:nvPr/>
          </p:nvSpPr>
          <p:spPr>
            <a:xfrm>
              <a:off x="1499675" y="1250550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6"/>
            <p:cNvSpPr/>
            <p:nvPr/>
          </p:nvSpPr>
          <p:spPr>
            <a:xfrm>
              <a:off x="2661090" y="1269602"/>
              <a:ext cx="58200" cy="58200"/>
            </a:xfrm>
            <a:prstGeom prst="ellipse">
              <a:avLst/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6"/>
            <p:cNvSpPr/>
            <p:nvPr/>
          </p:nvSpPr>
          <p:spPr>
            <a:xfrm>
              <a:off x="964725" y="136487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6"/>
            <p:cNvSpPr/>
            <p:nvPr/>
          </p:nvSpPr>
          <p:spPr>
            <a:xfrm>
              <a:off x="2853765" y="1433827"/>
              <a:ext cx="58200" cy="58200"/>
            </a:xfrm>
            <a:prstGeom prst="ellipse">
              <a:avLst/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6"/>
            <p:cNvSpPr/>
            <p:nvPr/>
          </p:nvSpPr>
          <p:spPr>
            <a:xfrm>
              <a:off x="6511800" y="26032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6"/>
            <p:cNvSpPr/>
            <p:nvPr/>
          </p:nvSpPr>
          <p:spPr>
            <a:xfrm>
              <a:off x="922865" y="385427"/>
              <a:ext cx="58200" cy="58200"/>
            </a:xfrm>
            <a:prstGeom prst="ellipse">
              <a:avLst/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6"/>
            <p:cNvSpPr/>
            <p:nvPr/>
          </p:nvSpPr>
          <p:spPr>
            <a:xfrm>
              <a:off x="1669300" y="352130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6"/>
            <p:cNvSpPr/>
            <p:nvPr/>
          </p:nvSpPr>
          <p:spPr>
            <a:xfrm>
              <a:off x="138350" y="36637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6"/>
            <p:cNvSpPr/>
            <p:nvPr/>
          </p:nvSpPr>
          <p:spPr>
            <a:xfrm>
              <a:off x="5813290" y="1086177"/>
              <a:ext cx="58200" cy="58200"/>
            </a:xfrm>
            <a:prstGeom prst="ellipse">
              <a:avLst/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6"/>
            <p:cNvSpPr/>
            <p:nvPr/>
          </p:nvSpPr>
          <p:spPr>
            <a:xfrm>
              <a:off x="8192200" y="352130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6"/>
            <p:cNvSpPr/>
            <p:nvPr/>
          </p:nvSpPr>
          <p:spPr>
            <a:xfrm>
              <a:off x="3083050" y="588050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6"/>
            <p:cNvSpPr/>
            <p:nvPr/>
          </p:nvSpPr>
          <p:spPr>
            <a:xfrm>
              <a:off x="5905390" y="1269602"/>
              <a:ext cx="58200" cy="58200"/>
            </a:xfrm>
            <a:prstGeom prst="ellipse">
              <a:avLst/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6"/>
            <p:cNvSpPr/>
            <p:nvPr/>
          </p:nvSpPr>
          <p:spPr>
            <a:xfrm>
              <a:off x="3321725" y="1144805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6"/>
            <p:cNvSpPr/>
            <p:nvPr/>
          </p:nvSpPr>
          <p:spPr>
            <a:xfrm>
              <a:off x="5550600" y="1250550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6"/>
            <p:cNvSpPr/>
            <p:nvPr/>
          </p:nvSpPr>
          <p:spPr>
            <a:xfrm>
              <a:off x="7715565" y="1178102"/>
              <a:ext cx="58200" cy="58200"/>
            </a:xfrm>
            <a:prstGeom prst="ellipse">
              <a:avLst/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6"/>
            <p:cNvSpPr/>
            <p:nvPr/>
          </p:nvSpPr>
          <p:spPr>
            <a:xfrm>
              <a:off x="7255125" y="462680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6"/>
            <p:cNvSpPr/>
            <p:nvPr/>
          </p:nvSpPr>
          <p:spPr>
            <a:xfrm>
              <a:off x="8774600" y="141477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6"/>
            <p:cNvSpPr/>
            <p:nvPr/>
          </p:nvSpPr>
          <p:spPr>
            <a:xfrm>
              <a:off x="8928090" y="1269602"/>
              <a:ext cx="58200" cy="58200"/>
            </a:xfrm>
            <a:prstGeom prst="ellipse">
              <a:avLst/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6"/>
            <p:cNvSpPr/>
            <p:nvPr/>
          </p:nvSpPr>
          <p:spPr>
            <a:xfrm>
              <a:off x="7494550" y="1350630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6"/>
            <p:cNvSpPr/>
            <p:nvPr/>
          </p:nvSpPr>
          <p:spPr>
            <a:xfrm>
              <a:off x="4147815" y="607102"/>
              <a:ext cx="58200" cy="58200"/>
            </a:xfrm>
            <a:prstGeom prst="ellipse">
              <a:avLst/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6"/>
            <p:cNvSpPr/>
            <p:nvPr/>
          </p:nvSpPr>
          <p:spPr>
            <a:xfrm>
              <a:off x="4901365" y="385427"/>
              <a:ext cx="58200" cy="58200"/>
            </a:xfrm>
            <a:prstGeom prst="ellipse">
              <a:avLst/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6"/>
            <p:cNvSpPr/>
            <p:nvPr/>
          </p:nvSpPr>
          <p:spPr>
            <a:xfrm>
              <a:off x="5055300" y="47692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6"/>
            <p:cNvSpPr/>
            <p:nvPr/>
          </p:nvSpPr>
          <p:spPr>
            <a:xfrm>
              <a:off x="8316990" y="260327"/>
              <a:ext cx="58200" cy="58200"/>
            </a:xfrm>
            <a:prstGeom prst="ellipse">
              <a:avLst/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6"/>
            <p:cNvSpPr/>
            <p:nvPr/>
          </p:nvSpPr>
          <p:spPr>
            <a:xfrm>
              <a:off x="364940" y="1433827"/>
              <a:ext cx="58200" cy="58200"/>
            </a:xfrm>
            <a:prstGeom prst="ellipse">
              <a:avLst/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6"/>
            <p:cNvSpPr/>
            <p:nvPr/>
          </p:nvSpPr>
          <p:spPr>
            <a:xfrm>
              <a:off x="194015" y="1269602"/>
              <a:ext cx="58200" cy="58200"/>
            </a:xfrm>
            <a:prstGeom prst="ellipse">
              <a:avLst/>
            </a:prstGeom>
            <a:solidFill>
              <a:srgbClr val="4B77FF">
                <a:alpha val="20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8" name="Google Shape;348;p6"/>
          <p:cNvSpPr/>
          <p:nvPr/>
        </p:nvSpPr>
        <p:spPr>
          <a:xfrm>
            <a:off x="4212739" y="916323"/>
            <a:ext cx="718522" cy="200800"/>
          </a:xfrm>
          <a:custGeom>
            <a:avLst/>
            <a:gdLst/>
            <a:ahLst/>
            <a:cxnLst/>
            <a:rect l="l" t="t" r="r" b="b"/>
            <a:pathLst>
              <a:path w="1562005" h="436521" extrusionOk="0">
                <a:moveTo>
                  <a:pt x="937260" y="436521"/>
                </a:moveTo>
                <a:cubicBezTo>
                  <a:pt x="896645" y="436521"/>
                  <a:pt x="890776" y="349597"/>
                  <a:pt x="885947" y="206493"/>
                </a:cubicBezTo>
                <a:cubicBezTo>
                  <a:pt x="883770" y="141015"/>
                  <a:pt x="879699" y="18979"/>
                  <a:pt x="861522" y="18979"/>
                </a:cubicBezTo>
                <a:cubicBezTo>
                  <a:pt x="841357" y="18979"/>
                  <a:pt x="830659" y="96889"/>
                  <a:pt x="823653" y="148417"/>
                </a:cubicBezTo>
                <a:cubicBezTo>
                  <a:pt x="812860" y="226611"/>
                  <a:pt x="803582" y="294177"/>
                  <a:pt x="766849" y="294177"/>
                </a:cubicBezTo>
                <a:cubicBezTo>
                  <a:pt x="746210" y="294177"/>
                  <a:pt x="739394" y="277001"/>
                  <a:pt x="734376" y="264475"/>
                </a:cubicBezTo>
                <a:cubicBezTo>
                  <a:pt x="729359" y="251949"/>
                  <a:pt x="726235" y="246729"/>
                  <a:pt x="719513" y="246729"/>
                </a:cubicBezTo>
                <a:cubicBezTo>
                  <a:pt x="706543" y="246729"/>
                  <a:pt x="701336" y="266752"/>
                  <a:pt x="694993" y="297214"/>
                </a:cubicBezTo>
                <a:cubicBezTo>
                  <a:pt x="687419" y="333939"/>
                  <a:pt x="677951" y="379584"/>
                  <a:pt x="634307" y="379584"/>
                </a:cubicBezTo>
                <a:cubicBezTo>
                  <a:pt x="597480" y="379584"/>
                  <a:pt x="590095" y="315624"/>
                  <a:pt x="582332" y="247773"/>
                </a:cubicBezTo>
                <a:cubicBezTo>
                  <a:pt x="576746" y="199281"/>
                  <a:pt x="569078" y="132854"/>
                  <a:pt x="549102" y="132854"/>
                </a:cubicBezTo>
                <a:cubicBezTo>
                  <a:pt x="538404" y="132854"/>
                  <a:pt x="527895" y="170813"/>
                  <a:pt x="520700" y="195486"/>
                </a:cubicBezTo>
                <a:cubicBezTo>
                  <a:pt x="508393" y="239328"/>
                  <a:pt x="495801" y="284688"/>
                  <a:pt x="463896" y="284688"/>
                </a:cubicBezTo>
                <a:cubicBezTo>
                  <a:pt x="443447" y="284688"/>
                  <a:pt x="433696" y="256219"/>
                  <a:pt x="422335" y="222341"/>
                </a:cubicBezTo>
                <a:cubicBezTo>
                  <a:pt x="415235" y="201274"/>
                  <a:pt x="403401" y="166068"/>
                  <a:pt x="392892" y="166068"/>
                </a:cubicBezTo>
                <a:cubicBezTo>
                  <a:pt x="382383" y="166068"/>
                  <a:pt x="376608" y="180492"/>
                  <a:pt x="369129" y="195770"/>
                </a:cubicBezTo>
                <a:cubicBezTo>
                  <a:pt x="357958" y="218450"/>
                  <a:pt x="344041" y="246729"/>
                  <a:pt x="312325" y="246729"/>
                </a:cubicBezTo>
                <a:lnTo>
                  <a:pt x="0" y="246729"/>
                </a:lnTo>
                <a:lnTo>
                  <a:pt x="0" y="227750"/>
                </a:lnTo>
                <a:lnTo>
                  <a:pt x="312420" y="227750"/>
                </a:lnTo>
                <a:cubicBezTo>
                  <a:pt x="331355" y="227750"/>
                  <a:pt x="340159" y="211713"/>
                  <a:pt x="352183" y="187325"/>
                </a:cubicBezTo>
                <a:cubicBezTo>
                  <a:pt x="361650" y="167586"/>
                  <a:pt x="371874" y="147089"/>
                  <a:pt x="392892" y="147089"/>
                </a:cubicBezTo>
                <a:cubicBezTo>
                  <a:pt x="416844" y="147089"/>
                  <a:pt x="428299" y="180682"/>
                  <a:pt x="440228" y="216268"/>
                </a:cubicBezTo>
                <a:cubicBezTo>
                  <a:pt x="445625" y="232305"/>
                  <a:pt x="456891" y="265709"/>
                  <a:pt x="463802" y="265709"/>
                </a:cubicBezTo>
                <a:cubicBezTo>
                  <a:pt x="481600" y="265709"/>
                  <a:pt x="493245" y="223954"/>
                  <a:pt x="502618" y="190361"/>
                </a:cubicBezTo>
                <a:cubicBezTo>
                  <a:pt x="514073" y="149366"/>
                  <a:pt x="523919" y="113875"/>
                  <a:pt x="549007" y="113875"/>
                </a:cubicBezTo>
                <a:cubicBezTo>
                  <a:pt x="585835" y="113875"/>
                  <a:pt x="593219" y="177835"/>
                  <a:pt x="600982" y="245686"/>
                </a:cubicBezTo>
                <a:cubicBezTo>
                  <a:pt x="606568" y="294177"/>
                  <a:pt x="614237" y="360604"/>
                  <a:pt x="634213" y="360604"/>
                </a:cubicBezTo>
                <a:cubicBezTo>
                  <a:pt x="660437" y="360604"/>
                  <a:pt x="667916" y="334034"/>
                  <a:pt x="676437" y="293418"/>
                </a:cubicBezTo>
                <a:cubicBezTo>
                  <a:pt x="683064" y="261154"/>
                  <a:pt x="690070" y="227750"/>
                  <a:pt x="719418" y="227750"/>
                </a:cubicBezTo>
                <a:cubicBezTo>
                  <a:pt x="740057" y="227750"/>
                  <a:pt x="746873" y="244926"/>
                  <a:pt x="751891" y="257453"/>
                </a:cubicBezTo>
                <a:cubicBezTo>
                  <a:pt x="756908" y="269979"/>
                  <a:pt x="760033" y="275198"/>
                  <a:pt x="766754" y="275198"/>
                </a:cubicBezTo>
                <a:cubicBezTo>
                  <a:pt x="786920" y="275198"/>
                  <a:pt x="797618" y="197289"/>
                  <a:pt x="804624" y="145760"/>
                </a:cubicBezTo>
                <a:cubicBezTo>
                  <a:pt x="815416" y="67566"/>
                  <a:pt x="824694" y="0"/>
                  <a:pt x="861427" y="0"/>
                </a:cubicBezTo>
                <a:cubicBezTo>
                  <a:pt x="896172" y="0"/>
                  <a:pt x="900432" y="74398"/>
                  <a:pt x="904787" y="205924"/>
                </a:cubicBezTo>
                <a:cubicBezTo>
                  <a:pt x="907438" y="285067"/>
                  <a:pt x="911888" y="417542"/>
                  <a:pt x="937165" y="417542"/>
                </a:cubicBezTo>
                <a:cubicBezTo>
                  <a:pt x="966419" y="417542"/>
                  <a:pt x="977212" y="315814"/>
                  <a:pt x="984502" y="248437"/>
                </a:cubicBezTo>
                <a:cubicBezTo>
                  <a:pt x="993401" y="163980"/>
                  <a:pt x="998797" y="123365"/>
                  <a:pt x="1022371" y="123365"/>
                </a:cubicBezTo>
                <a:cubicBezTo>
                  <a:pt x="1050773" y="123365"/>
                  <a:pt x="1061944" y="158856"/>
                  <a:pt x="1073494" y="196435"/>
                </a:cubicBezTo>
                <a:cubicBezTo>
                  <a:pt x="1085044" y="234013"/>
                  <a:pt x="1097636" y="275198"/>
                  <a:pt x="1126511" y="275198"/>
                </a:cubicBezTo>
                <a:cubicBezTo>
                  <a:pt x="1139481" y="275198"/>
                  <a:pt x="1146108" y="268460"/>
                  <a:pt x="1156711" y="256219"/>
                </a:cubicBezTo>
                <a:cubicBezTo>
                  <a:pt x="1167315" y="243977"/>
                  <a:pt x="1182462" y="227750"/>
                  <a:pt x="1211716" y="227750"/>
                </a:cubicBezTo>
                <a:lnTo>
                  <a:pt x="1562005" y="227750"/>
                </a:lnTo>
                <a:lnTo>
                  <a:pt x="1562005" y="246729"/>
                </a:lnTo>
                <a:lnTo>
                  <a:pt x="1211811" y="246729"/>
                </a:lnTo>
                <a:cubicBezTo>
                  <a:pt x="1191078" y="246729"/>
                  <a:pt x="1181705" y="257168"/>
                  <a:pt x="1170912" y="269315"/>
                </a:cubicBezTo>
                <a:cubicBezTo>
                  <a:pt x="1160120" y="281461"/>
                  <a:pt x="1148759" y="294177"/>
                  <a:pt x="1126606" y="294177"/>
                </a:cubicBezTo>
                <a:cubicBezTo>
                  <a:pt x="1083719" y="294177"/>
                  <a:pt x="1068666" y="245211"/>
                  <a:pt x="1055412" y="202033"/>
                </a:cubicBezTo>
                <a:cubicBezTo>
                  <a:pt x="1046607" y="173565"/>
                  <a:pt x="1037424" y="143198"/>
                  <a:pt x="1023128" y="142344"/>
                </a:cubicBezTo>
                <a:cubicBezTo>
                  <a:pt x="1013661" y="149746"/>
                  <a:pt x="1007697" y="207822"/>
                  <a:pt x="1003247" y="250430"/>
                </a:cubicBezTo>
                <a:cubicBezTo>
                  <a:pt x="993496" y="341910"/>
                  <a:pt x="983555" y="436521"/>
                  <a:pt x="937260" y="436521"/>
                </a:cubicBezTo>
                <a:close/>
              </a:path>
            </a:pathLst>
          </a:custGeom>
          <a:gradFill>
            <a:gsLst>
              <a:gs pos="0">
                <a:srgbClr val="8097FF">
                  <a:alpha val="0"/>
                </a:srgbClr>
              </a:gs>
              <a:gs pos="22000">
                <a:schemeClr val="accent1"/>
              </a:gs>
              <a:gs pos="76000">
                <a:schemeClr val="accent1"/>
              </a:gs>
              <a:gs pos="100000">
                <a:srgbClr val="8097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0"/>
          <p:cNvSpPr txBox="1">
            <a:spLocks noGrp="1"/>
          </p:cNvSpPr>
          <p:nvPr>
            <p:ph type="sldNum" idx="12"/>
          </p:nvPr>
        </p:nvSpPr>
        <p:spPr>
          <a:xfrm>
            <a:off x="4297650" y="4413799"/>
            <a:ext cx="548700" cy="72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80" name="Google Shape;580;p10"/>
          <p:cNvGrpSpPr/>
          <p:nvPr/>
        </p:nvGrpSpPr>
        <p:grpSpPr>
          <a:xfrm>
            <a:off x="218" y="3708336"/>
            <a:ext cx="9143345" cy="1231682"/>
            <a:chOff x="218" y="898161"/>
            <a:chExt cx="9143345" cy="1231682"/>
          </a:xfrm>
        </p:grpSpPr>
        <p:sp>
          <p:nvSpPr>
            <p:cNvPr id="581" name="Google Shape;581;p10"/>
            <p:cNvSpPr/>
            <p:nvPr/>
          </p:nvSpPr>
          <p:spPr>
            <a:xfrm>
              <a:off x="4567150" y="1374616"/>
              <a:ext cx="236742" cy="232824"/>
            </a:xfrm>
            <a:custGeom>
              <a:avLst/>
              <a:gdLst/>
              <a:ahLst/>
              <a:cxnLst/>
              <a:rect l="l" t="t" r="r" b="b"/>
              <a:pathLst>
                <a:path w="618934" h="620864" extrusionOk="0">
                  <a:moveTo>
                    <a:pt x="0" y="0"/>
                  </a:moveTo>
                  <a:lnTo>
                    <a:pt x="0" y="620865"/>
                  </a:lnTo>
                  <a:lnTo>
                    <a:pt x="618935" y="620865"/>
                  </a:lnTo>
                  <a:cubicBezTo>
                    <a:pt x="480632" y="309101"/>
                    <a:pt x="339535" y="1459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FFC229"/>
                </a:gs>
                <a:gs pos="100000">
                  <a:srgbClr val="FF826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10"/>
            <p:cNvSpPr/>
            <p:nvPr/>
          </p:nvSpPr>
          <p:spPr>
            <a:xfrm flipH="1">
              <a:off x="4340118" y="1374612"/>
              <a:ext cx="232100" cy="232824"/>
            </a:xfrm>
            <a:custGeom>
              <a:avLst/>
              <a:gdLst/>
              <a:ahLst/>
              <a:cxnLst/>
              <a:rect l="l" t="t" r="r" b="b"/>
              <a:pathLst>
                <a:path w="618934" h="620864" extrusionOk="0">
                  <a:moveTo>
                    <a:pt x="0" y="0"/>
                  </a:moveTo>
                  <a:lnTo>
                    <a:pt x="0" y="620865"/>
                  </a:lnTo>
                  <a:lnTo>
                    <a:pt x="618935" y="620865"/>
                  </a:lnTo>
                  <a:cubicBezTo>
                    <a:pt x="480632" y="309101"/>
                    <a:pt x="339535" y="1459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BEF176"/>
                </a:gs>
                <a:gs pos="100000">
                  <a:srgbClr val="FFC229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10"/>
            <p:cNvSpPr/>
            <p:nvPr/>
          </p:nvSpPr>
          <p:spPr>
            <a:xfrm>
              <a:off x="4765540" y="1606642"/>
              <a:ext cx="753451" cy="523201"/>
            </a:xfrm>
            <a:custGeom>
              <a:avLst/>
              <a:gdLst/>
              <a:ahLst/>
              <a:cxnLst/>
              <a:rect l="l" t="t" r="r" b="b"/>
              <a:pathLst>
                <a:path w="2009203" h="1395202" extrusionOk="0">
                  <a:moveTo>
                    <a:pt x="1005142" y="1395202"/>
                  </a:moveTo>
                  <a:cubicBezTo>
                    <a:pt x="1434656" y="1395202"/>
                    <a:pt x="1742377" y="650418"/>
                    <a:pt x="2009204" y="0"/>
                  </a:cubicBezTo>
                  <a:lnTo>
                    <a:pt x="0" y="0"/>
                  </a:lnTo>
                  <a:cubicBezTo>
                    <a:pt x="310706" y="521742"/>
                    <a:pt x="470408" y="1395202"/>
                    <a:pt x="1005142" y="1395202"/>
                  </a:cubicBezTo>
                  <a:close/>
                </a:path>
              </a:pathLst>
            </a:custGeom>
            <a:gradFill>
              <a:gsLst>
                <a:gs pos="0">
                  <a:srgbClr val="FF826C"/>
                </a:gs>
                <a:gs pos="100000">
                  <a:srgbClr val="FF3E4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10"/>
            <p:cNvSpPr/>
            <p:nvPr/>
          </p:nvSpPr>
          <p:spPr>
            <a:xfrm>
              <a:off x="4803711" y="1606642"/>
              <a:ext cx="426243" cy="242789"/>
            </a:xfrm>
            <a:custGeom>
              <a:avLst/>
              <a:gdLst/>
              <a:ahLst/>
              <a:cxnLst/>
              <a:rect l="l" t="t" r="r" b="b"/>
              <a:pathLst>
                <a:path w="1136649" h="647437" extrusionOk="0">
                  <a:moveTo>
                    <a:pt x="632968" y="647437"/>
                  </a:moveTo>
                  <a:cubicBezTo>
                    <a:pt x="884492" y="647437"/>
                    <a:pt x="1023684" y="362626"/>
                    <a:pt x="1136650" y="0"/>
                  </a:cubicBezTo>
                  <a:lnTo>
                    <a:pt x="0" y="0"/>
                  </a:lnTo>
                  <a:cubicBezTo>
                    <a:pt x="142494" y="321467"/>
                    <a:pt x="282067" y="647437"/>
                    <a:pt x="632968" y="647437"/>
                  </a:cubicBezTo>
                  <a:close/>
                </a:path>
              </a:pathLst>
            </a:custGeom>
            <a:solidFill>
              <a:srgbClr val="33E7FF">
                <a:alpha val="597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10"/>
            <p:cNvSpPr/>
            <p:nvPr/>
          </p:nvSpPr>
          <p:spPr>
            <a:xfrm>
              <a:off x="5519015" y="1249917"/>
              <a:ext cx="481965" cy="356728"/>
            </a:xfrm>
            <a:custGeom>
              <a:avLst/>
              <a:gdLst/>
              <a:ahLst/>
              <a:cxnLst/>
              <a:rect l="l" t="t" r="r" b="b"/>
              <a:pathLst>
                <a:path w="1285240" h="951274" extrusionOk="0">
                  <a:moveTo>
                    <a:pt x="584200" y="0"/>
                  </a:moveTo>
                  <a:cubicBezTo>
                    <a:pt x="388938" y="0"/>
                    <a:pt x="206692" y="447289"/>
                    <a:pt x="0" y="951274"/>
                  </a:cubicBezTo>
                  <a:lnTo>
                    <a:pt x="1285240" y="951274"/>
                  </a:lnTo>
                  <a:cubicBezTo>
                    <a:pt x="1028509" y="509883"/>
                    <a:pt x="837755" y="0"/>
                    <a:pt x="584200" y="0"/>
                  </a:cubicBezTo>
                  <a:close/>
                </a:path>
              </a:pathLst>
            </a:custGeom>
            <a:solidFill>
              <a:srgbClr val="83288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10"/>
            <p:cNvSpPr/>
            <p:nvPr/>
          </p:nvSpPr>
          <p:spPr>
            <a:xfrm>
              <a:off x="5229955" y="1040852"/>
              <a:ext cx="686062" cy="565794"/>
            </a:xfrm>
            <a:custGeom>
              <a:avLst/>
              <a:gdLst/>
              <a:ahLst/>
              <a:cxnLst/>
              <a:rect l="l" t="t" r="r" b="b"/>
              <a:pathLst>
                <a:path w="1829498" h="1508784" extrusionOk="0">
                  <a:moveTo>
                    <a:pt x="815658" y="0"/>
                  </a:moveTo>
                  <a:cubicBezTo>
                    <a:pt x="315468" y="0"/>
                    <a:pt x="197866" y="873714"/>
                    <a:pt x="0" y="1508784"/>
                  </a:cubicBezTo>
                  <a:lnTo>
                    <a:pt x="1829498" y="1508784"/>
                  </a:lnTo>
                  <a:cubicBezTo>
                    <a:pt x="1541526" y="928000"/>
                    <a:pt x="1355789" y="0"/>
                    <a:pt x="815658" y="0"/>
                  </a:cubicBezTo>
                  <a:close/>
                </a:path>
              </a:pathLst>
            </a:custGeom>
            <a:solidFill>
              <a:srgbClr val="FFA22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10"/>
            <p:cNvSpPr/>
            <p:nvPr/>
          </p:nvSpPr>
          <p:spPr>
            <a:xfrm>
              <a:off x="5916017" y="1606642"/>
              <a:ext cx="392906" cy="171443"/>
            </a:xfrm>
            <a:custGeom>
              <a:avLst/>
              <a:gdLst/>
              <a:ahLst/>
              <a:cxnLst/>
              <a:rect l="l" t="t" r="r" b="b"/>
              <a:pathLst>
                <a:path w="1047750" h="457182" extrusionOk="0">
                  <a:moveTo>
                    <a:pt x="500190" y="457182"/>
                  </a:moveTo>
                  <a:cubicBezTo>
                    <a:pt x="745744" y="457182"/>
                    <a:pt x="914019" y="257605"/>
                    <a:pt x="1047750" y="0"/>
                  </a:cubicBezTo>
                  <a:lnTo>
                    <a:pt x="0" y="0"/>
                  </a:lnTo>
                  <a:cubicBezTo>
                    <a:pt x="131191" y="264645"/>
                    <a:pt x="283528" y="457182"/>
                    <a:pt x="500190" y="457182"/>
                  </a:cubicBezTo>
                  <a:close/>
                </a:path>
              </a:pathLst>
            </a:custGeom>
            <a:gradFill>
              <a:gsLst>
                <a:gs pos="0">
                  <a:srgbClr val="A54FA6"/>
                </a:gs>
                <a:gs pos="100000">
                  <a:srgbClr val="F702A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10"/>
            <p:cNvSpPr/>
            <p:nvPr/>
          </p:nvSpPr>
          <p:spPr>
            <a:xfrm>
              <a:off x="7745341" y="1606642"/>
              <a:ext cx="493657" cy="242765"/>
            </a:xfrm>
            <a:custGeom>
              <a:avLst/>
              <a:gdLst/>
              <a:ahLst/>
              <a:cxnLst/>
              <a:rect l="l" t="t" r="r" b="b"/>
              <a:pathLst>
                <a:path w="1316418" h="647373" extrusionOk="0">
                  <a:moveTo>
                    <a:pt x="475298" y="345376"/>
                  </a:moveTo>
                  <a:cubicBezTo>
                    <a:pt x="465201" y="345376"/>
                    <a:pt x="457010" y="353551"/>
                    <a:pt x="457010" y="363640"/>
                  </a:cubicBezTo>
                  <a:cubicBezTo>
                    <a:pt x="457010" y="373730"/>
                    <a:pt x="465201" y="381905"/>
                    <a:pt x="475298" y="381905"/>
                  </a:cubicBezTo>
                  <a:cubicBezTo>
                    <a:pt x="485394" y="381905"/>
                    <a:pt x="493586" y="373730"/>
                    <a:pt x="493586" y="363640"/>
                  </a:cubicBezTo>
                  <a:cubicBezTo>
                    <a:pt x="493586" y="353551"/>
                    <a:pt x="485394" y="345376"/>
                    <a:pt x="475298" y="345376"/>
                  </a:cubicBezTo>
                  <a:close/>
                  <a:moveTo>
                    <a:pt x="475298" y="436698"/>
                  </a:moveTo>
                  <a:cubicBezTo>
                    <a:pt x="465201" y="436698"/>
                    <a:pt x="457010" y="444873"/>
                    <a:pt x="457010" y="454963"/>
                  </a:cubicBezTo>
                  <a:cubicBezTo>
                    <a:pt x="457010" y="465053"/>
                    <a:pt x="465201" y="473227"/>
                    <a:pt x="475298" y="473227"/>
                  </a:cubicBezTo>
                  <a:cubicBezTo>
                    <a:pt x="485394" y="473227"/>
                    <a:pt x="493586" y="465053"/>
                    <a:pt x="493586" y="454963"/>
                  </a:cubicBezTo>
                  <a:cubicBezTo>
                    <a:pt x="493586" y="444873"/>
                    <a:pt x="485394" y="436698"/>
                    <a:pt x="475298" y="436698"/>
                  </a:cubicBezTo>
                  <a:close/>
                  <a:moveTo>
                    <a:pt x="475298" y="528021"/>
                  </a:moveTo>
                  <a:cubicBezTo>
                    <a:pt x="465138" y="527983"/>
                    <a:pt x="456947" y="536164"/>
                    <a:pt x="456883" y="546285"/>
                  </a:cubicBezTo>
                  <a:cubicBezTo>
                    <a:pt x="456819" y="556407"/>
                    <a:pt x="465011" y="564638"/>
                    <a:pt x="475171" y="564676"/>
                  </a:cubicBezTo>
                  <a:cubicBezTo>
                    <a:pt x="485331" y="564714"/>
                    <a:pt x="493523" y="556533"/>
                    <a:pt x="493586" y="546412"/>
                  </a:cubicBezTo>
                  <a:cubicBezTo>
                    <a:pt x="493586" y="546367"/>
                    <a:pt x="493586" y="546330"/>
                    <a:pt x="493586" y="546285"/>
                  </a:cubicBezTo>
                  <a:cubicBezTo>
                    <a:pt x="493586" y="536195"/>
                    <a:pt x="485394" y="528021"/>
                    <a:pt x="475298" y="528021"/>
                  </a:cubicBezTo>
                  <a:close/>
                  <a:moveTo>
                    <a:pt x="429578" y="25748"/>
                  </a:moveTo>
                  <a:cubicBezTo>
                    <a:pt x="419481" y="25748"/>
                    <a:pt x="411290" y="33922"/>
                    <a:pt x="411290" y="44012"/>
                  </a:cubicBezTo>
                  <a:cubicBezTo>
                    <a:pt x="411290" y="54102"/>
                    <a:pt x="419481" y="62277"/>
                    <a:pt x="429578" y="62277"/>
                  </a:cubicBezTo>
                  <a:cubicBezTo>
                    <a:pt x="439675" y="62277"/>
                    <a:pt x="447866" y="54102"/>
                    <a:pt x="447866" y="44012"/>
                  </a:cubicBezTo>
                  <a:cubicBezTo>
                    <a:pt x="447739" y="33998"/>
                    <a:pt x="439611" y="25938"/>
                    <a:pt x="429578" y="25938"/>
                  </a:cubicBezTo>
                  <a:close/>
                  <a:moveTo>
                    <a:pt x="475298" y="162731"/>
                  </a:moveTo>
                  <a:cubicBezTo>
                    <a:pt x="465201" y="162731"/>
                    <a:pt x="457010" y="170906"/>
                    <a:pt x="457010" y="180996"/>
                  </a:cubicBezTo>
                  <a:cubicBezTo>
                    <a:pt x="457010" y="191086"/>
                    <a:pt x="465201" y="199260"/>
                    <a:pt x="475298" y="199260"/>
                  </a:cubicBezTo>
                  <a:cubicBezTo>
                    <a:pt x="485394" y="199260"/>
                    <a:pt x="493586" y="191086"/>
                    <a:pt x="493586" y="180996"/>
                  </a:cubicBezTo>
                  <a:cubicBezTo>
                    <a:pt x="493586" y="170906"/>
                    <a:pt x="485394" y="162731"/>
                    <a:pt x="475298" y="162731"/>
                  </a:cubicBezTo>
                  <a:close/>
                  <a:moveTo>
                    <a:pt x="521018" y="573682"/>
                  </a:moveTo>
                  <a:cubicBezTo>
                    <a:pt x="510922" y="573682"/>
                    <a:pt x="502730" y="581856"/>
                    <a:pt x="502730" y="591946"/>
                  </a:cubicBezTo>
                  <a:cubicBezTo>
                    <a:pt x="502730" y="591946"/>
                    <a:pt x="502730" y="591946"/>
                    <a:pt x="502730" y="592263"/>
                  </a:cubicBezTo>
                  <a:cubicBezTo>
                    <a:pt x="512826" y="596747"/>
                    <a:pt x="523113" y="600971"/>
                    <a:pt x="533591" y="604947"/>
                  </a:cubicBezTo>
                  <a:cubicBezTo>
                    <a:pt x="541020" y="598123"/>
                    <a:pt x="541528" y="586568"/>
                    <a:pt x="534670" y="579142"/>
                  </a:cubicBezTo>
                  <a:cubicBezTo>
                    <a:pt x="531114" y="575293"/>
                    <a:pt x="526098" y="573143"/>
                    <a:pt x="520891" y="573238"/>
                  </a:cubicBezTo>
                  <a:close/>
                  <a:moveTo>
                    <a:pt x="475298" y="254054"/>
                  </a:moveTo>
                  <a:cubicBezTo>
                    <a:pt x="465201" y="254054"/>
                    <a:pt x="457010" y="262228"/>
                    <a:pt x="457010" y="272318"/>
                  </a:cubicBezTo>
                  <a:cubicBezTo>
                    <a:pt x="457010" y="282408"/>
                    <a:pt x="465201" y="290583"/>
                    <a:pt x="475298" y="290583"/>
                  </a:cubicBezTo>
                  <a:cubicBezTo>
                    <a:pt x="485394" y="290583"/>
                    <a:pt x="493586" y="282408"/>
                    <a:pt x="493586" y="272318"/>
                  </a:cubicBezTo>
                  <a:cubicBezTo>
                    <a:pt x="493459" y="262304"/>
                    <a:pt x="485331" y="254244"/>
                    <a:pt x="475298" y="254244"/>
                  </a:cubicBezTo>
                  <a:close/>
                  <a:moveTo>
                    <a:pt x="475298" y="71409"/>
                  </a:moveTo>
                  <a:cubicBezTo>
                    <a:pt x="465201" y="71409"/>
                    <a:pt x="457010" y="79584"/>
                    <a:pt x="457010" y="89673"/>
                  </a:cubicBezTo>
                  <a:cubicBezTo>
                    <a:pt x="457010" y="99763"/>
                    <a:pt x="465201" y="107938"/>
                    <a:pt x="475298" y="107938"/>
                  </a:cubicBezTo>
                  <a:cubicBezTo>
                    <a:pt x="485394" y="107938"/>
                    <a:pt x="493586" y="99763"/>
                    <a:pt x="493586" y="89673"/>
                  </a:cubicBezTo>
                  <a:cubicBezTo>
                    <a:pt x="493586" y="79584"/>
                    <a:pt x="485394" y="71409"/>
                    <a:pt x="475298" y="71409"/>
                  </a:cubicBezTo>
                  <a:close/>
                  <a:moveTo>
                    <a:pt x="521018" y="482359"/>
                  </a:moveTo>
                  <a:cubicBezTo>
                    <a:pt x="510922" y="482359"/>
                    <a:pt x="502730" y="490534"/>
                    <a:pt x="502730" y="500624"/>
                  </a:cubicBezTo>
                  <a:cubicBezTo>
                    <a:pt x="502730" y="510714"/>
                    <a:pt x="510922" y="518888"/>
                    <a:pt x="521018" y="518888"/>
                  </a:cubicBezTo>
                  <a:cubicBezTo>
                    <a:pt x="531114" y="518888"/>
                    <a:pt x="539306" y="510714"/>
                    <a:pt x="539306" y="500624"/>
                  </a:cubicBezTo>
                  <a:cubicBezTo>
                    <a:pt x="539179" y="490610"/>
                    <a:pt x="531051" y="482550"/>
                    <a:pt x="521018" y="482550"/>
                  </a:cubicBezTo>
                  <a:close/>
                  <a:moveTo>
                    <a:pt x="383858" y="162731"/>
                  </a:moveTo>
                  <a:cubicBezTo>
                    <a:pt x="373762" y="162731"/>
                    <a:pt x="365570" y="170906"/>
                    <a:pt x="365570" y="180996"/>
                  </a:cubicBezTo>
                  <a:cubicBezTo>
                    <a:pt x="365570" y="191086"/>
                    <a:pt x="373762" y="199260"/>
                    <a:pt x="383858" y="199260"/>
                  </a:cubicBezTo>
                  <a:cubicBezTo>
                    <a:pt x="393954" y="199260"/>
                    <a:pt x="402146" y="191086"/>
                    <a:pt x="402146" y="180996"/>
                  </a:cubicBezTo>
                  <a:cubicBezTo>
                    <a:pt x="402146" y="170906"/>
                    <a:pt x="393954" y="162731"/>
                    <a:pt x="383858" y="162731"/>
                  </a:cubicBezTo>
                  <a:close/>
                  <a:moveTo>
                    <a:pt x="383858" y="254054"/>
                  </a:moveTo>
                  <a:cubicBezTo>
                    <a:pt x="373762" y="254054"/>
                    <a:pt x="365570" y="262228"/>
                    <a:pt x="365570" y="272318"/>
                  </a:cubicBezTo>
                  <a:cubicBezTo>
                    <a:pt x="365570" y="282408"/>
                    <a:pt x="373762" y="290583"/>
                    <a:pt x="383858" y="290583"/>
                  </a:cubicBezTo>
                  <a:cubicBezTo>
                    <a:pt x="393954" y="290583"/>
                    <a:pt x="402146" y="282408"/>
                    <a:pt x="402146" y="272318"/>
                  </a:cubicBezTo>
                  <a:cubicBezTo>
                    <a:pt x="402019" y="262304"/>
                    <a:pt x="393891" y="254244"/>
                    <a:pt x="383858" y="254244"/>
                  </a:cubicBezTo>
                  <a:close/>
                  <a:moveTo>
                    <a:pt x="383858" y="71409"/>
                  </a:moveTo>
                  <a:cubicBezTo>
                    <a:pt x="373762" y="71409"/>
                    <a:pt x="365570" y="79584"/>
                    <a:pt x="365570" y="89673"/>
                  </a:cubicBezTo>
                  <a:cubicBezTo>
                    <a:pt x="365570" y="99763"/>
                    <a:pt x="373762" y="107938"/>
                    <a:pt x="383858" y="107938"/>
                  </a:cubicBezTo>
                  <a:cubicBezTo>
                    <a:pt x="393954" y="107938"/>
                    <a:pt x="402146" y="99763"/>
                    <a:pt x="402146" y="89673"/>
                  </a:cubicBezTo>
                  <a:cubicBezTo>
                    <a:pt x="402146" y="79584"/>
                    <a:pt x="393954" y="71409"/>
                    <a:pt x="383858" y="71409"/>
                  </a:cubicBezTo>
                  <a:close/>
                  <a:moveTo>
                    <a:pt x="383858" y="345376"/>
                  </a:moveTo>
                  <a:cubicBezTo>
                    <a:pt x="373762" y="345376"/>
                    <a:pt x="365570" y="353551"/>
                    <a:pt x="365570" y="363640"/>
                  </a:cubicBezTo>
                  <a:cubicBezTo>
                    <a:pt x="365570" y="373730"/>
                    <a:pt x="373762" y="381905"/>
                    <a:pt x="383858" y="381905"/>
                  </a:cubicBezTo>
                  <a:cubicBezTo>
                    <a:pt x="393954" y="381905"/>
                    <a:pt x="402146" y="373730"/>
                    <a:pt x="402146" y="363640"/>
                  </a:cubicBezTo>
                  <a:cubicBezTo>
                    <a:pt x="402146" y="353551"/>
                    <a:pt x="393954" y="345376"/>
                    <a:pt x="383858" y="345376"/>
                  </a:cubicBezTo>
                  <a:close/>
                  <a:moveTo>
                    <a:pt x="429578" y="208392"/>
                  </a:moveTo>
                  <a:cubicBezTo>
                    <a:pt x="419481" y="208392"/>
                    <a:pt x="411290" y="216567"/>
                    <a:pt x="411290" y="226657"/>
                  </a:cubicBezTo>
                  <a:cubicBezTo>
                    <a:pt x="411290" y="236747"/>
                    <a:pt x="419481" y="244921"/>
                    <a:pt x="429578" y="244921"/>
                  </a:cubicBezTo>
                  <a:cubicBezTo>
                    <a:pt x="439675" y="244921"/>
                    <a:pt x="447866" y="236747"/>
                    <a:pt x="447866" y="226657"/>
                  </a:cubicBezTo>
                  <a:cubicBezTo>
                    <a:pt x="447866" y="216567"/>
                    <a:pt x="439675" y="208392"/>
                    <a:pt x="429578" y="208392"/>
                  </a:cubicBezTo>
                  <a:close/>
                  <a:moveTo>
                    <a:pt x="429578" y="117070"/>
                  </a:moveTo>
                  <a:cubicBezTo>
                    <a:pt x="419481" y="117070"/>
                    <a:pt x="411290" y="125245"/>
                    <a:pt x="411290" y="135335"/>
                  </a:cubicBezTo>
                  <a:cubicBezTo>
                    <a:pt x="411290" y="145424"/>
                    <a:pt x="419481" y="153599"/>
                    <a:pt x="429578" y="153599"/>
                  </a:cubicBezTo>
                  <a:cubicBezTo>
                    <a:pt x="439675" y="153599"/>
                    <a:pt x="447866" y="145424"/>
                    <a:pt x="447866" y="135335"/>
                  </a:cubicBezTo>
                  <a:cubicBezTo>
                    <a:pt x="447866" y="125245"/>
                    <a:pt x="439675" y="117070"/>
                    <a:pt x="429578" y="117070"/>
                  </a:cubicBezTo>
                  <a:close/>
                  <a:moveTo>
                    <a:pt x="429578" y="299715"/>
                  </a:moveTo>
                  <a:cubicBezTo>
                    <a:pt x="419481" y="299715"/>
                    <a:pt x="411290" y="307890"/>
                    <a:pt x="411290" y="317979"/>
                  </a:cubicBezTo>
                  <a:cubicBezTo>
                    <a:pt x="411290" y="328069"/>
                    <a:pt x="419481" y="336244"/>
                    <a:pt x="429578" y="336244"/>
                  </a:cubicBezTo>
                  <a:cubicBezTo>
                    <a:pt x="439675" y="336244"/>
                    <a:pt x="447866" y="328069"/>
                    <a:pt x="447866" y="317979"/>
                  </a:cubicBezTo>
                  <a:cubicBezTo>
                    <a:pt x="447866" y="307890"/>
                    <a:pt x="439675" y="299715"/>
                    <a:pt x="429578" y="299715"/>
                  </a:cubicBezTo>
                  <a:close/>
                  <a:moveTo>
                    <a:pt x="429578" y="482359"/>
                  </a:moveTo>
                  <a:cubicBezTo>
                    <a:pt x="419481" y="482359"/>
                    <a:pt x="411290" y="490534"/>
                    <a:pt x="411290" y="500624"/>
                  </a:cubicBezTo>
                  <a:cubicBezTo>
                    <a:pt x="411290" y="510714"/>
                    <a:pt x="419481" y="518888"/>
                    <a:pt x="429578" y="518888"/>
                  </a:cubicBezTo>
                  <a:cubicBezTo>
                    <a:pt x="439675" y="518888"/>
                    <a:pt x="447866" y="510714"/>
                    <a:pt x="447866" y="500624"/>
                  </a:cubicBezTo>
                  <a:cubicBezTo>
                    <a:pt x="447739" y="490610"/>
                    <a:pt x="439611" y="482550"/>
                    <a:pt x="429578" y="482550"/>
                  </a:cubicBezTo>
                  <a:close/>
                  <a:moveTo>
                    <a:pt x="429578" y="391037"/>
                  </a:moveTo>
                  <a:cubicBezTo>
                    <a:pt x="419481" y="391037"/>
                    <a:pt x="411290" y="399212"/>
                    <a:pt x="411290" y="409302"/>
                  </a:cubicBezTo>
                  <a:cubicBezTo>
                    <a:pt x="411290" y="419391"/>
                    <a:pt x="419481" y="427566"/>
                    <a:pt x="429578" y="427566"/>
                  </a:cubicBezTo>
                  <a:cubicBezTo>
                    <a:pt x="439675" y="427566"/>
                    <a:pt x="447866" y="419391"/>
                    <a:pt x="447866" y="409302"/>
                  </a:cubicBezTo>
                  <a:cubicBezTo>
                    <a:pt x="447866" y="399212"/>
                    <a:pt x="439675" y="391037"/>
                    <a:pt x="429578" y="391037"/>
                  </a:cubicBezTo>
                  <a:close/>
                  <a:moveTo>
                    <a:pt x="566738" y="71409"/>
                  </a:moveTo>
                  <a:cubicBezTo>
                    <a:pt x="556641" y="71409"/>
                    <a:pt x="548450" y="79584"/>
                    <a:pt x="548450" y="89673"/>
                  </a:cubicBezTo>
                  <a:cubicBezTo>
                    <a:pt x="548450" y="99763"/>
                    <a:pt x="556641" y="107938"/>
                    <a:pt x="566738" y="107938"/>
                  </a:cubicBezTo>
                  <a:cubicBezTo>
                    <a:pt x="576835" y="107938"/>
                    <a:pt x="585026" y="99763"/>
                    <a:pt x="585026" y="89673"/>
                  </a:cubicBezTo>
                  <a:cubicBezTo>
                    <a:pt x="585026" y="79584"/>
                    <a:pt x="576835" y="71409"/>
                    <a:pt x="566738" y="71409"/>
                  </a:cubicBezTo>
                  <a:close/>
                  <a:moveTo>
                    <a:pt x="612458" y="391037"/>
                  </a:moveTo>
                  <a:cubicBezTo>
                    <a:pt x="602362" y="391037"/>
                    <a:pt x="594170" y="399212"/>
                    <a:pt x="594170" y="409302"/>
                  </a:cubicBezTo>
                  <a:cubicBezTo>
                    <a:pt x="594170" y="419391"/>
                    <a:pt x="602362" y="427566"/>
                    <a:pt x="612458" y="427566"/>
                  </a:cubicBezTo>
                  <a:cubicBezTo>
                    <a:pt x="622554" y="427566"/>
                    <a:pt x="630746" y="419391"/>
                    <a:pt x="630746" y="409302"/>
                  </a:cubicBezTo>
                  <a:cubicBezTo>
                    <a:pt x="630746" y="399212"/>
                    <a:pt x="622554" y="391037"/>
                    <a:pt x="612458" y="391037"/>
                  </a:cubicBezTo>
                  <a:close/>
                  <a:moveTo>
                    <a:pt x="612458" y="299715"/>
                  </a:moveTo>
                  <a:cubicBezTo>
                    <a:pt x="602362" y="299715"/>
                    <a:pt x="594170" y="307890"/>
                    <a:pt x="594170" y="317979"/>
                  </a:cubicBezTo>
                  <a:cubicBezTo>
                    <a:pt x="594170" y="328069"/>
                    <a:pt x="602362" y="336244"/>
                    <a:pt x="612458" y="336244"/>
                  </a:cubicBezTo>
                  <a:cubicBezTo>
                    <a:pt x="622554" y="336244"/>
                    <a:pt x="630746" y="328069"/>
                    <a:pt x="630746" y="317979"/>
                  </a:cubicBezTo>
                  <a:cubicBezTo>
                    <a:pt x="630746" y="307890"/>
                    <a:pt x="622554" y="299715"/>
                    <a:pt x="612458" y="299715"/>
                  </a:cubicBezTo>
                  <a:close/>
                  <a:moveTo>
                    <a:pt x="612458" y="482359"/>
                  </a:moveTo>
                  <a:cubicBezTo>
                    <a:pt x="602362" y="482359"/>
                    <a:pt x="594170" y="490534"/>
                    <a:pt x="594170" y="500624"/>
                  </a:cubicBezTo>
                  <a:cubicBezTo>
                    <a:pt x="594170" y="510714"/>
                    <a:pt x="602362" y="518888"/>
                    <a:pt x="612458" y="518888"/>
                  </a:cubicBezTo>
                  <a:cubicBezTo>
                    <a:pt x="622554" y="518888"/>
                    <a:pt x="630746" y="510714"/>
                    <a:pt x="630746" y="500624"/>
                  </a:cubicBezTo>
                  <a:cubicBezTo>
                    <a:pt x="630619" y="490610"/>
                    <a:pt x="622491" y="482550"/>
                    <a:pt x="612458" y="482550"/>
                  </a:cubicBezTo>
                  <a:close/>
                  <a:moveTo>
                    <a:pt x="521018" y="391037"/>
                  </a:moveTo>
                  <a:cubicBezTo>
                    <a:pt x="510922" y="391037"/>
                    <a:pt x="502730" y="399212"/>
                    <a:pt x="502730" y="409302"/>
                  </a:cubicBezTo>
                  <a:cubicBezTo>
                    <a:pt x="502730" y="419391"/>
                    <a:pt x="510922" y="427566"/>
                    <a:pt x="521018" y="427566"/>
                  </a:cubicBezTo>
                  <a:cubicBezTo>
                    <a:pt x="531114" y="427566"/>
                    <a:pt x="539306" y="419391"/>
                    <a:pt x="539306" y="409302"/>
                  </a:cubicBezTo>
                  <a:cubicBezTo>
                    <a:pt x="539306" y="399212"/>
                    <a:pt x="531114" y="391037"/>
                    <a:pt x="521018" y="391037"/>
                  </a:cubicBezTo>
                  <a:close/>
                  <a:moveTo>
                    <a:pt x="612458" y="25748"/>
                  </a:moveTo>
                  <a:cubicBezTo>
                    <a:pt x="602362" y="25748"/>
                    <a:pt x="594170" y="33922"/>
                    <a:pt x="594170" y="44012"/>
                  </a:cubicBezTo>
                  <a:cubicBezTo>
                    <a:pt x="594170" y="54102"/>
                    <a:pt x="602362" y="62277"/>
                    <a:pt x="612458" y="62277"/>
                  </a:cubicBezTo>
                  <a:cubicBezTo>
                    <a:pt x="622554" y="62277"/>
                    <a:pt x="630746" y="54102"/>
                    <a:pt x="630746" y="44012"/>
                  </a:cubicBezTo>
                  <a:cubicBezTo>
                    <a:pt x="630619" y="33998"/>
                    <a:pt x="622491" y="25938"/>
                    <a:pt x="612458" y="25938"/>
                  </a:cubicBezTo>
                  <a:close/>
                  <a:moveTo>
                    <a:pt x="658178" y="619343"/>
                  </a:moveTo>
                  <a:cubicBezTo>
                    <a:pt x="648970" y="619381"/>
                    <a:pt x="641224" y="626293"/>
                    <a:pt x="640144" y="635451"/>
                  </a:cubicBezTo>
                  <a:cubicBezTo>
                    <a:pt x="651891" y="637734"/>
                    <a:pt x="663829" y="639700"/>
                    <a:pt x="676085" y="641349"/>
                  </a:cubicBezTo>
                  <a:cubicBezTo>
                    <a:pt x="678180" y="631475"/>
                    <a:pt x="671830" y="621797"/>
                    <a:pt x="661925" y="619730"/>
                  </a:cubicBezTo>
                  <a:cubicBezTo>
                    <a:pt x="660718" y="619470"/>
                    <a:pt x="659448" y="619343"/>
                    <a:pt x="658178" y="619343"/>
                  </a:cubicBezTo>
                  <a:close/>
                  <a:moveTo>
                    <a:pt x="383858" y="436698"/>
                  </a:moveTo>
                  <a:cubicBezTo>
                    <a:pt x="373762" y="436698"/>
                    <a:pt x="365570" y="444873"/>
                    <a:pt x="365570" y="454963"/>
                  </a:cubicBezTo>
                  <a:cubicBezTo>
                    <a:pt x="365570" y="465053"/>
                    <a:pt x="373762" y="473227"/>
                    <a:pt x="383858" y="473227"/>
                  </a:cubicBezTo>
                  <a:cubicBezTo>
                    <a:pt x="393954" y="473227"/>
                    <a:pt x="402146" y="465053"/>
                    <a:pt x="402146" y="454963"/>
                  </a:cubicBezTo>
                  <a:cubicBezTo>
                    <a:pt x="402146" y="444873"/>
                    <a:pt x="393954" y="436698"/>
                    <a:pt x="383858" y="436698"/>
                  </a:cubicBezTo>
                  <a:close/>
                  <a:moveTo>
                    <a:pt x="612458" y="208392"/>
                  </a:moveTo>
                  <a:cubicBezTo>
                    <a:pt x="602362" y="208392"/>
                    <a:pt x="594170" y="216567"/>
                    <a:pt x="594170" y="226657"/>
                  </a:cubicBezTo>
                  <a:cubicBezTo>
                    <a:pt x="594170" y="236747"/>
                    <a:pt x="602362" y="244921"/>
                    <a:pt x="612458" y="244921"/>
                  </a:cubicBezTo>
                  <a:cubicBezTo>
                    <a:pt x="622554" y="244921"/>
                    <a:pt x="630746" y="236747"/>
                    <a:pt x="630746" y="226657"/>
                  </a:cubicBezTo>
                  <a:cubicBezTo>
                    <a:pt x="630746" y="216567"/>
                    <a:pt x="622554" y="208392"/>
                    <a:pt x="612458" y="208392"/>
                  </a:cubicBezTo>
                  <a:close/>
                  <a:moveTo>
                    <a:pt x="612458" y="117070"/>
                  </a:moveTo>
                  <a:cubicBezTo>
                    <a:pt x="602362" y="117070"/>
                    <a:pt x="594170" y="125245"/>
                    <a:pt x="594170" y="135335"/>
                  </a:cubicBezTo>
                  <a:cubicBezTo>
                    <a:pt x="594170" y="145424"/>
                    <a:pt x="602362" y="153599"/>
                    <a:pt x="612458" y="153599"/>
                  </a:cubicBezTo>
                  <a:cubicBezTo>
                    <a:pt x="622554" y="153599"/>
                    <a:pt x="630746" y="145424"/>
                    <a:pt x="630746" y="135335"/>
                  </a:cubicBezTo>
                  <a:cubicBezTo>
                    <a:pt x="630746" y="125245"/>
                    <a:pt x="622554" y="117070"/>
                    <a:pt x="612458" y="117070"/>
                  </a:cubicBezTo>
                  <a:close/>
                  <a:moveTo>
                    <a:pt x="612458" y="573682"/>
                  </a:moveTo>
                  <a:cubicBezTo>
                    <a:pt x="602362" y="573682"/>
                    <a:pt x="594170" y="581856"/>
                    <a:pt x="594170" y="591946"/>
                  </a:cubicBezTo>
                  <a:cubicBezTo>
                    <a:pt x="594170" y="602036"/>
                    <a:pt x="602362" y="610211"/>
                    <a:pt x="612458" y="610211"/>
                  </a:cubicBezTo>
                  <a:cubicBezTo>
                    <a:pt x="622554" y="610211"/>
                    <a:pt x="630746" y="602036"/>
                    <a:pt x="630746" y="591946"/>
                  </a:cubicBezTo>
                  <a:cubicBezTo>
                    <a:pt x="630746" y="581856"/>
                    <a:pt x="622554" y="573682"/>
                    <a:pt x="612458" y="573682"/>
                  </a:cubicBezTo>
                  <a:close/>
                  <a:moveTo>
                    <a:pt x="521018" y="25748"/>
                  </a:moveTo>
                  <a:cubicBezTo>
                    <a:pt x="510922" y="25748"/>
                    <a:pt x="502730" y="33922"/>
                    <a:pt x="502730" y="44012"/>
                  </a:cubicBezTo>
                  <a:cubicBezTo>
                    <a:pt x="502730" y="54102"/>
                    <a:pt x="510922" y="62277"/>
                    <a:pt x="521018" y="62277"/>
                  </a:cubicBezTo>
                  <a:cubicBezTo>
                    <a:pt x="531114" y="62277"/>
                    <a:pt x="539306" y="54102"/>
                    <a:pt x="539306" y="44012"/>
                  </a:cubicBezTo>
                  <a:cubicBezTo>
                    <a:pt x="539179" y="33998"/>
                    <a:pt x="531051" y="25938"/>
                    <a:pt x="521018" y="25938"/>
                  </a:cubicBezTo>
                  <a:close/>
                  <a:moveTo>
                    <a:pt x="521018" y="117070"/>
                  </a:moveTo>
                  <a:cubicBezTo>
                    <a:pt x="510922" y="117070"/>
                    <a:pt x="502730" y="125245"/>
                    <a:pt x="502730" y="135335"/>
                  </a:cubicBezTo>
                  <a:cubicBezTo>
                    <a:pt x="502730" y="145424"/>
                    <a:pt x="510922" y="153599"/>
                    <a:pt x="521018" y="153599"/>
                  </a:cubicBezTo>
                  <a:cubicBezTo>
                    <a:pt x="531114" y="153599"/>
                    <a:pt x="539306" y="145424"/>
                    <a:pt x="539306" y="135335"/>
                  </a:cubicBezTo>
                  <a:cubicBezTo>
                    <a:pt x="539306" y="125245"/>
                    <a:pt x="531114" y="117070"/>
                    <a:pt x="521018" y="117070"/>
                  </a:cubicBezTo>
                  <a:close/>
                  <a:moveTo>
                    <a:pt x="521018" y="208392"/>
                  </a:moveTo>
                  <a:cubicBezTo>
                    <a:pt x="510922" y="208392"/>
                    <a:pt x="502730" y="216567"/>
                    <a:pt x="502730" y="226657"/>
                  </a:cubicBezTo>
                  <a:cubicBezTo>
                    <a:pt x="502730" y="236747"/>
                    <a:pt x="510922" y="244921"/>
                    <a:pt x="521018" y="244921"/>
                  </a:cubicBezTo>
                  <a:cubicBezTo>
                    <a:pt x="531114" y="244921"/>
                    <a:pt x="539306" y="236747"/>
                    <a:pt x="539306" y="226657"/>
                  </a:cubicBezTo>
                  <a:cubicBezTo>
                    <a:pt x="539306" y="216567"/>
                    <a:pt x="531114" y="208392"/>
                    <a:pt x="521018" y="208392"/>
                  </a:cubicBezTo>
                  <a:close/>
                  <a:moveTo>
                    <a:pt x="521018" y="299715"/>
                  </a:moveTo>
                  <a:cubicBezTo>
                    <a:pt x="510922" y="299715"/>
                    <a:pt x="502730" y="307890"/>
                    <a:pt x="502730" y="317979"/>
                  </a:cubicBezTo>
                  <a:cubicBezTo>
                    <a:pt x="502730" y="328069"/>
                    <a:pt x="510922" y="336244"/>
                    <a:pt x="521018" y="336244"/>
                  </a:cubicBezTo>
                  <a:cubicBezTo>
                    <a:pt x="531114" y="336244"/>
                    <a:pt x="539306" y="328069"/>
                    <a:pt x="539306" y="317979"/>
                  </a:cubicBezTo>
                  <a:cubicBezTo>
                    <a:pt x="539306" y="307890"/>
                    <a:pt x="531114" y="299715"/>
                    <a:pt x="521018" y="299715"/>
                  </a:cubicBezTo>
                  <a:close/>
                  <a:moveTo>
                    <a:pt x="566738" y="162731"/>
                  </a:moveTo>
                  <a:cubicBezTo>
                    <a:pt x="556641" y="162731"/>
                    <a:pt x="548450" y="170906"/>
                    <a:pt x="548450" y="180996"/>
                  </a:cubicBezTo>
                  <a:cubicBezTo>
                    <a:pt x="548450" y="191086"/>
                    <a:pt x="556641" y="199260"/>
                    <a:pt x="566738" y="199260"/>
                  </a:cubicBezTo>
                  <a:cubicBezTo>
                    <a:pt x="576835" y="199260"/>
                    <a:pt x="585026" y="191086"/>
                    <a:pt x="585026" y="180996"/>
                  </a:cubicBezTo>
                  <a:cubicBezTo>
                    <a:pt x="585026" y="170906"/>
                    <a:pt x="576835" y="162731"/>
                    <a:pt x="566738" y="162731"/>
                  </a:cubicBezTo>
                  <a:close/>
                  <a:moveTo>
                    <a:pt x="566738" y="528021"/>
                  </a:moveTo>
                  <a:cubicBezTo>
                    <a:pt x="556578" y="527983"/>
                    <a:pt x="548387" y="536164"/>
                    <a:pt x="548323" y="546285"/>
                  </a:cubicBezTo>
                  <a:cubicBezTo>
                    <a:pt x="548260" y="556407"/>
                    <a:pt x="556451" y="564638"/>
                    <a:pt x="566611" y="564676"/>
                  </a:cubicBezTo>
                  <a:cubicBezTo>
                    <a:pt x="576771" y="564714"/>
                    <a:pt x="584962" y="556533"/>
                    <a:pt x="585026" y="546412"/>
                  </a:cubicBezTo>
                  <a:cubicBezTo>
                    <a:pt x="585026" y="546367"/>
                    <a:pt x="585026" y="546330"/>
                    <a:pt x="585026" y="546285"/>
                  </a:cubicBezTo>
                  <a:cubicBezTo>
                    <a:pt x="585026" y="536195"/>
                    <a:pt x="576835" y="528021"/>
                    <a:pt x="566738" y="528021"/>
                  </a:cubicBezTo>
                  <a:close/>
                  <a:moveTo>
                    <a:pt x="566738" y="254054"/>
                  </a:moveTo>
                  <a:cubicBezTo>
                    <a:pt x="556641" y="254054"/>
                    <a:pt x="548450" y="262228"/>
                    <a:pt x="548450" y="272318"/>
                  </a:cubicBezTo>
                  <a:cubicBezTo>
                    <a:pt x="548450" y="282408"/>
                    <a:pt x="556641" y="290583"/>
                    <a:pt x="566738" y="290583"/>
                  </a:cubicBezTo>
                  <a:cubicBezTo>
                    <a:pt x="576835" y="290583"/>
                    <a:pt x="585026" y="282408"/>
                    <a:pt x="585026" y="272318"/>
                  </a:cubicBezTo>
                  <a:cubicBezTo>
                    <a:pt x="584899" y="262304"/>
                    <a:pt x="576771" y="254244"/>
                    <a:pt x="566738" y="254244"/>
                  </a:cubicBezTo>
                  <a:close/>
                  <a:moveTo>
                    <a:pt x="566738" y="345376"/>
                  </a:moveTo>
                  <a:cubicBezTo>
                    <a:pt x="556641" y="345376"/>
                    <a:pt x="548450" y="353551"/>
                    <a:pt x="548450" y="363640"/>
                  </a:cubicBezTo>
                  <a:cubicBezTo>
                    <a:pt x="548450" y="373730"/>
                    <a:pt x="556641" y="381905"/>
                    <a:pt x="566738" y="381905"/>
                  </a:cubicBezTo>
                  <a:cubicBezTo>
                    <a:pt x="576835" y="381905"/>
                    <a:pt x="585026" y="373730"/>
                    <a:pt x="585026" y="363640"/>
                  </a:cubicBezTo>
                  <a:cubicBezTo>
                    <a:pt x="585026" y="353551"/>
                    <a:pt x="576835" y="345376"/>
                    <a:pt x="566738" y="345376"/>
                  </a:cubicBezTo>
                  <a:close/>
                  <a:moveTo>
                    <a:pt x="566738" y="436698"/>
                  </a:moveTo>
                  <a:cubicBezTo>
                    <a:pt x="556641" y="436698"/>
                    <a:pt x="548450" y="444873"/>
                    <a:pt x="548450" y="454963"/>
                  </a:cubicBezTo>
                  <a:cubicBezTo>
                    <a:pt x="548450" y="465053"/>
                    <a:pt x="556641" y="473227"/>
                    <a:pt x="566738" y="473227"/>
                  </a:cubicBezTo>
                  <a:cubicBezTo>
                    <a:pt x="576835" y="473227"/>
                    <a:pt x="585026" y="465053"/>
                    <a:pt x="585026" y="454963"/>
                  </a:cubicBezTo>
                  <a:cubicBezTo>
                    <a:pt x="585026" y="444873"/>
                    <a:pt x="576835" y="436698"/>
                    <a:pt x="566738" y="436698"/>
                  </a:cubicBezTo>
                  <a:close/>
                  <a:moveTo>
                    <a:pt x="338138" y="299715"/>
                  </a:moveTo>
                  <a:cubicBezTo>
                    <a:pt x="328041" y="299715"/>
                    <a:pt x="319849" y="307890"/>
                    <a:pt x="319849" y="317979"/>
                  </a:cubicBezTo>
                  <a:cubicBezTo>
                    <a:pt x="319849" y="328069"/>
                    <a:pt x="328041" y="336244"/>
                    <a:pt x="338138" y="336244"/>
                  </a:cubicBezTo>
                  <a:cubicBezTo>
                    <a:pt x="348235" y="336244"/>
                    <a:pt x="356426" y="328069"/>
                    <a:pt x="356426" y="317979"/>
                  </a:cubicBezTo>
                  <a:cubicBezTo>
                    <a:pt x="356426" y="307890"/>
                    <a:pt x="348235" y="299715"/>
                    <a:pt x="338138" y="299715"/>
                  </a:cubicBezTo>
                  <a:close/>
                  <a:moveTo>
                    <a:pt x="292418" y="16616"/>
                  </a:moveTo>
                  <a:cubicBezTo>
                    <a:pt x="301879" y="16590"/>
                    <a:pt x="309753" y="9392"/>
                    <a:pt x="310579" y="0"/>
                  </a:cubicBezTo>
                  <a:lnTo>
                    <a:pt x="274193" y="0"/>
                  </a:lnTo>
                  <a:cubicBezTo>
                    <a:pt x="275019" y="9443"/>
                    <a:pt x="282956" y="16679"/>
                    <a:pt x="292418" y="16616"/>
                  </a:cubicBezTo>
                  <a:close/>
                  <a:moveTo>
                    <a:pt x="200978" y="16616"/>
                  </a:moveTo>
                  <a:cubicBezTo>
                    <a:pt x="210439" y="16590"/>
                    <a:pt x="218313" y="9392"/>
                    <a:pt x="219139" y="0"/>
                  </a:cubicBezTo>
                  <a:lnTo>
                    <a:pt x="182880" y="0"/>
                  </a:lnTo>
                  <a:cubicBezTo>
                    <a:pt x="183642" y="9392"/>
                    <a:pt x="191516" y="16616"/>
                    <a:pt x="200978" y="16616"/>
                  </a:cubicBezTo>
                  <a:close/>
                  <a:moveTo>
                    <a:pt x="109538" y="16616"/>
                  </a:moveTo>
                  <a:cubicBezTo>
                    <a:pt x="119000" y="16590"/>
                    <a:pt x="126874" y="9392"/>
                    <a:pt x="127699" y="0"/>
                  </a:cubicBezTo>
                  <a:lnTo>
                    <a:pt x="91440" y="0"/>
                  </a:lnTo>
                  <a:cubicBezTo>
                    <a:pt x="92266" y="9380"/>
                    <a:pt x="100140" y="16584"/>
                    <a:pt x="109538" y="16616"/>
                  </a:cubicBezTo>
                  <a:close/>
                  <a:moveTo>
                    <a:pt x="383858" y="16616"/>
                  </a:moveTo>
                  <a:cubicBezTo>
                    <a:pt x="393319" y="16590"/>
                    <a:pt x="401193" y="9392"/>
                    <a:pt x="402019" y="0"/>
                  </a:cubicBezTo>
                  <a:lnTo>
                    <a:pt x="365761" y="0"/>
                  </a:lnTo>
                  <a:cubicBezTo>
                    <a:pt x="366523" y="9392"/>
                    <a:pt x="374397" y="16616"/>
                    <a:pt x="383858" y="16616"/>
                  </a:cubicBezTo>
                  <a:close/>
                  <a:moveTo>
                    <a:pt x="63818" y="25748"/>
                  </a:moveTo>
                  <a:cubicBezTo>
                    <a:pt x="53722" y="25748"/>
                    <a:pt x="45530" y="33922"/>
                    <a:pt x="45530" y="44012"/>
                  </a:cubicBezTo>
                  <a:cubicBezTo>
                    <a:pt x="45530" y="54102"/>
                    <a:pt x="53722" y="62277"/>
                    <a:pt x="63818" y="62277"/>
                  </a:cubicBezTo>
                  <a:cubicBezTo>
                    <a:pt x="73914" y="62277"/>
                    <a:pt x="82106" y="54102"/>
                    <a:pt x="82106" y="44012"/>
                  </a:cubicBezTo>
                  <a:cubicBezTo>
                    <a:pt x="81979" y="33998"/>
                    <a:pt x="73851" y="25938"/>
                    <a:pt x="63818" y="25938"/>
                  </a:cubicBezTo>
                  <a:close/>
                  <a:moveTo>
                    <a:pt x="63818" y="117070"/>
                  </a:moveTo>
                  <a:cubicBezTo>
                    <a:pt x="57341" y="117121"/>
                    <a:pt x="51436" y="120539"/>
                    <a:pt x="48133" y="126076"/>
                  </a:cubicBezTo>
                  <a:lnTo>
                    <a:pt x="65913" y="153409"/>
                  </a:lnTo>
                  <a:cubicBezTo>
                    <a:pt x="75947" y="152699"/>
                    <a:pt x="83503" y="143991"/>
                    <a:pt x="82804" y="133965"/>
                  </a:cubicBezTo>
                  <a:cubicBezTo>
                    <a:pt x="82106" y="124129"/>
                    <a:pt x="73661" y="116633"/>
                    <a:pt x="63818" y="117070"/>
                  </a:cubicBezTo>
                  <a:close/>
                  <a:moveTo>
                    <a:pt x="475298" y="16616"/>
                  </a:moveTo>
                  <a:cubicBezTo>
                    <a:pt x="484760" y="16590"/>
                    <a:pt x="492634" y="9392"/>
                    <a:pt x="493459" y="0"/>
                  </a:cubicBezTo>
                  <a:lnTo>
                    <a:pt x="457200" y="0"/>
                  </a:lnTo>
                  <a:cubicBezTo>
                    <a:pt x="457962" y="9392"/>
                    <a:pt x="465837" y="16616"/>
                    <a:pt x="475298" y="16616"/>
                  </a:cubicBezTo>
                  <a:close/>
                  <a:moveTo>
                    <a:pt x="18098" y="71409"/>
                  </a:moveTo>
                  <a:cubicBezTo>
                    <a:pt x="16511" y="71447"/>
                    <a:pt x="14923" y="71682"/>
                    <a:pt x="13399" y="72107"/>
                  </a:cubicBezTo>
                  <a:cubicBezTo>
                    <a:pt x="19749" y="81746"/>
                    <a:pt x="26099" y="91513"/>
                    <a:pt x="32449" y="101279"/>
                  </a:cubicBezTo>
                  <a:cubicBezTo>
                    <a:pt x="35179" y="98038"/>
                    <a:pt x="36703" y="93922"/>
                    <a:pt x="36703" y="89673"/>
                  </a:cubicBezTo>
                  <a:cubicBezTo>
                    <a:pt x="36703" y="79584"/>
                    <a:pt x="28512" y="71409"/>
                    <a:pt x="18415" y="71409"/>
                  </a:cubicBezTo>
                  <a:cubicBezTo>
                    <a:pt x="18288" y="71409"/>
                    <a:pt x="18224" y="71409"/>
                    <a:pt x="18098" y="71409"/>
                  </a:cubicBezTo>
                  <a:close/>
                  <a:moveTo>
                    <a:pt x="36259" y="0"/>
                  </a:moveTo>
                  <a:lnTo>
                    <a:pt x="0" y="0"/>
                  </a:lnTo>
                  <a:cubicBezTo>
                    <a:pt x="1016" y="10001"/>
                    <a:pt x="9970" y="17275"/>
                    <a:pt x="20003" y="16248"/>
                  </a:cubicBezTo>
                  <a:cubicBezTo>
                    <a:pt x="28575" y="15366"/>
                    <a:pt x="35370" y="8580"/>
                    <a:pt x="36259" y="0"/>
                  </a:cubicBezTo>
                  <a:close/>
                  <a:moveTo>
                    <a:pt x="1115378" y="16616"/>
                  </a:moveTo>
                  <a:cubicBezTo>
                    <a:pt x="1124839" y="16616"/>
                    <a:pt x="1132713" y="9392"/>
                    <a:pt x="1133475" y="0"/>
                  </a:cubicBezTo>
                  <a:lnTo>
                    <a:pt x="1097280" y="0"/>
                  </a:lnTo>
                  <a:cubicBezTo>
                    <a:pt x="1098042" y="9392"/>
                    <a:pt x="1105916" y="16616"/>
                    <a:pt x="1115378" y="16616"/>
                  </a:cubicBezTo>
                  <a:close/>
                  <a:moveTo>
                    <a:pt x="1023938" y="16616"/>
                  </a:moveTo>
                  <a:cubicBezTo>
                    <a:pt x="1033400" y="16616"/>
                    <a:pt x="1041274" y="9392"/>
                    <a:pt x="1042036" y="0"/>
                  </a:cubicBezTo>
                  <a:lnTo>
                    <a:pt x="1005840" y="0"/>
                  </a:lnTo>
                  <a:cubicBezTo>
                    <a:pt x="1006602" y="9392"/>
                    <a:pt x="1014476" y="16616"/>
                    <a:pt x="1023938" y="16616"/>
                  </a:cubicBezTo>
                  <a:close/>
                  <a:moveTo>
                    <a:pt x="932498" y="16616"/>
                  </a:moveTo>
                  <a:cubicBezTo>
                    <a:pt x="941960" y="16616"/>
                    <a:pt x="949834" y="9392"/>
                    <a:pt x="950595" y="0"/>
                  </a:cubicBezTo>
                  <a:lnTo>
                    <a:pt x="914400" y="0"/>
                  </a:lnTo>
                  <a:cubicBezTo>
                    <a:pt x="915162" y="9392"/>
                    <a:pt x="923037" y="16616"/>
                    <a:pt x="932498" y="16616"/>
                  </a:cubicBezTo>
                  <a:close/>
                  <a:moveTo>
                    <a:pt x="109538" y="162478"/>
                  </a:moveTo>
                  <a:cubicBezTo>
                    <a:pt x="99441" y="162478"/>
                    <a:pt x="91249" y="170652"/>
                    <a:pt x="91249" y="180742"/>
                  </a:cubicBezTo>
                  <a:cubicBezTo>
                    <a:pt x="91249" y="190832"/>
                    <a:pt x="99441" y="199007"/>
                    <a:pt x="109538" y="199007"/>
                  </a:cubicBezTo>
                  <a:cubicBezTo>
                    <a:pt x="119635" y="199007"/>
                    <a:pt x="127826" y="190832"/>
                    <a:pt x="127826" y="180742"/>
                  </a:cubicBezTo>
                  <a:cubicBezTo>
                    <a:pt x="127699" y="170754"/>
                    <a:pt x="119571" y="162731"/>
                    <a:pt x="109538" y="162731"/>
                  </a:cubicBezTo>
                  <a:close/>
                  <a:moveTo>
                    <a:pt x="566738" y="16616"/>
                  </a:moveTo>
                  <a:cubicBezTo>
                    <a:pt x="576200" y="16590"/>
                    <a:pt x="584074" y="9392"/>
                    <a:pt x="584899" y="0"/>
                  </a:cubicBezTo>
                  <a:lnTo>
                    <a:pt x="548640" y="0"/>
                  </a:lnTo>
                  <a:cubicBezTo>
                    <a:pt x="549402" y="9392"/>
                    <a:pt x="557276" y="16616"/>
                    <a:pt x="566738" y="16616"/>
                  </a:cubicBezTo>
                  <a:close/>
                  <a:moveTo>
                    <a:pt x="1206818" y="16616"/>
                  </a:moveTo>
                  <a:cubicBezTo>
                    <a:pt x="1216279" y="16616"/>
                    <a:pt x="1224153" y="9392"/>
                    <a:pt x="1224915" y="0"/>
                  </a:cubicBezTo>
                  <a:lnTo>
                    <a:pt x="1188593" y="0"/>
                  </a:lnTo>
                  <a:cubicBezTo>
                    <a:pt x="1189419" y="9443"/>
                    <a:pt x="1197356" y="16679"/>
                    <a:pt x="1206818" y="16616"/>
                  </a:cubicBezTo>
                  <a:close/>
                  <a:moveTo>
                    <a:pt x="841058" y="16616"/>
                  </a:moveTo>
                  <a:cubicBezTo>
                    <a:pt x="850519" y="16616"/>
                    <a:pt x="858393" y="9392"/>
                    <a:pt x="859155" y="0"/>
                  </a:cubicBezTo>
                  <a:lnTo>
                    <a:pt x="822961" y="0"/>
                  </a:lnTo>
                  <a:cubicBezTo>
                    <a:pt x="823723" y="9392"/>
                    <a:pt x="831597" y="16616"/>
                    <a:pt x="841058" y="16616"/>
                  </a:cubicBezTo>
                  <a:close/>
                  <a:moveTo>
                    <a:pt x="658178" y="16616"/>
                  </a:moveTo>
                  <a:cubicBezTo>
                    <a:pt x="667639" y="16590"/>
                    <a:pt x="675513" y="9392"/>
                    <a:pt x="676339" y="0"/>
                  </a:cubicBezTo>
                  <a:lnTo>
                    <a:pt x="640080" y="0"/>
                  </a:lnTo>
                  <a:cubicBezTo>
                    <a:pt x="640842" y="9392"/>
                    <a:pt x="648716" y="16616"/>
                    <a:pt x="658178" y="16616"/>
                  </a:cubicBezTo>
                  <a:close/>
                  <a:moveTo>
                    <a:pt x="749618" y="16616"/>
                  </a:moveTo>
                  <a:cubicBezTo>
                    <a:pt x="759079" y="16616"/>
                    <a:pt x="766953" y="9392"/>
                    <a:pt x="767715" y="0"/>
                  </a:cubicBezTo>
                  <a:lnTo>
                    <a:pt x="731393" y="0"/>
                  </a:lnTo>
                  <a:cubicBezTo>
                    <a:pt x="732219" y="9443"/>
                    <a:pt x="740156" y="16679"/>
                    <a:pt x="749618" y="16616"/>
                  </a:cubicBezTo>
                  <a:close/>
                  <a:moveTo>
                    <a:pt x="200978" y="71409"/>
                  </a:moveTo>
                  <a:cubicBezTo>
                    <a:pt x="190881" y="71409"/>
                    <a:pt x="182690" y="79584"/>
                    <a:pt x="182690" y="89673"/>
                  </a:cubicBezTo>
                  <a:cubicBezTo>
                    <a:pt x="182690" y="99763"/>
                    <a:pt x="190881" y="107938"/>
                    <a:pt x="200978" y="107938"/>
                  </a:cubicBezTo>
                  <a:cubicBezTo>
                    <a:pt x="211075" y="107938"/>
                    <a:pt x="219266" y="99763"/>
                    <a:pt x="219266" y="89673"/>
                  </a:cubicBezTo>
                  <a:cubicBezTo>
                    <a:pt x="219266" y="79584"/>
                    <a:pt x="211075" y="71409"/>
                    <a:pt x="200978" y="71409"/>
                  </a:cubicBezTo>
                  <a:close/>
                  <a:moveTo>
                    <a:pt x="292418" y="162731"/>
                  </a:moveTo>
                  <a:cubicBezTo>
                    <a:pt x="282322" y="162731"/>
                    <a:pt x="274130" y="170906"/>
                    <a:pt x="274130" y="180996"/>
                  </a:cubicBezTo>
                  <a:cubicBezTo>
                    <a:pt x="274130" y="191086"/>
                    <a:pt x="282322" y="199260"/>
                    <a:pt x="292418" y="199260"/>
                  </a:cubicBezTo>
                  <a:cubicBezTo>
                    <a:pt x="302514" y="199260"/>
                    <a:pt x="310706" y="191086"/>
                    <a:pt x="310706" y="180996"/>
                  </a:cubicBezTo>
                  <a:cubicBezTo>
                    <a:pt x="310706" y="170906"/>
                    <a:pt x="302514" y="162731"/>
                    <a:pt x="292418" y="162731"/>
                  </a:cubicBezTo>
                  <a:close/>
                  <a:moveTo>
                    <a:pt x="292418" y="71409"/>
                  </a:moveTo>
                  <a:cubicBezTo>
                    <a:pt x="282322" y="71409"/>
                    <a:pt x="274130" y="79584"/>
                    <a:pt x="274130" y="89673"/>
                  </a:cubicBezTo>
                  <a:cubicBezTo>
                    <a:pt x="274130" y="99763"/>
                    <a:pt x="282322" y="107938"/>
                    <a:pt x="292418" y="107938"/>
                  </a:cubicBezTo>
                  <a:cubicBezTo>
                    <a:pt x="302514" y="107938"/>
                    <a:pt x="310706" y="99763"/>
                    <a:pt x="310706" y="89673"/>
                  </a:cubicBezTo>
                  <a:cubicBezTo>
                    <a:pt x="310706" y="79584"/>
                    <a:pt x="302514" y="71409"/>
                    <a:pt x="292418" y="71409"/>
                  </a:cubicBezTo>
                  <a:close/>
                  <a:moveTo>
                    <a:pt x="292418" y="254054"/>
                  </a:moveTo>
                  <a:cubicBezTo>
                    <a:pt x="282322" y="254054"/>
                    <a:pt x="274130" y="262228"/>
                    <a:pt x="274130" y="272318"/>
                  </a:cubicBezTo>
                  <a:cubicBezTo>
                    <a:pt x="274130" y="282408"/>
                    <a:pt x="282322" y="290583"/>
                    <a:pt x="292418" y="290583"/>
                  </a:cubicBezTo>
                  <a:cubicBezTo>
                    <a:pt x="302514" y="290583"/>
                    <a:pt x="310706" y="282408"/>
                    <a:pt x="310706" y="272318"/>
                  </a:cubicBezTo>
                  <a:cubicBezTo>
                    <a:pt x="310579" y="262304"/>
                    <a:pt x="302451" y="254244"/>
                    <a:pt x="292418" y="254244"/>
                  </a:cubicBezTo>
                  <a:close/>
                  <a:moveTo>
                    <a:pt x="292418" y="345376"/>
                  </a:moveTo>
                  <a:cubicBezTo>
                    <a:pt x="282322" y="345376"/>
                    <a:pt x="274130" y="353551"/>
                    <a:pt x="274130" y="363640"/>
                  </a:cubicBezTo>
                  <a:cubicBezTo>
                    <a:pt x="274130" y="373730"/>
                    <a:pt x="282322" y="381905"/>
                    <a:pt x="292418" y="381905"/>
                  </a:cubicBezTo>
                  <a:cubicBezTo>
                    <a:pt x="302514" y="381905"/>
                    <a:pt x="310706" y="373730"/>
                    <a:pt x="310706" y="363640"/>
                  </a:cubicBezTo>
                  <a:cubicBezTo>
                    <a:pt x="310706" y="353551"/>
                    <a:pt x="302514" y="345376"/>
                    <a:pt x="292418" y="345376"/>
                  </a:cubicBezTo>
                  <a:close/>
                  <a:moveTo>
                    <a:pt x="338138" y="208392"/>
                  </a:moveTo>
                  <a:cubicBezTo>
                    <a:pt x="328041" y="208392"/>
                    <a:pt x="319849" y="216567"/>
                    <a:pt x="319849" y="226657"/>
                  </a:cubicBezTo>
                  <a:cubicBezTo>
                    <a:pt x="319849" y="236747"/>
                    <a:pt x="328041" y="244921"/>
                    <a:pt x="338138" y="244921"/>
                  </a:cubicBezTo>
                  <a:cubicBezTo>
                    <a:pt x="348235" y="244921"/>
                    <a:pt x="356426" y="236747"/>
                    <a:pt x="356426" y="226657"/>
                  </a:cubicBezTo>
                  <a:cubicBezTo>
                    <a:pt x="356426" y="216567"/>
                    <a:pt x="348235" y="208392"/>
                    <a:pt x="338138" y="208392"/>
                  </a:cubicBezTo>
                  <a:close/>
                  <a:moveTo>
                    <a:pt x="109538" y="71409"/>
                  </a:moveTo>
                  <a:cubicBezTo>
                    <a:pt x="99441" y="71409"/>
                    <a:pt x="91249" y="79584"/>
                    <a:pt x="91249" y="89673"/>
                  </a:cubicBezTo>
                  <a:cubicBezTo>
                    <a:pt x="91249" y="99763"/>
                    <a:pt x="99441" y="107938"/>
                    <a:pt x="109538" y="107938"/>
                  </a:cubicBezTo>
                  <a:cubicBezTo>
                    <a:pt x="119635" y="107938"/>
                    <a:pt x="127826" y="99763"/>
                    <a:pt x="127826" y="89673"/>
                  </a:cubicBezTo>
                  <a:cubicBezTo>
                    <a:pt x="127826" y="79584"/>
                    <a:pt x="119635" y="71409"/>
                    <a:pt x="109538" y="71409"/>
                  </a:cubicBezTo>
                  <a:close/>
                  <a:moveTo>
                    <a:pt x="246698" y="25748"/>
                  </a:moveTo>
                  <a:cubicBezTo>
                    <a:pt x="236601" y="25748"/>
                    <a:pt x="228410" y="33922"/>
                    <a:pt x="228410" y="44012"/>
                  </a:cubicBezTo>
                  <a:cubicBezTo>
                    <a:pt x="228410" y="54102"/>
                    <a:pt x="236601" y="62277"/>
                    <a:pt x="246698" y="62277"/>
                  </a:cubicBezTo>
                  <a:cubicBezTo>
                    <a:pt x="256794" y="62277"/>
                    <a:pt x="264986" y="54102"/>
                    <a:pt x="264986" y="44012"/>
                  </a:cubicBezTo>
                  <a:cubicBezTo>
                    <a:pt x="264859" y="33998"/>
                    <a:pt x="256731" y="25938"/>
                    <a:pt x="246698" y="25938"/>
                  </a:cubicBezTo>
                  <a:close/>
                  <a:moveTo>
                    <a:pt x="338138" y="117070"/>
                  </a:moveTo>
                  <a:cubicBezTo>
                    <a:pt x="328041" y="117070"/>
                    <a:pt x="319849" y="125245"/>
                    <a:pt x="319849" y="135335"/>
                  </a:cubicBezTo>
                  <a:cubicBezTo>
                    <a:pt x="319849" y="145424"/>
                    <a:pt x="328041" y="153599"/>
                    <a:pt x="338138" y="153599"/>
                  </a:cubicBezTo>
                  <a:cubicBezTo>
                    <a:pt x="348235" y="153599"/>
                    <a:pt x="356426" y="145424"/>
                    <a:pt x="356426" y="135335"/>
                  </a:cubicBezTo>
                  <a:cubicBezTo>
                    <a:pt x="356426" y="125245"/>
                    <a:pt x="348235" y="117070"/>
                    <a:pt x="338138" y="117070"/>
                  </a:cubicBezTo>
                  <a:close/>
                  <a:moveTo>
                    <a:pt x="658178" y="528021"/>
                  </a:moveTo>
                  <a:cubicBezTo>
                    <a:pt x="648018" y="527983"/>
                    <a:pt x="639826" y="536164"/>
                    <a:pt x="639763" y="546285"/>
                  </a:cubicBezTo>
                  <a:cubicBezTo>
                    <a:pt x="639700" y="556407"/>
                    <a:pt x="647891" y="564638"/>
                    <a:pt x="658051" y="564676"/>
                  </a:cubicBezTo>
                  <a:cubicBezTo>
                    <a:pt x="668211" y="564714"/>
                    <a:pt x="676402" y="556533"/>
                    <a:pt x="676466" y="546412"/>
                  </a:cubicBezTo>
                  <a:cubicBezTo>
                    <a:pt x="676466" y="546367"/>
                    <a:pt x="676466" y="546330"/>
                    <a:pt x="676466" y="546285"/>
                  </a:cubicBezTo>
                  <a:cubicBezTo>
                    <a:pt x="676466" y="536195"/>
                    <a:pt x="668275" y="528021"/>
                    <a:pt x="658178" y="528021"/>
                  </a:cubicBezTo>
                  <a:close/>
                  <a:moveTo>
                    <a:pt x="338138" y="391037"/>
                  </a:moveTo>
                  <a:cubicBezTo>
                    <a:pt x="328041" y="391037"/>
                    <a:pt x="319849" y="399212"/>
                    <a:pt x="319849" y="409302"/>
                  </a:cubicBezTo>
                  <a:cubicBezTo>
                    <a:pt x="319849" y="419391"/>
                    <a:pt x="328041" y="427566"/>
                    <a:pt x="338138" y="427566"/>
                  </a:cubicBezTo>
                  <a:cubicBezTo>
                    <a:pt x="348235" y="427566"/>
                    <a:pt x="356426" y="419391"/>
                    <a:pt x="356426" y="409302"/>
                  </a:cubicBezTo>
                  <a:cubicBezTo>
                    <a:pt x="356426" y="399212"/>
                    <a:pt x="348235" y="391037"/>
                    <a:pt x="338138" y="391037"/>
                  </a:cubicBezTo>
                  <a:close/>
                  <a:moveTo>
                    <a:pt x="155258" y="25748"/>
                  </a:moveTo>
                  <a:cubicBezTo>
                    <a:pt x="145162" y="25748"/>
                    <a:pt x="136970" y="33922"/>
                    <a:pt x="136970" y="44012"/>
                  </a:cubicBezTo>
                  <a:cubicBezTo>
                    <a:pt x="136970" y="54102"/>
                    <a:pt x="145162" y="62277"/>
                    <a:pt x="155258" y="62277"/>
                  </a:cubicBezTo>
                  <a:cubicBezTo>
                    <a:pt x="165354" y="62277"/>
                    <a:pt x="173546" y="54102"/>
                    <a:pt x="173546" y="44012"/>
                  </a:cubicBezTo>
                  <a:cubicBezTo>
                    <a:pt x="173419" y="33998"/>
                    <a:pt x="165291" y="25938"/>
                    <a:pt x="155258" y="25938"/>
                  </a:cubicBezTo>
                  <a:close/>
                  <a:moveTo>
                    <a:pt x="155258" y="117070"/>
                  </a:moveTo>
                  <a:cubicBezTo>
                    <a:pt x="145162" y="117070"/>
                    <a:pt x="136970" y="125245"/>
                    <a:pt x="136970" y="135335"/>
                  </a:cubicBezTo>
                  <a:cubicBezTo>
                    <a:pt x="136970" y="145424"/>
                    <a:pt x="145162" y="153599"/>
                    <a:pt x="155258" y="153599"/>
                  </a:cubicBezTo>
                  <a:cubicBezTo>
                    <a:pt x="165354" y="153599"/>
                    <a:pt x="173546" y="145424"/>
                    <a:pt x="173546" y="135335"/>
                  </a:cubicBezTo>
                  <a:cubicBezTo>
                    <a:pt x="173546" y="125245"/>
                    <a:pt x="165354" y="117070"/>
                    <a:pt x="155258" y="117070"/>
                  </a:cubicBezTo>
                  <a:close/>
                  <a:moveTo>
                    <a:pt x="200978" y="254054"/>
                  </a:moveTo>
                  <a:cubicBezTo>
                    <a:pt x="190881" y="254054"/>
                    <a:pt x="182690" y="262228"/>
                    <a:pt x="182690" y="272318"/>
                  </a:cubicBezTo>
                  <a:cubicBezTo>
                    <a:pt x="182690" y="282408"/>
                    <a:pt x="190881" y="290583"/>
                    <a:pt x="200978" y="290583"/>
                  </a:cubicBezTo>
                  <a:cubicBezTo>
                    <a:pt x="211075" y="290583"/>
                    <a:pt x="219266" y="282408"/>
                    <a:pt x="219266" y="272318"/>
                  </a:cubicBezTo>
                  <a:cubicBezTo>
                    <a:pt x="219139" y="262304"/>
                    <a:pt x="211011" y="254244"/>
                    <a:pt x="200978" y="254244"/>
                  </a:cubicBezTo>
                  <a:close/>
                  <a:moveTo>
                    <a:pt x="155258" y="208392"/>
                  </a:moveTo>
                  <a:cubicBezTo>
                    <a:pt x="145162" y="208392"/>
                    <a:pt x="136970" y="216567"/>
                    <a:pt x="136970" y="226657"/>
                  </a:cubicBezTo>
                  <a:cubicBezTo>
                    <a:pt x="136970" y="236747"/>
                    <a:pt x="145162" y="244921"/>
                    <a:pt x="155258" y="244921"/>
                  </a:cubicBezTo>
                  <a:cubicBezTo>
                    <a:pt x="165354" y="244921"/>
                    <a:pt x="173546" y="236747"/>
                    <a:pt x="173546" y="226657"/>
                  </a:cubicBezTo>
                  <a:cubicBezTo>
                    <a:pt x="173546" y="216567"/>
                    <a:pt x="165354" y="208392"/>
                    <a:pt x="155258" y="208392"/>
                  </a:cubicBezTo>
                  <a:close/>
                  <a:moveTo>
                    <a:pt x="200978" y="162731"/>
                  </a:moveTo>
                  <a:cubicBezTo>
                    <a:pt x="190881" y="162731"/>
                    <a:pt x="182690" y="170906"/>
                    <a:pt x="182690" y="180996"/>
                  </a:cubicBezTo>
                  <a:cubicBezTo>
                    <a:pt x="182690" y="191086"/>
                    <a:pt x="190881" y="199260"/>
                    <a:pt x="200978" y="199260"/>
                  </a:cubicBezTo>
                  <a:cubicBezTo>
                    <a:pt x="211075" y="199260"/>
                    <a:pt x="219266" y="191086"/>
                    <a:pt x="219266" y="180996"/>
                  </a:cubicBezTo>
                  <a:cubicBezTo>
                    <a:pt x="219266" y="170906"/>
                    <a:pt x="211075" y="162731"/>
                    <a:pt x="200978" y="162731"/>
                  </a:cubicBezTo>
                  <a:close/>
                  <a:moveTo>
                    <a:pt x="246698" y="208392"/>
                  </a:moveTo>
                  <a:cubicBezTo>
                    <a:pt x="236601" y="208392"/>
                    <a:pt x="228410" y="216567"/>
                    <a:pt x="228410" y="226657"/>
                  </a:cubicBezTo>
                  <a:cubicBezTo>
                    <a:pt x="228410" y="236747"/>
                    <a:pt x="236601" y="244921"/>
                    <a:pt x="246698" y="244921"/>
                  </a:cubicBezTo>
                  <a:cubicBezTo>
                    <a:pt x="256794" y="244921"/>
                    <a:pt x="264986" y="236747"/>
                    <a:pt x="264986" y="226657"/>
                  </a:cubicBezTo>
                  <a:cubicBezTo>
                    <a:pt x="264986" y="216567"/>
                    <a:pt x="256794" y="208392"/>
                    <a:pt x="246698" y="208392"/>
                  </a:cubicBezTo>
                  <a:close/>
                  <a:moveTo>
                    <a:pt x="246698" y="299715"/>
                  </a:moveTo>
                  <a:cubicBezTo>
                    <a:pt x="236601" y="299715"/>
                    <a:pt x="228410" y="307890"/>
                    <a:pt x="228410" y="317979"/>
                  </a:cubicBezTo>
                  <a:cubicBezTo>
                    <a:pt x="228410" y="328069"/>
                    <a:pt x="236601" y="336244"/>
                    <a:pt x="246698" y="336244"/>
                  </a:cubicBezTo>
                  <a:cubicBezTo>
                    <a:pt x="256794" y="336244"/>
                    <a:pt x="264986" y="328069"/>
                    <a:pt x="264986" y="317979"/>
                  </a:cubicBezTo>
                  <a:cubicBezTo>
                    <a:pt x="264986" y="307890"/>
                    <a:pt x="256794" y="299715"/>
                    <a:pt x="246698" y="299715"/>
                  </a:cubicBezTo>
                  <a:close/>
                  <a:moveTo>
                    <a:pt x="338138" y="25748"/>
                  </a:moveTo>
                  <a:cubicBezTo>
                    <a:pt x="328041" y="25748"/>
                    <a:pt x="319849" y="33922"/>
                    <a:pt x="319849" y="44012"/>
                  </a:cubicBezTo>
                  <a:cubicBezTo>
                    <a:pt x="319849" y="54102"/>
                    <a:pt x="328041" y="62277"/>
                    <a:pt x="338138" y="62277"/>
                  </a:cubicBezTo>
                  <a:cubicBezTo>
                    <a:pt x="348235" y="62277"/>
                    <a:pt x="356426" y="54102"/>
                    <a:pt x="356426" y="44012"/>
                  </a:cubicBezTo>
                  <a:cubicBezTo>
                    <a:pt x="356299" y="33998"/>
                    <a:pt x="348171" y="25938"/>
                    <a:pt x="338138" y="25938"/>
                  </a:cubicBezTo>
                  <a:close/>
                  <a:moveTo>
                    <a:pt x="246698" y="117070"/>
                  </a:moveTo>
                  <a:cubicBezTo>
                    <a:pt x="236601" y="117070"/>
                    <a:pt x="228410" y="125245"/>
                    <a:pt x="228410" y="135335"/>
                  </a:cubicBezTo>
                  <a:cubicBezTo>
                    <a:pt x="228410" y="145424"/>
                    <a:pt x="236601" y="153599"/>
                    <a:pt x="246698" y="153599"/>
                  </a:cubicBezTo>
                  <a:cubicBezTo>
                    <a:pt x="256794" y="153599"/>
                    <a:pt x="264986" y="145424"/>
                    <a:pt x="264986" y="135335"/>
                  </a:cubicBezTo>
                  <a:cubicBezTo>
                    <a:pt x="264986" y="125245"/>
                    <a:pt x="256794" y="117070"/>
                    <a:pt x="246698" y="117070"/>
                  </a:cubicBezTo>
                  <a:close/>
                  <a:moveTo>
                    <a:pt x="1023938" y="345376"/>
                  </a:moveTo>
                  <a:cubicBezTo>
                    <a:pt x="1013841" y="345376"/>
                    <a:pt x="1005650" y="353551"/>
                    <a:pt x="1005650" y="363640"/>
                  </a:cubicBezTo>
                  <a:cubicBezTo>
                    <a:pt x="1005650" y="373730"/>
                    <a:pt x="1013841" y="381905"/>
                    <a:pt x="1023938" y="381905"/>
                  </a:cubicBezTo>
                  <a:cubicBezTo>
                    <a:pt x="1034035" y="381905"/>
                    <a:pt x="1042226" y="373730"/>
                    <a:pt x="1042226" y="363640"/>
                  </a:cubicBezTo>
                  <a:cubicBezTo>
                    <a:pt x="1042226" y="353551"/>
                    <a:pt x="1034035" y="345376"/>
                    <a:pt x="1023938" y="345376"/>
                  </a:cubicBezTo>
                  <a:close/>
                  <a:moveTo>
                    <a:pt x="978218" y="25748"/>
                  </a:moveTo>
                  <a:cubicBezTo>
                    <a:pt x="968122" y="25748"/>
                    <a:pt x="959930" y="33922"/>
                    <a:pt x="959930" y="44012"/>
                  </a:cubicBezTo>
                  <a:cubicBezTo>
                    <a:pt x="959930" y="54102"/>
                    <a:pt x="968122" y="62277"/>
                    <a:pt x="978218" y="62277"/>
                  </a:cubicBezTo>
                  <a:cubicBezTo>
                    <a:pt x="988314" y="62277"/>
                    <a:pt x="996506" y="54102"/>
                    <a:pt x="996506" y="44012"/>
                  </a:cubicBezTo>
                  <a:cubicBezTo>
                    <a:pt x="996379" y="33998"/>
                    <a:pt x="988251" y="25938"/>
                    <a:pt x="978218" y="25938"/>
                  </a:cubicBezTo>
                  <a:close/>
                  <a:moveTo>
                    <a:pt x="1023938" y="436698"/>
                  </a:moveTo>
                  <a:cubicBezTo>
                    <a:pt x="1013841" y="436698"/>
                    <a:pt x="1005650" y="444873"/>
                    <a:pt x="1005650" y="454963"/>
                  </a:cubicBezTo>
                  <a:cubicBezTo>
                    <a:pt x="1005650" y="465053"/>
                    <a:pt x="1013841" y="473227"/>
                    <a:pt x="1023938" y="473227"/>
                  </a:cubicBezTo>
                  <a:cubicBezTo>
                    <a:pt x="1034035" y="473227"/>
                    <a:pt x="1042226" y="465053"/>
                    <a:pt x="1042226" y="454963"/>
                  </a:cubicBezTo>
                  <a:cubicBezTo>
                    <a:pt x="1042226" y="444873"/>
                    <a:pt x="1034035" y="436698"/>
                    <a:pt x="1023938" y="436698"/>
                  </a:cubicBezTo>
                  <a:close/>
                  <a:moveTo>
                    <a:pt x="978218" y="117070"/>
                  </a:moveTo>
                  <a:cubicBezTo>
                    <a:pt x="968122" y="117070"/>
                    <a:pt x="959930" y="125245"/>
                    <a:pt x="959930" y="135335"/>
                  </a:cubicBezTo>
                  <a:cubicBezTo>
                    <a:pt x="959930" y="145424"/>
                    <a:pt x="968122" y="153599"/>
                    <a:pt x="978218" y="153599"/>
                  </a:cubicBezTo>
                  <a:cubicBezTo>
                    <a:pt x="988314" y="153599"/>
                    <a:pt x="996506" y="145424"/>
                    <a:pt x="996506" y="135335"/>
                  </a:cubicBezTo>
                  <a:cubicBezTo>
                    <a:pt x="996506" y="125245"/>
                    <a:pt x="988314" y="117070"/>
                    <a:pt x="978218" y="117070"/>
                  </a:cubicBezTo>
                  <a:close/>
                  <a:moveTo>
                    <a:pt x="1069658" y="391037"/>
                  </a:moveTo>
                  <a:cubicBezTo>
                    <a:pt x="1059562" y="391037"/>
                    <a:pt x="1051370" y="399212"/>
                    <a:pt x="1051370" y="409302"/>
                  </a:cubicBezTo>
                  <a:cubicBezTo>
                    <a:pt x="1051370" y="419391"/>
                    <a:pt x="1059562" y="427566"/>
                    <a:pt x="1069658" y="427566"/>
                  </a:cubicBezTo>
                  <a:cubicBezTo>
                    <a:pt x="1079754" y="427566"/>
                    <a:pt x="1087946" y="419391"/>
                    <a:pt x="1087946" y="409302"/>
                  </a:cubicBezTo>
                  <a:cubicBezTo>
                    <a:pt x="1087946" y="399212"/>
                    <a:pt x="1079754" y="391037"/>
                    <a:pt x="1069658" y="391037"/>
                  </a:cubicBezTo>
                  <a:close/>
                  <a:moveTo>
                    <a:pt x="1023938" y="254054"/>
                  </a:moveTo>
                  <a:cubicBezTo>
                    <a:pt x="1013841" y="254054"/>
                    <a:pt x="1005650" y="262228"/>
                    <a:pt x="1005650" y="272318"/>
                  </a:cubicBezTo>
                  <a:cubicBezTo>
                    <a:pt x="1005650" y="282408"/>
                    <a:pt x="1013841" y="290583"/>
                    <a:pt x="1023938" y="290583"/>
                  </a:cubicBezTo>
                  <a:cubicBezTo>
                    <a:pt x="1034035" y="290583"/>
                    <a:pt x="1042226" y="282408"/>
                    <a:pt x="1042226" y="272318"/>
                  </a:cubicBezTo>
                  <a:cubicBezTo>
                    <a:pt x="1042099" y="262304"/>
                    <a:pt x="1033971" y="254244"/>
                    <a:pt x="1023938" y="254244"/>
                  </a:cubicBezTo>
                  <a:close/>
                  <a:moveTo>
                    <a:pt x="1023938" y="71409"/>
                  </a:moveTo>
                  <a:cubicBezTo>
                    <a:pt x="1013841" y="71409"/>
                    <a:pt x="1005650" y="79584"/>
                    <a:pt x="1005650" y="89673"/>
                  </a:cubicBezTo>
                  <a:cubicBezTo>
                    <a:pt x="1005650" y="99763"/>
                    <a:pt x="1013841" y="107938"/>
                    <a:pt x="1023938" y="107938"/>
                  </a:cubicBezTo>
                  <a:cubicBezTo>
                    <a:pt x="1034035" y="107938"/>
                    <a:pt x="1042226" y="99763"/>
                    <a:pt x="1042226" y="89673"/>
                  </a:cubicBezTo>
                  <a:cubicBezTo>
                    <a:pt x="1042226" y="79584"/>
                    <a:pt x="1034035" y="71409"/>
                    <a:pt x="1023938" y="71409"/>
                  </a:cubicBezTo>
                  <a:close/>
                  <a:moveTo>
                    <a:pt x="978218" y="208392"/>
                  </a:moveTo>
                  <a:cubicBezTo>
                    <a:pt x="968122" y="208392"/>
                    <a:pt x="959930" y="216567"/>
                    <a:pt x="959930" y="226657"/>
                  </a:cubicBezTo>
                  <a:cubicBezTo>
                    <a:pt x="959930" y="236747"/>
                    <a:pt x="968122" y="244921"/>
                    <a:pt x="978218" y="244921"/>
                  </a:cubicBezTo>
                  <a:cubicBezTo>
                    <a:pt x="988314" y="244921"/>
                    <a:pt x="996506" y="236747"/>
                    <a:pt x="996506" y="226657"/>
                  </a:cubicBezTo>
                  <a:cubicBezTo>
                    <a:pt x="996506" y="216567"/>
                    <a:pt x="988314" y="208392"/>
                    <a:pt x="978218" y="208392"/>
                  </a:cubicBezTo>
                  <a:close/>
                  <a:moveTo>
                    <a:pt x="1023938" y="162731"/>
                  </a:moveTo>
                  <a:cubicBezTo>
                    <a:pt x="1013841" y="162731"/>
                    <a:pt x="1005650" y="170906"/>
                    <a:pt x="1005650" y="180996"/>
                  </a:cubicBezTo>
                  <a:cubicBezTo>
                    <a:pt x="1005650" y="191086"/>
                    <a:pt x="1013841" y="199260"/>
                    <a:pt x="1023938" y="199260"/>
                  </a:cubicBezTo>
                  <a:cubicBezTo>
                    <a:pt x="1034035" y="199260"/>
                    <a:pt x="1042226" y="191086"/>
                    <a:pt x="1042226" y="180996"/>
                  </a:cubicBezTo>
                  <a:cubicBezTo>
                    <a:pt x="1042226" y="170906"/>
                    <a:pt x="1034035" y="162731"/>
                    <a:pt x="1023938" y="162731"/>
                  </a:cubicBezTo>
                  <a:close/>
                  <a:moveTo>
                    <a:pt x="932498" y="528021"/>
                  </a:moveTo>
                  <a:cubicBezTo>
                    <a:pt x="922338" y="527983"/>
                    <a:pt x="914147" y="536164"/>
                    <a:pt x="914083" y="546285"/>
                  </a:cubicBezTo>
                  <a:cubicBezTo>
                    <a:pt x="914019" y="556407"/>
                    <a:pt x="922211" y="564638"/>
                    <a:pt x="932371" y="564676"/>
                  </a:cubicBezTo>
                  <a:cubicBezTo>
                    <a:pt x="942531" y="564714"/>
                    <a:pt x="950723" y="556533"/>
                    <a:pt x="950786" y="546412"/>
                  </a:cubicBezTo>
                  <a:cubicBezTo>
                    <a:pt x="950786" y="546367"/>
                    <a:pt x="950786" y="546330"/>
                    <a:pt x="950786" y="546285"/>
                  </a:cubicBezTo>
                  <a:cubicBezTo>
                    <a:pt x="950786" y="536195"/>
                    <a:pt x="942594" y="528021"/>
                    <a:pt x="932498" y="528021"/>
                  </a:cubicBezTo>
                  <a:close/>
                  <a:moveTo>
                    <a:pt x="932498" y="436698"/>
                  </a:moveTo>
                  <a:cubicBezTo>
                    <a:pt x="922401" y="436698"/>
                    <a:pt x="914210" y="444873"/>
                    <a:pt x="914210" y="454963"/>
                  </a:cubicBezTo>
                  <a:cubicBezTo>
                    <a:pt x="914210" y="465053"/>
                    <a:pt x="922401" y="473227"/>
                    <a:pt x="932498" y="473227"/>
                  </a:cubicBezTo>
                  <a:cubicBezTo>
                    <a:pt x="942594" y="473227"/>
                    <a:pt x="950786" y="465053"/>
                    <a:pt x="950786" y="454963"/>
                  </a:cubicBezTo>
                  <a:cubicBezTo>
                    <a:pt x="950786" y="444873"/>
                    <a:pt x="942594" y="436698"/>
                    <a:pt x="932498" y="436698"/>
                  </a:cubicBezTo>
                  <a:close/>
                  <a:moveTo>
                    <a:pt x="932498" y="345376"/>
                  </a:moveTo>
                  <a:cubicBezTo>
                    <a:pt x="922401" y="345376"/>
                    <a:pt x="914210" y="353551"/>
                    <a:pt x="914210" y="363640"/>
                  </a:cubicBezTo>
                  <a:cubicBezTo>
                    <a:pt x="914210" y="373730"/>
                    <a:pt x="922401" y="381905"/>
                    <a:pt x="932498" y="381905"/>
                  </a:cubicBezTo>
                  <a:cubicBezTo>
                    <a:pt x="942594" y="381905"/>
                    <a:pt x="950786" y="373730"/>
                    <a:pt x="950786" y="363640"/>
                  </a:cubicBezTo>
                  <a:cubicBezTo>
                    <a:pt x="950786" y="353551"/>
                    <a:pt x="942594" y="345376"/>
                    <a:pt x="932498" y="345376"/>
                  </a:cubicBezTo>
                  <a:close/>
                  <a:moveTo>
                    <a:pt x="1069658" y="299715"/>
                  </a:moveTo>
                  <a:cubicBezTo>
                    <a:pt x="1059562" y="299715"/>
                    <a:pt x="1051370" y="307890"/>
                    <a:pt x="1051370" y="317979"/>
                  </a:cubicBezTo>
                  <a:cubicBezTo>
                    <a:pt x="1051370" y="328069"/>
                    <a:pt x="1059562" y="336244"/>
                    <a:pt x="1069658" y="336244"/>
                  </a:cubicBezTo>
                  <a:cubicBezTo>
                    <a:pt x="1079754" y="336244"/>
                    <a:pt x="1087946" y="328069"/>
                    <a:pt x="1087946" y="317979"/>
                  </a:cubicBezTo>
                  <a:cubicBezTo>
                    <a:pt x="1087946" y="307890"/>
                    <a:pt x="1079754" y="299715"/>
                    <a:pt x="1069658" y="299715"/>
                  </a:cubicBezTo>
                  <a:close/>
                  <a:moveTo>
                    <a:pt x="886778" y="25748"/>
                  </a:moveTo>
                  <a:cubicBezTo>
                    <a:pt x="876681" y="25748"/>
                    <a:pt x="868490" y="33922"/>
                    <a:pt x="868490" y="44012"/>
                  </a:cubicBezTo>
                  <a:cubicBezTo>
                    <a:pt x="868490" y="54102"/>
                    <a:pt x="876681" y="62277"/>
                    <a:pt x="886778" y="62277"/>
                  </a:cubicBezTo>
                  <a:cubicBezTo>
                    <a:pt x="896875" y="62277"/>
                    <a:pt x="905066" y="54102"/>
                    <a:pt x="905066" y="44012"/>
                  </a:cubicBezTo>
                  <a:cubicBezTo>
                    <a:pt x="904939" y="33998"/>
                    <a:pt x="896811" y="25938"/>
                    <a:pt x="886778" y="25938"/>
                  </a:cubicBezTo>
                  <a:close/>
                  <a:moveTo>
                    <a:pt x="932498" y="162731"/>
                  </a:moveTo>
                  <a:cubicBezTo>
                    <a:pt x="922401" y="162731"/>
                    <a:pt x="914210" y="170906"/>
                    <a:pt x="914210" y="180996"/>
                  </a:cubicBezTo>
                  <a:cubicBezTo>
                    <a:pt x="914210" y="191086"/>
                    <a:pt x="922401" y="199260"/>
                    <a:pt x="932498" y="199260"/>
                  </a:cubicBezTo>
                  <a:cubicBezTo>
                    <a:pt x="942594" y="199260"/>
                    <a:pt x="950786" y="191086"/>
                    <a:pt x="950786" y="180996"/>
                  </a:cubicBezTo>
                  <a:cubicBezTo>
                    <a:pt x="950786" y="170906"/>
                    <a:pt x="942594" y="162731"/>
                    <a:pt x="932498" y="162731"/>
                  </a:cubicBezTo>
                  <a:close/>
                  <a:moveTo>
                    <a:pt x="978218" y="482359"/>
                  </a:moveTo>
                  <a:cubicBezTo>
                    <a:pt x="968122" y="482359"/>
                    <a:pt x="959930" y="490534"/>
                    <a:pt x="959930" y="500624"/>
                  </a:cubicBezTo>
                  <a:cubicBezTo>
                    <a:pt x="959930" y="510714"/>
                    <a:pt x="968122" y="518888"/>
                    <a:pt x="978218" y="518888"/>
                  </a:cubicBezTo>
                  <a:cubicBezTo>
                    <a:pt x="988314" y="518888"/>
                    <a:pt x="996506" y="510714"/>
                    <a:pt x="996506" y="500624"/>
                  </a:cubicBezTo>
                  <a:cubicBezTo>
                    <a:pt x="996379" y="490610"/>
                    <a:pt x="988251" y="482550"/>
                    <a:pt x="978218" y="482550"/>
                  </a:cubicBezTo>
                  <a:close/>
                  <a:moveTo>
                    <a:pt x="978218" y="299715"/>
                  </a:moveTo>
                  <a:cubicBezTo>
                    <a:pt x="968122" y="299715"/>
                    <a:pt x="959930" y="307890"/>
                    <a:pt x="959930" y="317979"/>
                  </a:cubicBezTo>
                  <a:cubicBezTo>
                    <a:pt x="959930" y="328069"/>
                    <a:pt x="968122" y="336244"/>
                    <a:pt x="978218" y="336244"/>
                  </a:cubicBezTo>
                  <a:cubicBezTo>
                    <a:pt x="988314" y="336244"/>
                    <a:pt x="996506" y="328069"/>
                    <a:pt x="996506" y="317979"/>
                  </a:cubicBezTo>
                  <a:cubicBezTo>
                    <a:pt x="996506" y="307890"/>
                    <a:pt x="988314" y="299715"/>
                    <a:pt x="978218" y="299715"/>
                  </a:cubicBezTo>
                  <a:close/>
                  <a:moveTo>
                    <a:pt x="978218" y="391037"/>
                  </a:moveTo>
                  <a:cubicBezTo>
                    <a:pt x="968122" y="391037"/>
                    <a:pt x="959930" y="399212"/>
                    <a:pt x="959930" y="409302"/>
                  </a:cubicBezTo>
                  <a:cubicBezTo>
                    <a:pt x="959930" y="419391"/>
                    <a:pt x="968122" y="427566"/>
                    <a:pt x="978218" y="427566"/>
                  </a:cubicBezTo>
                  <a:cubicBezTo>
                    <a:pt x="988314" y="427566"/>
                    <a:pt x="996506" y="419391"/>
                    <a:pt x="996506" y="409302"/>
                  </a:cubicBezTo>
                  <a:cubicBezTo>
                    <a:pt x="996506" y="399212"/>
                    <a:pt x="988314" y="391037"/>
                    <a:pt x="978218" y="391037"/>
                  </a:cubicBezTo>
                  <a:close/>
                  <a:moveTo>
                    <a:pt x="932498" y="71409"/>
                  </a:moveTo>
                  <a:cubicBezTo>
                    <a:pt x="922401" y="71409"/>
                    <a:pt x="914210" y="79584"/>
                    <a:pt x="914210" y="89673"/>
                  </a:cubicBezTo>
                  <a:cubicBezTo>
                    <a:pt x="914210" y="99763"/>
                    <a:pt x="922401" y="107938"/>
                    <a:pt x="932498" y="107938"/>
                  </a:cubicBezTo>
                  <a:cubicBezTo>
                    <a:pt x="942594" y="107938"/>
                    <a:pt x="950786" y="99763"/>
                    <a:pt x="950786" y="89673"/>
                  </a:cubicBezTo>
                  <a:cubicBezTo>
                    <a:pt x="950786" y="79584"/>
                    <a:pt x="942594" y="71409"/>
                    <a:pt x="932498" y="71409"/>
                  </a:cubicBezTo>
                  <a:close/>
                  <a:moveTo>
                    <a:pt x="932498" y="254054"/>
                  </a:moveTo>
                  <a:cubicBezTo>
                    <a:pt x="922401" y="254054"/>
                    <a:pt x="914210" y="262228"/>
                    <a:pt x="914210" y="272318"/>
                  </a:cubicBezTo>
                  <a:cubicBezTo>
                    <a:pt x="914210" y="282408"/>
                    <a:pt x="922401" y="290583"/>
                    <a:pt x="932498" y="290583"/>
                  </a:cubicBezTo>
                  <a:cubicBezTo>
                    <a:pt x="942594" y="290583"/>
                    <a:pt x="950786" y="282408"/>
                    <a:pt x="950786" y="272318"/>
                  </a:cubicBezTo>
                  <a:cubicBezTo>
                    <a:pt x="950659" y="262304"/>
                    <a:pt x="942531" y="254244"/>
                    <a:pt x="932498" y="254244"/>
                  </a:cubicBezTo>
                  <a:close/>
                  <a:moveTo>
                    <a:pt x="1206818" y="162731"/>
                  </a:moveTo>
                  <a:cubicBezTo>
                    <a:pt x="1196722" y="162731"/>
                    <a:pt x="1188530" y="170906"/>
                    <a:pt x="1188530" y="180996"/>
                  </a:cubicBezTo>
                  <a:cubicBezTo>
                    <a:pt x="1188530" y="191086"/>
                    <a:pt x="1196722" y="199260"/>
                    <a:pt x="1206818" y="199260"/>
                  </a:cubicBezTo>
                  <a:cubicBezTo>
                    <a:pt x="1216914" y="199260"/>
                    <a:pt x="1225106" y="191086"/>
                    <a:pt x="1225106" y="180996"/>
                  </a:cubicBezTo>
                  <a:cubicBezTo>
                    <a:pt x="1225106" y="170906"/>
                    <a:pt x="1216914" y="162731"/>
                    <a:pt x="1206818" y="162731"/>
                  </a:cubicBezTo>
                  <a:close/>
                  <a:moveTo>
                    <a:pt x="1206818" y="71409"/>
                  </a:moveTo>
                  <a:cubicBezTo>
                    <a:pt x="1196722" y="71409"/>
                    <a:pt x="1188530" y="79584"/>
                    <a:pt x="1188530" y="89673"/>
                  </a:cubicBezTo>
                  <a:cubicBezTo>
                    <a:pt x="1188530" y="99763"/>
                    <a:pt x="1196722" y="107938"/>
                    <a:pt x="1206818" y="107938"/>
                  </a:cubicBezTo>
                  <a:cubicBezTo>
                    <a:pt x="1216914" y="107938"/>
                    <a:pt x="1225106" y="99763"/>
                    <a:pt x="1225106" y="89673"/>
                  </a:cubicBezTo>
                  <a:cubicBezTo>
                    <a:pt x="1225106" y="79584"/>
                    <a:pt x="1216914" y="71409"/>
                    <a:pt x="1206818" y="71409"/>
                  </a:cubicBezTo>
                  <a:close/>
                  <a:moveTo>
                    <a:pt x="1188593" y="272318"/>
                  </a:moveTo>
                  <a:cubicBezTo>
                    <a:pt x="1188593" y="276599"/>
                    <a:pt x="1190117" y="280734"/>
                    <a:pt x="1192912" y="283987"/>
                  </a:cubicBezTo>
                  <a:cubicBezTo>
                    <a:pt x="1198309" y="274221"/>
                    <a:pt x="1203706" y="264327"/>
                    <a:pt x="1209104" y="254307"/>
                  </a:cubicBezTo>
                  <a:cubicBezTo>
                    <a:pt x="1208342" y="254244"/>
                    <a:pt x="1207643" y="254244"/>
                    <a:pt x="1206881" y="254307"/>
                  </a:cubicBezTo>
                  <a:cubicBezTo>
                    <a:pt x="1196849" y="254307"/>
                    <a:pt x="1188721" y="262330"/>
                    <a:pt x="1188593" y="272318"/>
                  </a:cubicBezTo>
                  <a:close/>
                  <a:moveTo>
                    <a:pt x="658241" y="436698"/>
                  </a:moveTo>
                  <a:cubicBezTo>
                    <a:pt x="648145" y="436698"/>
                    <a:pt x="639953" y="444873"/>
                    <a:pt x="639953" y="454963"/>
                  </a:cubicBezTo>
                  <a:cubicBezTo>
                    <a:pt x="639953" y="465053"/>
                    <a:pt x="648145" y="473227"/>
                    <a:pt x="658241" y="473227"/>
                  </a:cubicBezTo>
                  <a:cubicBezTo>
                    <a:pt x="668338" y="473227"/>
                    <a:pt x="676529" y="465053"/>
                    <a:pt x="676529" y="454963"/>
                  </a:cubicBezTo>
                  <a:cubicBezTo>
                    <a:pt x="676529" y="444873"/>
                    <a:pt x="668338" y="436698"/>
                    <a:pt x="658241" y="436698"/>
                  </a:cubicBezTo>
                  <a:cubicBezTo>
                    <a:pt x="658241" y="436698"/>
                    <a:pt x="658178" y="436698"/>
                    <a:pt x="658178" y="436698"/>
                  </a:cubicBezTo>
                  <a:close/>
                  <a:moveTo>
                    <a:pt x="1161162" y="25748"/>
                  </a:moveTo>
                  <a:cubicBezTo>
                    <a:pt x="1151065" y="25748"/>
                    <a:pt x="1142874" y="33922"/>
                    <a:pt x="1142874" y="44012"/>
                  </a:cubicBezTo>
                  <a:cubicBezTo>
                    <a:pt x="1142874" y="54102"/>
                    <a:pt x="1151065" y="62277"/>
                    <a:pt x="1161162" y="62277"/>
                  </a:cubicBezTo>
                  <a:cubicBezTo>
                    <a:pt x="1171258" y="62277"/>
                    <a:pt x="1179450" y="54102"/>
                    <a:pt x="1179450" y="44012"/>
                  </a:cubicBezTo>
                  <a:cubicBezTo>
                    <a:pt x="1179323" y="33973"/>
                    <a:pt x="1171131" y="25900"/>
                    <a:pt x="1161098" y="25938"/>
                  </a:cubicBezTo>
                  <a:close/>
                  <a:moveTo>
                    <a:pt x="1280034" y="89673"/>
                  </a:moveTo>
                  <a:cubicBezTo>
                    <a:pt x="1280034" y="93859"/>
                    <a:pt x="1281494" y="97911"/>
                    <a:pt x="1284161" y="101152"/>
                  </a:cubicBezTo>
                  <a:cubicBezTo>
                    <a:pt x="1288606" y="91322"/>
                    <a:pt x="1293051" y="81493"/>
                    <a:pt x="1297432" y="71536"/>
                  </a:cubicBezTo>
                  <a:cubicBezTo>
                    <a:pt x="1287717" y="71942"/>
                    <a:pt x="1279970" y="79939"/>
                    <a:pt x="1279970" y="89673"/>
                  </a:cubicBezTo>
                  <a:close/>
                  <a:moveTo>
                    <a:pt x="1069722" y="208392"/>
                  </a:moveTo>
                  <a:cubicBezTo>
                    <a:pt x="1059625" y="208392"/>
                    <a:pt x="1051434" y="216567"/>
                    <a:pt x="1051434" y="226657"/>
                  </a:cubicBezTo>
                  <a:cubicBezTo>
                    <a:pt x="1051434" y="236747"/>
                    <a:pt x="1059625" y="244921"/>
                    <a:pt x="1069722" y="244921"/>
                  </a:cubicBezTo>
                  <a:cubicBezTo>
                    <a:pt x="1079818" y="244921"/>
                    <a:pt x="1088010" y="236747"/>
                    <a:pt x="1088010" y="226657"/>
                  </a:cubicBezTo>
                  <a:cubicBezTo>
                    <a:pt x="1088010" y="216567"/>
                    <a:pt x="1079818" y="208392"/>
                    <a:pt x="1069722" y="208392"/>
                  </a:cubicBezTo>
                  <a:cubicBezTo>
                    <a:pt x="1069722" y="208392"/>
                    <a:pt x="1069658" y="208392"/>
                    <a:pt x="1069658" y="208392"/>
                  </a:cubicBezTo>
                  <a:close/>
                  <a:moveTo>
                    <a:pt x="1252601" y="25748"/>
                  </a:moveTo>
                  <a:cubicBezTo>
                    <a:pt x="1242505" y="25748"/>
                    <a:pt x="1234313" y="33922"/>
                    <a:pt x="1234313" y="44012"/>
                  </a:cubicBezTo>
                  <a:cubicBezTo>
                    <a:pt x="1234313" y="54102"/>
                    <a:pt x="1242505" y="62277"/>
                    <a:pt x="1252601" y="62277"/>
                  </a:cubicBezTo>
                  <a:cubicBezTo>
                    <a:pt x="1262698" y="62277"/>
                    <a:pt x="1270889" y="54102"/>
                    <a:pt x="1270889" y="44012"/>
                  </a:cubicBezTo>
                  <a:cubicBezTo>
                    <a:pt x="1270762" y="33973"/>
                    <a:pt x="1262571" y="25900"/>
                    <a:pt x="1252538" y="25938"/>
                  </a:cubicBezTo>
                  <a:close/>
                  <a:moveTo>
                    <a:pt x="1252601" y="117070"/>
                  </a:moveTo>
                  <a:cubicBezTo>
                    <a:pt x="1242505" y="117070"/>
                    <a:pt x="1234313" y="125245"/>
                    <a:pt x="1234313" y="135335"/>
                  </a:cubicBezTo>
                  <a:cubicBezTo>
                    <a:pt x="1234313" y="145424"/>
                    <a:pt x="1242505" y="153599"/>
                    <a:pt x="1252601" y="153599"/>
                  </a:cubicBezTo>
                  <a:cubicBezTo>
                    <a:pt x="1255396" y="153574"/>
                    <a:pt x="1258189" y="152901"/>
                    <a:pt x="1260729" y="151633"/>
                  </a:cubicBezTo>
                  <a:cubicBezTo>
                    <a:pt x="1263904" y="144847"/>
                    <a:pt x="1267079" y="138062"/>
                    <a:pt x="1270318" y="131149"/>
                  </a:cubicBezTo>
                  <a:cubicBezTo>
                    <a:pt x="1268413" y="122879"/>
                    <a:pt x="1261047" y="117032"/>
                    <a:pt x="1252538" y="117070"/>
                  </a:cubicBezTo>
                  <a:close/>
                  <a:moveTo>
                    <a:pt x="1280224" y="0"/>
                  </a:moveTo>
                  <a:cubicBezTo>
                    <a:pt x="1281050" y="9982"/>
                    <a:pt x="1289812" y="17396"/>
                    <a:pt x="1299846" y="16558"/>
                  </a:cubicBezTo>
                  <a:cubicBezTo>
                    <a:pt x="1308672" y="15816"/>
                    <a:pt x="1315657" y="8821"/>
                    <a:pt x="1316419" y="0"/>
                  </a:cubicBezTo>
                  <a:close/>
                  <a:moveTo>
                    <a:pt x="1115124" y="345376"/>
                  </a:moveTo>
                  <a:cubicBezTo>
                    <a:pt x="1105027" y="345376"/>
                    <a:pt x="1096836" y="353551"/>
                    <a:pt x="1096836" y="363640"/>
                  </a:cubicBezTo>
                  <a:cubicBezTo>
                    <a:pt x="1096836" y="373730"/>
                    <a:pt x="1105027" y="381905"/>
                    <a:pt x="1115124" y="381905"/>
                  </a:cubicBezTo>
                  <a:cubicBezTo>
                    <a:pt x="1125221" y="381905"/>
                    <a:pt x="1133412" y="373730"/>
                    <a:pt x="1133412" y="363640"/>
                  </a:cubicBezTo>
                  <a:cubicBezTo>
                    <a:pt x="1133412" y="353652"/>
                    <a:pt x="1125411" y="345515"/>
                    <a:pt x="1115378" y="345376"/>
                  </a:cubicBezTo>
                  <a:close/>
                  <a:moveTo>
                    <a:pt x="1115124" y="254054"/>
                  </a:moveTo>
                  <a:cubicBezTo>
                    <a:pt x="1105027" y="254054"/>
                    <a:pt x="1096836" y="262228"/>
                    <a:pt x="1096836" y="272318"/>
                  </a:cubicBezTo>
                  <a:cubicBezTo>
                    <a:pt x="1096836" y="282408"/>
                    <a:pt x="1105027" y="290583"/>
                    <a:pt x="1115124" y="290583"/>
                  </a:cubicBezTo>
                  <a:cubicBezTo>
                    <a:pt x="1125221" y="290583"/>
                    <a:pt x="1133412" y="282408"/>
                    <a:pt x="1133412" y="272318"/>
                  </a:cubicBezTo>
                  <a:cubicBezTo>
                    <a:pt x="1133285" y="262406"/>
                    <a:pt x="1125284" y="254383"/>
                    <a:pt x="1115378" y="254244"/>
                  </a:cubicBezTo>
                  <a:close/>
                  <a:moveTo>
                    <a:pt x="1069404" y="25748"/>
                  </a:moveTo>
                  <a:cubicBezTo>
                    <a:pt x="1059307" y="25748"/>
                    <a:pt x="1051116" y="33922"/>
                    <a:pt x="1051116" y="44012"/>
                  </a:cubicBezTo>
                  <a:cubicBezTo>
                    <a:pt x="1051116" y="54102"/>
                    <a:pt x="1059307" y="62277"/>
                    <a:pt x="1069404" y="62277"/>
                  </a:cubicBezTo>
                  <a:cubicBezTo>
                    <a:pt x="1079500" y="62277"/>
                    <a:pt x="1087692" y="54102"/>
                    <a:pt x="1087692" y="44012"/>
                  </a:cubicBezTo>
                  <a:cubicBezTo>
                    <a:pt x="1087565" y="34100"/>
                    <a:pt x="1079564" y="26078"/>
                    <a:pt x="1069658" y="25938"/>
                  </a:cubicBezTo>
                  <a:close/>
                  <a:moveTo>
                    <a:pt x="1069404" y="117070"/>
                  </a:moveTo>
                  <a:cubicBezTo>
                    <a:pt x="1059307" y="117070"/>
                    <a:pt x="1051116" y="125245"/>
                    <a:pt x="1051116" y="135335"/>
                  </a:cubicBezTo>
                  <a:cubicBezTo>
                    <a:pt x="1051116" y="145424"/>
                    <a:pt x="1059307" y="153599"/>
                    <a:pt x="1069404" y="153599"/>
                  </a:cubicBezTo>
                  <a:cubicBezTo>
                    <a:pt x="1079500" y="153599"/>
                    <a:pt x="1087692" y="145424"/>
                    <a:pt x="1087692" y="135335"/>
                  </a:cubicBezTo>
                  <a:cubicBezTo>
                    <a:pt x="1087692" y="125346"/>
                    <a:pt x="1079627" y="117210"/>
                    <a:pt x="1069658" y="117070"/>
                  </a:cubicBezTo>
                  <a:close/>
                  <a:moveTo>
                    <a:pt x="1160844" y="299715"/>
                  </a:moveTo>
                  <a:cubicBezTo>
                    <a:pt x="1150748" y="299715"/>
                    <a:pt x="1142556" y="307890"/>
                    <a:pt x="1142556" y="317979"/>
                  </a:cubicBezTo>
                  <a:cubicBezTo>
                    <a:pt x="1142556" y="328069"/>
                    <a:pt x="1150748" y="336244"/>
                    <a:pt x="1160844" y="336244"/>
                  </a:cubicBezTo>
                  <a:lnTo>
                    <a:pt x="1162495" y="336244"/>
                  </a:lnTo>
                  <a:cubicBezTo>
                    <a:pt x="1167512" y="327790"/>
                    <a:pt x="1172528" y="319330"/>
                    <a:pt x="1177544" y="310876"/>
                  </a:cubicBezTo>
                  <a:cubicBezTo>
                    <a:pt x="1174750" y="304255"/>
                    <a:pt x="1168274" y="299892"/>
                    <a:pt x="1161098" y="299715"/>
                  </a:cubicBezTo>
                  <a:close/>
                  <a:moveTo>
                    <a:pt x="1160844" y="208392"/>
                  </a:moveTo>
                  <a:cubicBezTo>
                    <a:pt x="1150748" y="208392"/>
                    <a:pt x="1142556" y="216567"/>
                    <a:pt x="1142556" y="226657"/>
                  </a:cubicBezTo>
                  <a:cubicBezTo>
                    <a:pt x="1142556" y="236747"/>
                    <a:pt x="1150748" y="244921"/>
                    <a:pt x="1160844" y="244921"/>
                  </a:cubicBezTo>
                  <a:cubicBezTo>
                    <a:pt x="1170940" y="244921"/>
                    <a:pt x="1179132" y="236747"/>
                    <a:pt x="1179132" y="226657"/>
                  </a:cubicBezTo>
                  <a:cubicBezTo>
                    <a:pt x="1179132" y="216669"/>
                    <a:pt x="1171067" y="208532"/>
                    <a:pt x="1161098" y="208392"/>
                  </a:cubicBezTo>
                  <a:close/>
                  <a:moveTo>
                    <a:pt x="1115124" y="162731"/>
                  </a:moveTo>
                  <a:cubicBezTo>
                    <a:pt x="1105027" y="162731"/>
                    <a:pt x="1096836" y="170906"/>
                    <a:pt x="1096836" y="180996"/>
                  </a:cubicBezTo>
                  <a:cubicBezTo>
                    <a:pt x="1096836" y="191086"/>
                    <a:pt x="1105027" y="199260"/>
                    <a:pt x="1115124" y="199260"/>
                  </a:cubicBezTo>
                  <a:cubicBezTo>
                    <a:pt x="1125221" y="199260"/>
                    <a:pt x="1133412" y="191086"/>
                    <a:pt x="1133412" y="180996"/>
                  </a:cubicBezTo>
                  <a:cubicBezTo>
                    <a:pt x="1133412" y="171007"/>
                    <a:pt x="1125411" y="162871"/>
                    <a:pt x="1115378" y="162731"/>
                  </a:cubicBezTo>
                  <a:close/>
                  <a:moveTo>
                    <a:pt x="1115124" y="71409"/>
                  </a:moveTo>
                  <a:cubicBezTo>
                    <a:pt x="1105027" y="71409"/>
                    <a:pt x="1096836" y="79584"/>
                    <a:pt x="1096836" y="89673"/>
                  </a:cubicBezTo>
                  <a:cubicBezTo>
                    <a:pt x="1096836" y="99763"/>
                    <a:pt x="1105027" y="107938"/>
                    <a:pt x="1115124" y="107938"/>
                  </a:cubicBezTo>
                  <a:cubicBezTo>
                    <a:pt x="1125221" y="107938"/>
                    <a:pt x="1133412" y="99763"/>
                    <a:pt x="1133412" y="89673"/>
                  </a:cubicBezTo>
                  <a:cubicBezTo>
                    <a:pt x="1133412" y="79685"/>
                    <a:pt x="1125411" y="71548"/>
                    <a:pt x="1115378" y="71409"/>
                  </a:cubicBezTo>
                  <a:close/>
                  <a:moveTo>
                    <a:pt x="1160844" y="117070"/>
                  </a:moveTo>
                  <a:cubicBezTo>
                    <a:pt x="1150748" y="117070"/>
                    <a:pt x="1142556" y="125245"/>
                    <a:pt x="1142556" y="135335"/>
                  </a:cubicBezTo>
                  <a:cubicBezTo>
                    <a:pt x="1142556" y="145424"/>
                    <a:pt x="1150748" y="153599"/>
                    <a:pt x="1160844" y="153599"/>
                  </a:cubicBezTo>
                  <a:cubicBezTo>
                    <a:pt x="1170940" y="153599"/>
                    <a:pt x="1179132" y="145424"/>
                    <a:pt x="1179132" y="135335"/>
                  </a:cubicBezTo>
                  <a:cubicBezTo>
                    <a:pt x="1179132" y="125346"/>
                    <a:pt x="1171067" y="117210"/>
                    <a:pt x="1161098" y="117070"/>
                  </a:cubicBezTo>
                  <a:close/>
                  <a:moveTo>
                    <a:pt x="749364" y="619343"/>
                  </a:moveTo>
                  <a:cubicBezTo>
                    <a:pt x="739267" y="619343"/>
                    <a:pt x="731076" y="627518"/>
                    <a:pt x="731076" y="637607"/>
                  </a:cubicBezTo>
                  <a:cubicBezTo>
                    <a:pt x="731076" y="640747"/>
                    <a:pt x="731965" y="643822"/>
                    <a:pt x="733489" y="646549"/>
                  </a:cubicBezTo>
                  <a:cubicBezTo>
                    <a:pt x="743776" y="647057"/>
                    <a:pt x="754190" y="647310"/>
                    <a:pt x="764794" y="647374"/>
                  </a:cubicBezTo>
                  <a:cubicBezTo>
                    <a:pt x="770192" y="638850"/>
                    <a:pt x="767652" y="627568"/>
                    <a:pt x="759143" y="622171"/>
                  </a:cubicBezTo>
                  <a:cubicBezTo>
                    <a:pt x="756222" y="620326"/>
                    <a:pt x="752793" y="619349"/>
                    <a:pt x="749364" y="619343"/>
                  </a:cubicBezTo>
                  <a:close/>
                  <a:moveTo>
                    <a:pt x="749364" y="436698"/>
                  </a:moveTo>
                  <a:cubicBezTo>
                    <a:pt x="739267" y="436698"/>
                    <a:pt x="731076" y="444873"/>
                    <a:pt x="731076" y="454963"/>
                  </a:cubicBezTo>
                  <a:cubicBezTo>
                    <a:pt x="731076" y="465053"/>
                    <a:pt x="739267" y="473227"/>
                    <a:pt x="749364" y="473227"/>
                  </a:cubicBezTo>
                  <a:cubicBezTo>
                    <a:pt x="759461" y="473227"/>
                    <a:pt x="767652" y="465053"/>
                    <a:pt x="767652" y="454963"/>
                  </a:cubicBezTo>
                  <a:cubicBezTo>
                    <a:pt x="767652" y="444974"/>
                    <a:pt x="759587" y="436838"/>
                    <a:pt x="749618" y="436698"/>
                  </a:cubicBezTo>
                  <a:close/>
                  <a:moveTo>
                    <a:pt x="749364" y="528021"/>
                  </a:moveTo>
                  <a:cubicBezTo>
                    <a:pt x="739204" y="527983"/>
                    <a:pt x="731012" y="536164"/>
                    <a:pt x="730949" y="546285"/>
                  </a:cubicBezTo>
                  <a:cubicBezTo>
                    <a:pt x="730886" y="556407"/>
                    <a:pt x="739077" y="564638"/>
                    <a:pt x="749237" y="564676"/>
                  </a:cubicBezTo>
                  <a:cubicBezTo>
                    <a:pt x="759397" y="564714"/>
                    <a:pt x="767588" y="556533"/>
                    <a:pt x="767652" y="546412"/>
                  </a:cubicBezTo>
                  <a:cubicBezTo>
                    <a:pt x="767652" y="546367"/>
                    <a:pt x="767652" y="546330"/>
                    <a:pt x="767652" y="546285"/>
                  </a:cubicBezTo>
                  <a:cubicBezTo>
                    <a:pt x="767652" y="536297"/>
                    <a:pt x="759587" y="528160"/>
                    <a:pt x="749618" y="528021"/>
                  </a:cubicBezTo>
                  <a:close/>
                  <a:moveTo>
                    <a:pt x="703644" y="25748"/>
                  </a:moveTo>
                  <a:cubicBezTo>
                    <a:pt x="693548" y="25748"/>
                    <a:pt x="685356" y="33922"/>
                    <a:pt x="685356" y="44012"/>
                  </a:cubicBezTo>
                  <a:cubicBezTo>
                    <a:pt x="685356" y="54102"/>
                    <a:pt x="693548" y="62277"/>
                    <a:pt x="703644" y="62277"/>
                  </a:cubicBezTo>
                  <a:cubicBezTo>
                    <a:pt x="713740" y="62277"/>
                    <a:pt x="721932" y="54102"/>
                    <a:pt x="721932" y="44012"/>
                  </a:cubicBezTo>
                  <a:cubicBezTo>
                    <a:pt x="721805" y="34100"/>
                    <a:pt x="713804" y="26078"/>
                    <a:pt x="703898" y="25938"/>
                  </a:cubicBezTo>
                  <a:close/>
                  <a:moveTo>
                    <a:pt x="749364" y="162731"/>
                  </a:moveTo>
                  <a:cubicBezTo>
                    <a:pt x="739267" y="162731"/>
                    <a:pt x="731076" y="170906"/>
                    <a:pt x="731076" y="180996"/>
                  </a:cubicBezTo>
                  <a:cubicBezTo>
                    <a:pt x="731076" y="191086"/>
                    <a:pt x="739267" y="199260"/>
                    <a:pt x="749364" y="199260"/>
                  </a:cubicBezTo>
                  <a:cubicBezTo>
                    <a:pt x="759461" y="199260"/>
                    <a:pt x="767652" y="191086"/>
                    <a:pt x="767652" y="180996"/>
                  </a:cubicBezTo>
                  <a:cubicBezTo>
                    <a:pt x="767652" y="171007"/>
                    <a:pt x="759587" y="162871"/>
                    <a:pt x="749618" y="162731"/>
                  </a:cubicBezTo>
                  <a:close/>
                  <a:moveTo>
                    <a:pt x="749364" y="345376"/>
                  </a:moveTo>
                  <a:cubicBezTo>
                    <a:pt x="739267" y="345376"/>
                    <a:pt x="731076" y="353551"/>
                    <a:pt x="731076" y="363640"/>
                  </a:cubicBezTo>
                  <a:cubicBezTo>
                    <a:pt x="731076" y="373730"/>
                    <a:pt x="739267" y="381905"/>
                    <a:pt x="749364" y="381905"/>
                  </a:cubicBezTo>
                  <a:cubicBezTo>
                    <a:pt x="759461" y="381905"/>
                    <a:pt x="767652" y="373730"/>
                    <a:pt x="767652" y="363640"/>
                  </a:cubicBezTo>
                  <a:cubicBezTo>
                    <a:pt x="767652" y="353652"/>
                    <a:pt x="759587" y="345515"/>
                    <a:pt x="749618" y="345376"/>
                  </a:cubicBezTo>
                  <a:close/>
                  <a:moveTo>
                    <a:pt x="749364" y="71409"/>
                  </a:moveTo>
                  <a:cubicBezTo>
                    <a:pt x="739267" y="71409"/>
                    <a:pt x="731076" y="79584"/>
                    <a:pt x="731076" y="89673"/>
                  </a:cubicBezTo>
                  <a:cubicBezTo>
                    <a:pt x="731076" y="99763"/>
                    <a:pt x="739267" y="107938"/>
                    <a:pt x="749364" y="107938"/>
                  </a:cubicBezTo>
                  <a:cubicBezTo>
                    <a:pt x="759461" y="107938"/>
                    <a:pt x="767652" y="99763"/>
                    <a:pt x="767652" y="89673"/>
                  </a:cubicBezTo>
                  <a:cubicBezTo>
                    <a:pt x="767652" y="79685"/>
                    <a:pt x="759587" y="71548"/>
                    <a:pt x="749618" y="71409"/>
                  </a:cubicBezTo>
                  <a:close/>
                  <a:moveTo>
                    <a:pt x="703644" y="117070"/>
                  </a:moveTo>
                  <a:cubicBezTo>
                    <a:pt x="693548" y="117070"/>
                    <a:pt x="685356" y="125245"/>
                    <a:pt x="685356" y="135335"/>
                  </a:cubicBezTo>
                  <a:cubicBezTo>
                    <a:pt x="685356" y="145424"/>
                    <a:pt x="693548" y="153599"/>
                    <a:pt x="703644" y="153599"/>
                  </a:cubicBezTo>
                  <a:cubicBezTo>
                    <a:pt x="713740" y="153599"/>
                    <a:pt x="721932" y="145424"/>
                    <a:pt x="721932" y="135335"/>
                  </a:cubicBezTo>
                  <a:cubicBezTo>
                    <a:pt x="721932" y="125346"/>
                    <a:pt x="713867" y="117210"/>
                    <a:pt x="703898" y="117070"/>
                  </a:cubicBezTo>
                  <a:close/>
                  <a:moveTo>
                    <a:pt x="749364" y="254054"/>
                  </a:moveTo>
                  <a:cubicBezTo>
                    <a:pt x="739267" y="254054"/>
                    <a:pt x="731076" y="262228"/>
                    <a:pt x="731076" y="272318"/>
                  </a:cubicBezTo>
                  <a:cubicBezTo>
                    <a:pt x="731076" y="282408"/>
                    <a:pt x="739267" y="290583"/>
                    <a:pt x="749364" y="290583"/>
                  </a:cubicBezTo>
                  <a:cubicBezTo>
                    <a:pt x="759461" y="290583"/>
                    <a:pt x="767652" y="282408"/>
                    <a:pt x="767652" y="272318"/>
                  </a:cubicBezTo>
                  <a:cubicBezTo>
                    <a:pt x="767525" y="262406"/>
                    <a:pt x="759524" y="254383"/>
                    <a:pt x="749618" y="254244"/>
                  </a:cubicBezTo>
                  <a:close/>
                  <a:moveTo>
                    <a:pt x="703644" y="482359"/>
                  </a:moveTo>
                  <a:cubicBezTo>
                    <a:pt x="693548" y="482359"/>
                    <a:pt x="685356" y="490534"/>
                    <a:pt x="685356" y="500624"/>
                  </a:cubicBezTo>
                  <a:cubicBezTo>
                    <a:pt x="685356" y="510714"/>
                    <a:pt x="693548" y="518888"/>
                    <a:pt x="703644" y="518888"/>
                  </a:cubicBezTo>
                  <a:cubicBezTo>
                    <a:pt x="713740" y="518888"/>
                    <a:pt x="721932" y="510714"/>
                    <a:pt x="721932" y="500624"/>
                  </a:cubicBezTo>
                  <a:cubicBezTo>
                    <a:pt x="721805" y="490712"/>
                    <a:pt x="713804" y="482689"/>
                    <a:pt x="703898" y="482550"/>
                  </a:cubicBezTo>
                  <a:close/>
                  <a:moveTo>
                    <a:pt x="657924" y="71409"/>
                  </a:moveTo>
                  <a:cubicBezTo>
                    <a:pt x="647827" y="71409"/>
                    <a:pt x="639636" y="79584"/>
                    <a:pt x="639636" y="89673"/>
                  </a:cubicBezTo>
                  <a:cubicBezTo>
                    <a:pt x="639636" y="99763"/>
                    <a:pt x="647827" y="107938"/>
                    <a:pt x="657924" y="107938"/>
                  </a:cubicBezTo>
                  <a:cubicBezTo>
                    <a:pt x="668020" y="107938"/>
                    <a:pt x="676212" y="99763"/>
                    <a:pt x="676212" y="89673"/>
                  </a:cubicBezTo>
                  <a:cubicBezTo>
                    <a:pt x="676212" y="79685"/>
                    <a:pt x="668211" y="71548"/>
                    <a:pt x="658178" y="71409"/>
                  </a:cubicBezTo>
                  <a:close/>
                  <a:moveTo>
                    <a:pt x="886524" y="117070"/>
                  </a:moveTo>
                  <a:cubicBezTo>
                    <a:pt x="876427" y="117070"/>
                    <a:pt x="868236" y="125245"/>
                    <a:pt x="868236" y="135335"/>
                  </a:cubicBezTo>
                  <a:cubicBezTo>
                    <a:pt x="868236" y="145424"/>
                    <a:pt x="876427" y="153599"/>
                    <a:pt x="886524" y="153599"/>
                  </a:cubicBezTo>
                  <a:cubicBezTo>
                    <a:pt x="896620" y="153599"/>
                    <a:pt x="904812" y="145424"/>
                    <a:pt x="904812" y="135335"/>
                  </a:cubicBezTo>
                  <a:cubicBezTo>
                    <a:pt x="904812" y="125346"/>
                    <a:pt x="896811" y="117210"/>
                    <a:pt x="886778" y="117070"/>
                  </a:cubicBezTo>
                  <a:close/>
                  <a:moveTo>
                    <a:pt x="657924" y="162731"/>
                  </a:moveTo>
                  <a:cubicBezTo>
                    <a:pt x="647827" y="162731"/>
                    <a:pt x="639636" y="170906"/>
                    <a:pt x="639636" y="180996"/>
                  </a:cubicBezTo>
                  <a:cubicBezTo>
                    <a:pt x="639636" y="191086"/>
                    <a:pt x="647827" y="199260"/>
                    <a:pt x="657924" y="199260"/>
                  </a:cubicBezTo>
                  <a:cubicBezTo>
                    <a:pt x="668020" y="199260"/>
                    <a:pt x="676212" y="191086"/>
                    <a:pt x="676212" y="180996"/>
                  </a:cubicBezTo>
                  <a:cubicBezTo>
                    <a:pt x="676212" y="171007"/>
                    <a:pt x="668211" y="162871"/>
                    <a:pt x="658178" y="162731"/>
                  </a:cubicBezTo>
                  <a:close/>
                  <a:moveTo>
                    <a:pt x="657924" y="345376"/>
                  </a:moveTo>
                  <a:cubicBezTo>
                    <a:pt x="647827" y="345376"/>
                    <a:pt x="639636" y="353551"/>
                    <a:pt x="639636" y="363640"/>
                  </a:cubicBezTo>
                  <a:cubicBezTo>
                    <a:pt x="639636" y="373730"/>
                    <a:pt x="647827" y="381905"/>
                    <a:pt x="657924" y="381905"/>
                  </a:cubicBezTo>
                  <a:cubicBezTo>
                    <a:pt x="668020" y="381905"/>
                    <a:pt x="676212" y="373730"/>
                    <a:pt x="676212" y="363640"/>
                  </a:cubicBezTo>
                  <a:cubicBezTo>
                    <a:pt x="676212" y="353652"/>
                    <a:pt x="668211" y="345515"/>
                    <a:pt x="658178" y="345376"/>
                  </a:cubicBezTo>
                  <a:close/>
                  <a:moveTo>
                    <a:pt x="703644" y="391037"/>
                  </a:moveTo>
                  <a:cubicBezTo>
                    <a:pt x="693548" y="391037"/>
                    <a:pt x="685356" y="399212"/>
                    <a:pt x="685356" y="409302"/>
                  </a:cubicBezTo>
                  <a:cubicBezTo>
                    <a:pt x="685356" y="419391"/>
                    <a:pt x="693548" y="427566"/>
                    <a:pt x="703644" y="427566"/>
                  </a:cubicBezTo>
                  <a:cubicBezTo>
                    <a:pt x="713740" y="427566"/>
                    <a:pt x="721932" y="419391"/>
                    <a:pt x="721932" y="409302"/>
                  </a:cubicBezTo>
                  <a:cubicBezTo>
                    <a:pt x="721932" y="399313"/>
                    <a:pt x="713867" y="391177"/>
                    <a:pt x="703898" y="391037"/>
                  </a:cubicBezTo>
                  <a:close/>
                  <a:moveTo>
                    <a:pt x="703644" y="573682"/>
                  </a:moveTo>
                  <a:cubicBezTo>
                    <a:pt x="693548" y="573682"/>
                    <a:pt x="685356" y="581856"/>
                    <a:pt x="685356" y="591946"/>
                  </a:cubicBezTo>
                  <a:cubicBezTo>
                    <a:pt x="685356" y="602036"/>
                    <a:pt x="693548" y="610211"/>
                    <a:pt x="703644" y="610211"/>
                  </a:cubicBezTo>
                  <a:cubicBezTo>
                    <a:pt x="713740" y="610211"/>
                    <a:pt x="721932" y="602036"/>
                    <a:pt x="721932" y="591946"/>
                  </a:cubicBezTo>
                  <a:cubicBezTo>
                    <a:pt x="721932" y="581958"/>
                    <a:pt x="713867" y="573821"/>
                    <a:pt x="703898" y="573682"/>
                  </a:cubicBezTo>
                  <a:close/>
                  <a:moveTo>
                    <a:pt x="703644" y="208392"/>
                  </a:moveTo>
                  <a:cubicBezTo>
                    <a:pt x="693548" y="208392"/>
                    <a:pt x="685356" y="216567"/>
                    <a:pt x="685356" y="226657"/>
                  </a:cubicBezTo>
                  <a:cubicBezTo>
                    <a:pt x="685356" y="236747"/>
                    <a:pt x="693548" y="244921"/>
                    <a:pt x="703644" y="244921"/>
                  </a:cubicBezTo>
                  <a:cubicBezTo>
                    <a:pt x="713740" y="244921"/>
                    <a:pt x="721932" y="236747"/>
                    <a:pt x="721932" y="226657"/>
                  </a:cubicBezTo>
                  <a:cubicBezTo>
                    <a:pt x="721932" y="216669"/>
                    <a:pt x="713867" y="208532"/>
                    <a:pt x="703898" y="208392"/>
                  </a:cubicBezTo>
                  <a:close/>
                  <a:moveTo>
                    <a:pt x="703644" y="299715"/>
                  </a:moveTo>
                  <a:cubicBezTo>
                    <a:pt x="693548" y="299715"/>
                    <a:pt x="685356" y="307890"/>
                    <a:pt x="685356" y="317979"/>
                  </a:cubicBezTo>
                  <a:cubicBezTo>
                    <a:pt x="685356" y="328069"/>
                    <a:pt x="693548" y="336244"/>
                    <a:pt x="703644" y="336244"/>
                  </a:cubicBezTo>
                  <a:cubicBezTo>
                    <a:pt x="713740" y="336244"/>
                    <a:pt x="721932" y="328069"/>
                    <a:pt x="721932" y="317979"/>
                  </a:cubicBezTo>
                  <a:cubicBezTo>
                    <a:pt x="721932" y="307991"/>
                    <a:pt x="713867" y="299854"/>
                    <a:pt x="703898" y="299715"/>
                  </a:cubicBezTo>
                  <a:close/>
                  <a:moveTo>
                    <a:pt x="795084" y="573682"/>
                  </a:moveTo>
                  <a:cubicBezTo>
                    <a:pt x="784987" y="573682"/>
                    <a:pt x="776796" y="581856"/>
                    <a:pt x="776796" y="591946"/>
                  </a:cubicBezTo>
                  <a:cubicBezTo>
                    <a:pt x="776796" y="602036"/>
                    <a:pt x="784987" y="610211"/>
                    <a:pt x="795084" y="610211"/>
                  </a:cubicBezTo>
                  <a:cubicBezTo>
                    <a:pt x="805180" y="610211"/>
                    <a:pt x="813372" y="602036"/>
                    <a:pt x="813372" y="591946"/>
                  </a:cubicBezTo>
                  <a:cubicBezTo>
                    <a:pt x="813372" y="581958"/>
                    <a:pt x="805371" y="573821"/>
                    <a:pt x="795338" y="573682"/>
                  </a:cubicBezTo>
                  <a:close/>
                  <a:moveTo>
                    <a:pt x="657924" y="254054"/>
                  </a:moveTo>
                  <a:cubicBezTo>
                    <a:pt x="647827" y="254054"/>
                    <a:pt x="639636" y="262228"/>
                    <a:pt x="639636" y="272318"/>
                  </a:cubicBezTo>
                  <a:cubicBezTo>
                    <a:pt x="639636" y="282408"/>
                    <a:pt x="647827" y="290583"/>
                    <a:pt x="657924" y="290583"/>
                  </a:cubicBezTo>
                  <a:cubicBezTo>
                    <a:pt x="668020" y="290583"/>
                    <a:pt x="676212" y="282408"/>
                    <a:pt x="676212" y="272318"/>
                  </a:cubicBezTo>
                  <a:cubicBezTo>
                    <a:pt x="676085" y="262406"/>
                    <a:pt x="668084" y="254383"/>
                    <a:pt x="658178" y="254244"/>
                  </a:cubicBezTo>
                  <a:close/>
                  <a:moveTo>
                    <a:pt x="840804" y="162731"/>
                  </a:moveTo>
                  <a:cubicBezTo>
                    <a:pt x="830707" y="162731"/>
                    <a:pt x="822516" y="170906"/>
                    <a:pt x="822516" y="180996"/>
                  </a:cubicBezTo>
                  <a:cubicBezTo>
                    <a:pt x="822516" y="191086"/>
                    <a:pt x="830707" y="199260"/>
                    <a:pt x="840804" y="199260"/>
                  </a:cubicBezTo>
                  <a:cubicBezTo>
                    <a:pt x="850900" y="199260"/>
                    <a:pt x="859092" y="191086"/>
                    <a:pt x="859092" y="180996"/>
                  </a:cubicBezTo>
                  <a:cubicBezTo>
                    <a:pt x="859092" y="171007"/>
                    <a:pt x="851027" y="162871"/>
                    <a:pt x="841058" y="162731"/>
                  </a:cubicBezTo>
                  <a:close/>
                  <a:moveTo>
                    <a:pt x="840804" y="71409"/>
                  </a:moveTo>
                  <a:cubicBezTo>
                    <a:pt x="830707" y="71409"/>
                    <a:pt x="822516" y="79584"/>
                    <a:pt x="822516" y="89673"/>
                  </a:cubicBezTo>
                  <a:cubicBezTo>
                    <a:pt x="822516" y="99763"/>
                    <a:pt x="830707" y="107938"/>
                    <a:pt x="840804" y="107938"/>
                  </a:cubicBezTo>
                  <a:cubicBezTo>
                    <a:pt x="850900" y="107938"/>
                    <a:pt x="859092" y="99763"/>
                    <a:pt x="859092" y="89673"/>
                  </a:cubicBezTo>
                  <a:cubicBezTo>
                    <a:pt x="859092" y="79685"/>
                    <a:pt x="851027" y="71548"/>
                    <a:pt x="841058" y="71409"/>
                  </a:cubicBezTo>
                  <a:close/>
                  <a:moveTo>
                    <a:pt x="840804" y="345376"/>
                  </a:moveTo>
                  <a:cubicBezTo>
                    <a:pt x="830707" y="345376"/>
                    <a:pt x="822516" y="353551"/>
                    <a:pt x="822516" y="363640"/>
                  </a:cubicBezTo>
                  <a:cubicBezTo>
                    <a:pt x="822516" y="373730"/>
                    <a:pt x="830707" y="381905"/>
                    <a:pt x="840804" y="381905"/>
                  </a:cubicBezTo>
                  <a:cubicBezTo>
                    <a:pt x="850900" y="381905"/>
                    <a:pt x="859092" y="373730"/>
                    <a:pt x="859092" y="363640"/>
                  </a:cubicBezTo>
                  <a:cubicBezTo>
                    <a:pt x="859092" y="353652"/>
                    <a:pt x="851027" y="345515"/>
                    <a:pt x="841058" y="345376"/>
                  </a:cubicBezTo>
                  <a:close/>
                  <a:moveTo>
                    <a:pt x="886524" y="573682"/>
                  </a:moveTo>
                  <a:cubicBezTo>
                    <a:pt x="876427" y="573682"/>
                    <a:pt x="868236" y="581856"/>
                    <a:pt x="868236" y="591946"/>
                  </a:cubicBezTo>
                  <a:cubicBezTo>
                    <a:pt x="868236" y="602036"/>
                    <a:pt x="876427" y="610211"/>
                    <a:pt x="886524" y="610211"/>
                  </a:cubicBezTo>
                  <a:cubicBezTo>
                    <a:pt x="896620" y="610211"/>
                    <a:pt x="904812" y="602036"/>
                    <a:pt x="904812" y="591946"/>
                  </a:cubicBezTo>
                  <a:cubicBezTo>
                    <a:pt x="904812" y="581958"/>
                    <a:pt x="896811" y="573821"/>
                    <a:pt x="886778" y="573682"/>
                  </a:cubicBezTo>
                  <a:close/>
                  <a:moveTo>
                    <a:pt x="840804" y="254054"/>
                  </a:moveTo>
                  <a:cubicBezTo>
                    <a:pt x="830707" y="254054"/>
                    <a:pt x="822516" y="262228"/>
                    <a:pt x="822516" y="272318"/>
                  </a:cubicBezTo>
                  <a:cubicBezTo>
                    <a:pt x="822516" y="282408"/>
                    <a:pt x="830707" y="290583"/>
                    <a:pt x="840804" y="290583"/>
                  </a:cubicBezTo>
                  <a:cubicBezTo>
                    <a:pt x="850900" y="290583"/>
                    <a:pt x="859092" y="282408"/>
                    <a:pt x="859092" y="272318"/>
                  </a:cubicBezTo>
                  <a:cubicBezTo>
                    <a:pt x="858965" y="262406"/>
                    <a:pt x="850964" y="254383"/>
                    <a:pt x="841058" y="254244"/>
                  </a:cubicBezTo>
                  <a:close/>
                  <a:moveTo>
                    <a:pt x="886524" y="208392"/>
                  </a:moveTo>
                  <a:cubicBezTo>
                    <a:pt x="876427" y="208392"/>
                    <a:pt x="868236" y="216567"/>
                    <a:pt x="868236" y="226657"/>
                  </a:cubicBezTo>
                  <a:cubicBezTo>
                    <a:pt x="868236" y="236747"/>
                    <a:pt x="876427" y="244921"/>
                    <a:pt x="886524" y="244921"/>
                  </a:cubicBezTo>
                  <a:cubicBezTo>
                    <a:pt x="896620" y="244921"/>
                    <a:pt x="904812" y="236747"/>
                    <a:pt x="904812" y="226657"/>
                  </a:cubicBezTo>
                  <a:cubicBezTo>
                    <a:pt x="904812" y="216669"/>
                    <a:pt x="896811" y="208532"/>
                    <a:pt x="886778" y="208392"/>
                  </a:cubicBezTo>
                  <a:close/>
                  <a:moveTo>
                    <a:pt x="886524" y="299715"/>
                  </a:moveTo>
                  <a:cubicBezTo>
                    <a:pt x="876427" y="299715"/>
                    <a:pt x="868236" y="307890"/>
                    <a:pt x="868236" y="317979"/>
                  </a:cubicBezTo>
                  <a:cubicBezTo>
                    <a:pt x="868236" y="328069"/>
                    <a:pt x="876427" y="336244"/>
                    <a:pt x="886524" y="336244"/>
                  </a:cubicBezTo>
                  <a:cubicBezTo>
                    <a:pt x="896620" y="336244"/>
                    <a:pt x="904812" y="328069"/>
                    <a:pt x="904812" y="317979"/>
                  </a:cubicBezTo>
                  <a:cubicBezTo>
                    <a:pt x="904812" y="307991"/>
                    <a:pt x="896811" y="299854"/>
                    <a:pt x="886778" y="299715"/>
                  </a:cubicBezTo>
                  <a:close/>
                  <a:moveTo>
                    <a:pt x="886524" y="391037"/>
                  </a:moveTo>
                  <a:cubicBezTo>
                    <a:pt x="876427" y="391037"/>
                    <a:pt x="868236" y="399212"/>
                    <a:pt x="868236" y="409302"/>
                  </a:cubicBezTo>
                  <a:cubicBezTo>
                    <a:pt x="868236" y="419391"/>
                    <a:pt x="876427" y="427566"/>
                    <a:pt x="886524" y="427566"/>
                  </a:cubicBezTo>
                  <a:cubicBezTo>
                    <a:pt x="896620" y="427566"/>
                    <a:pt x="904812" y="419391"/>
                    <a:pt x="904812" y="409302"/>
                  </a:cubicBezTo>
                  <a:cubicBezTo>
                    <a:pt x="904812" y="399313"/>
                    <a:pt x="896811" y="391177"/>
                    <a:pt x="886778" y="391037"/>
                  </a:cubicBezTo>
                  <a:close/>
                  <a:moveTo>
                    <a:pt x="886524" y="482359"/>
                  </a:moveTo>
                  <a:cubicBezTo>
                    <a:pt x="876427" y="482359"/>
                    <a:pt x="868236" y="490534"/>
                    <a:pt x="868236" y="500624"/>
                  </a:cubicBezTo>
                  <a:cubicBezTo>
                    <a:pt x="868236" y="510714"/>
                    <a:pt x="876427" y="518888"/>
                    <a:pt x="886524" y="518888"/>
                  </a:cubicBezTo>
                  <a:cubicBezTo>
                    <a:pt x="896620" y="518888"/>
                    <a:pt x="904812" y="510714"/>
                    <a:pt x="904812" y="500624"/>
                  </a:cubicBezTo>
                  <a:cubicBezTo>
                    <a:pt x="904685" y="490712"/>
                    <a:pt x="896684" y="482689"/>
                    <a:pt x="886778" y="482550"/>
                  </a:cubicBezTo>
                  <a:close/>
                  <a:moveTo>
                    <a:pt x="795084" y="391037"/>
                  </a:moveTo>
                  <a:cubicBezTo>
                    <a:pt x="784987" y="391037"/>
                    <a:pt x="776796" y="399212"/>
                    <a:pt x="776796" y="409302"/>
                  </a:cubicBezTo>
                  <a:cubicBezTo>
                    <a:pt x="776796" y="419391"/>
                    <a:pt x="784987" y="427566"/>
                    <a:pt x="795084" y="427566"/>
                  </a:cubicBezTo>
                  <a:cubicBezTo>
                    <a:pt x="805180" y="427566"/>
                    <a:pt x="813372" y="419391"/>
                    <a:pt x="813372" y="409302"/>
                  </a:cubicBezTo>
                  <a:cubicBezTo>
                    <a:pt x="813372" y="399313"/>
                    <a:pt x="805371" y="391177"/>
                    <a:pt x="795338" y="391037"/>
                  </a:cubicBezTo>
                  <a:close/>
                  <a:moveTo>
                    <a:pt x="795084" y="299715"/>
                  </a:moveTo>
                  <a:cubicBezTo>
                    <a:pt x="784987" y="299715"/>
                    <a:pt x="776796" y="307890"/>
                    <a:pt x="776796" y="317979"/>
                  </a:cubicBezTo>
                  <a:cubicBezTo>
                    <a:pt x="776796" y="328069"/>
                    <a:pt x="784987" y="336244"/>
                    <a:pt x="795084" y="336244"/>
                  </a:cubicBezTo>
                  <a:cubicBezTo>
                    <a:pt x="805180" y="336244"/>
                    <a:pt x="813372" y="328069"/>
                    <a:pt x="813372" y="317979"/>
                  </a:cubicBezTo>
                  <a:cubicBezTo>
                    <a:pt x="813372" y="307991"/>
                    <a:pt x="805371" y="299854"/>
                    <a:pt x="795338" y="299715"/>
                  </a:cubicBezTo>
                  <a:close/>
                  <a:moveTo>
                    <a:pt x="840804" y="436698"/>
                  </a:moveTo>
                  <a:cubicBezTo>
                    <a:pt x="830707" y="436698"/>
                    <a:pt x="822516" y="444873"/>
                    <a:pt x="822516" y="454963"/>
                  </a:cubicBezTo>
                  <a:cubicBezTo>
                    <a:pt x="822516" y="465053"/>
                    <a:pt x="830707" y="473227"/>
                    <a:pt x="840804" y="473227"/>
                  </a:cubicBezTo>
                  <a:cubicBezTo>
                    <a:pt x="850900" y="473227"/>
                    <a:pt x="859092" y="465053"/>
                    <a:pt x="859092" y="454963"/>
                  </a:cubicBezTo>
                  <a:cubicBezTo>
                    <a:pt x="859092" y="444974"/>
                    <a:pt x="851027" y="436838"/>
                    <a:pt x="841058" y="436698"/>
                  </a:cubicBezTo>
                  <a:close/>
                  <a:moveTo>
                    <a:pt x="795084" y="208392"/>
                  </a:moveTo>
                  <a:cubicBezTo>
                    <a:pt x="784987" y="208392"/>
                    <a:pt x="776796" y="216567"/>
                    <a:pt x="776796" y="226657"/>
                  </a:cubicBezTo>
                  <a:cubicBezTo>
                    <a:pt x="776796" y="236747"/>
                    <a:pt x="784987" y="244921"/>
                    <a:pt x="795084" y="244921"/>
                  </a:cubicBezTo>
                  <a:cubicBezTo>
                    <a:pt x="805180" y="244921"/>
                    <a:pt x="813372" y="236747"/>
                    <a:pt x="813372" y="226657"/>
                  </a:cubicBezTo>
                  <a:cubicBezTo>
                    <a:pt x="813372" y="216669"/>
                    <a:pt x="805371" y="208532"/>
                    <a:pt x="795338" y="208392"/>
                  </a:cubicBezTo>
                  <a:close/>
                  <a:moveTo>
                    <a:pt x="795084" y="482359"/>
                  </a:moveTo>
                  <a:cubicBezTo>
                    <a:pt x="784987" y="482359"/>
                    <a:pt x="776796" y="490534"/>
                    <a:pt x="776796" y="500624"/>
                  </a:cubicBezTo>
                  <a:cubicBezTo>
                    <a:pt x="776796" y="510714"/>
                    <a:pt x="784987" y="518888"/>
                    <a:pt x="795084" y="518888"/>
                  </a:cubicBezTo>
                  <a:cubicBezTo>
                    <a:pt x="805180" y="518888"/>
                    <a:pt x="813372" y="510714"/>
                    <a:pt x="813372" y="500624"/>
                  </a:cubicBezTo>
                  <a:cubicBezTo>
                    <a:pt x="813245" y="490712"/>
                    <a:pt x="805244" y="482689"/>
                    <a:pt x="795338" y="482550"/>
                  </a:cubicBezTo>
                  <a:close/>
                  <a:moveTo>
                    <a:pt x="795084" y="117070"/>
                  </a:moveTo>
                  <a:cubicBezTo>
                    <a:pt x="784987" y="117070"/>
                    <a:pt x="776796" y="125245"/>
                    <a:pt x="776796" y="135335"/>
                  </a:cubicBezTo>
                  <a:cubicBezTo>
                    <a:pt x="776796" y="145424"/>
                    <a:pt x="784987" y="153599"/>
                    <a:pt x="795084" y="153599"/>
                  </a:cubicBezTo>
                  <a:cubicBezTo>
                    <a:pt x="805180" y="153599"/>
                    <a:pt x="813372" y="145424"/>
                    <a:pt x="813372" y="135335"/>
                  </a:cubicBezTo>
                  <a:cubicBezTo>
                    <a:pt x="813372" y="125346"/>
                    <a:pt x="805371" y="117210"/>
                    <a:pt x="795338" y="117070"/>
                  </a:cubicBezTo>
                  <a:close/>
                  <a:moveTo>
                    <a:pt x="840804" y="528021"/>
                  </a:moveTo>
                  <a:cubicBezTo>
                    <a:pt x="830644" y="527983"/>
                    <a:pt x="822452" y="536164"/>
                    <a:pt x="822389" y="546285"/>
                  </a:cubicBezTo>
                  <a:cubicBezTo>
                    <a:pt x="822325" y="556407"/>
                    <a:pt x="830517" y="564638"/>
                    <a:pt x="840677" y="564676"/>
                  </a:cubicBezTo>
                  <a:cubicBezTo>
                    <a:pt x="850837" y="564714"/>
                    <a:pt x="859028" y="556533"/>
                    <a:pt x="859092" y="546412"/>
                  </a:cubicBezTo>
                  <a:cubicBezTo>
                    <a:pt x="859092" y="546367"/>
                    <a:pt x="859092" y="546330"/>
                    <a:pt x="859092" y="546285"/>
                  </a:cubicBezTo>
                  <a:cubicBezTo>
                    <a:pt x="859092" y="536297"/>
                    <a:pt x="851027" y="528160"/>
                    <a:pt x="841058" y="528021"/>
                  </a:cubicBezTo>
                  <a:close/>
                  <a:moveTo>
                    <a:pt x="840804" y="619343"/>
                  </a:moveTo>
                  <a:cubicBezTo>
                    <a:pt x="830707" y="619343"/>
                    <a:pt x="822516" y="627518"/>
                    <a:pt x="822516" y="637607"/>
                  </a:cubicBezTo>
                  <a:cubicBezTo>
                    <a:pt x="822516" y="639148"/>
                    <a:pt x="822770" y="640683"/>
                    <a:pt x="823151" y="642174"/>
                  </a:cubicBezTo>
                  <a:cubicBezTo>
                    <a:pt x="835089" y="639814"/>
                    <a:pt x="846837" y="636701"/>
                    <a:pt x="858393" y="632851"/>
                  </a:cubicBezTo>
                  <a:cubicBezTo>
                    <a:pt x="856298" y="624994"/>
                    <a:pt x="849186" y="619489"/>
                    <a:pt x="841058" y="619343"/>
                  </a:cubicBezTo>
                  <a:close/>
                  <a:moveTo>
                    <a:pt x="795084" y="25748"/>
                  </a:moveTo>
                  <a:cubicBezTo>
                    <a:pt x="784987" y="25748"/>
                    <a:pt x="776796" y="33922"/>
                    <a:pt x="776796" y="44012"/>
                  </a:cubicBezTo>
                  <a:cubicBezTo>
                    <a:pt x="776796" y="54102"/>
                    <a:pt x="784987" y="62277"/>
                    <a:pt x="795084" y="62277"/>
                  </a:cubicBezTo>
                  <a:cubicBezTo>
                    <a:pt x="805180" y="62277"/>
                    <a:pt x="813372" y="54102"/>
                    <a:pt x="813372" y="44012"/>
                  </a:cubicBezTo>
                  <a:cubicBezTo>
                    <a:pt x="813245" y="34100"/>
                    <a:pt x="805244" y="26078"/>
                    <a:pt x="795338" y="25938"/>
                  </a:cubicBezTo>
                  <a:close/>
                </a:path>
              </a:pathLst>
            </a:custGeom>
            <a:solidFill>
              <a:srgbClr val="F0028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10"/>
            <p:cNvSpPr/>
            <p:nvPr/>
          </p:nvSpPr>
          <p:spPr>
            <a:xfrm>
              <a:off x="6788222" y="1606642"/>
              <a:ext cx="679513" cy="456825"/>
            </a:xfrm>
            <a:custGeom>
              <a:avLst/>
              <a:gdLst/>
              <a:ahLst/>
              <a:cxnLst/>
              <a:rect l="l" t="t" r="r" b="b"/>
              <a:pathLst>
                <a:path w="1812035" h="1218201" extrusionOk="0">
                  <a:moveTo>
                    <a:pt x="877760" y="1218202"/>
                  </a:moveTo>
                  <a:cubicBezTo>
                    <a:pt x="1373442" y="1218202"/>
                    <a:pt x="1576959" y="444118"/>
                    <a:pt x="1812036" y="0"/>
                  </a:cubicBezTo>
                  <a:lnTo>
                    <a:pt x="0" y="0"/>
                  </a:lnTo>
                  <a:cubicBezTo>
                    <a:pt x="243967" y="601269"/>
                    <a:pt x="522922" y="1218202"/>
                    <a:pt x="877760" y="1218202"/>
                  </a:cubicBezTo>
                  <a:close/>
                </a:path>
              </a:pathLst>
            </a:custGeom>
            <a:gradFill>
              <a:gsLst>
                <a:gs pos="0">
                  <a:srgbClr val="BEF176"/>
                </a:gs>
                <a:gs pos="100000">
                  <a:srgbClr val="17A89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10"/>
            <p:cNvSpPr/>
            <p:nvPr/>
          </p:nvSpPr>
          <p:spPr>
            <a:xfrm>
              <a:off x="6308923" y="1183542"/>
              <a:ext cx="479298" cy="423103"/>
            </a:xfrm>
            <a:custGeom>
              <a:avLst/>
              <a:gdLst/>
              <a:ahLst/>
              <a:cxnLst/>
              <a:rect l="l" t="t" r="r" b="b"/>
              <a:pathLst>
                <a:path w="1278128" h="1128274" extrusionOk="0">
                  <a:moveTo>
                    <a:pt x="641922" y="0"/>
                  </a:moveTo>
                  <a:cubicBezTo>
                    <a:pt x="371729" y="0"/>
                    <a:pt x="243142" y="659994"/>
                    <a:pt x="0" y="1128275"/>
                  </a:cubicBezTo>
                  <a:lnTo>
                    <a:pt x="1278128" y="1128275"/>
                  </a:lnTo>
                  <a:cubicBezTo>
                    <a:pt x="1046290" y="557066"/>
                    <a:pt x="845947" y="0"/>
                    <a:pt x="641922" y="0"/>
                  </a:cubicBezTo>
                  <a:close/>
                </a:path>
              </a:pathLst>
            </a:custGeom>
            <a:solidFill>
              <a:srgbClr val="FF3D4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10"/>
            <p:cNvSpPr/>
            <p:nvPr/>
          </p:nvSpPr>
          <p:spPr>
            <a:xfrm>
              <a:off x="7467735" y="1492704"/>
              <a:ext cx="265033" cy="113939"/>
            </a:xfrm>
            <a:custGeom>
              <a:avLst/>
              <a:gdLst/>
              <a:ahLst/>
              <a:cxnLst/>
              <a:rect l="l" t="t" r="r" b="b"/>
              <a:pathLst>
                <a:path w="706755" h="303837" extrusionOk="0">
                  <a:moveTo>
                    <a:pt x="320167" y="0"/>
                  </a:moveTo>
                  <a:cubicBezTo>
                    <a:pt x="194310" y="0"/>
                    <a:pt x="94615" y="125251"/>
                    <a:pt x="0" y="303837"/>
                  </a:cubicBezTo>
                  <a:lnTo>
                    <a:pt x="706755" y="303837"/>
                  </a:lnTo>
                  <a:cubicBezTo>
                    <a:pt x="594932" y="135335"/>
                    <a:pt x="483933" y="0"/>
                    <a:pt x="320167" y="0"/>
                  </a:cubicBezTo>
                  <a:close/>
                </a:path>
              </a:pathLst>
            </a:custGeom>
            <a:solidFill>
              <a:srgbClr val="A54FA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10"/>
            <p:cNvSpPr/>
            <p:nvPr/>
          </p:nvSpPr>
          <p:spPr>
            <a:xfrm>
              <a:off x="8954159" y="1606642"/>
              <a:ext cx="189405" cy="242741"/>
            </a:xfrm>
            <a:custGeom>
              <a:avLst/>
              <a:gdLst/>
              <a:ahLst/>
              <a:cxnLst/>
              <a:rect l="l" t="t" r="r" b="b"/>
              <a:pathLst>
                <a:path w="505079" h="647310" extrusionOk="0">
                  <a:moveTo>
                    <a:pt x="0" y="0"/>
                  </a:moveTo>
                  <a:cubicBezTo>
                    <a:pt x="127000" y="368460"/>
                    <a:pt x="278765" y="644013"/>
                    <a:pt x="505079" y="647310"/>
                  </a:cubicBezTo>
                  <a:lnTo>
                    <a:pt x="505079" y="0"/>
                  </a:lnTo>
                  <a:close/>
                </a:path>
              </a:pathLst>
            </a:custGeom>
            <a:gradFill>
              <a:gsLst>
                <a:gs pos="0">
                  <a:srgbClr val="FF826C"/>
                </a:gs>
                <a:gs pos="100000">
                  <a:srgbClr val="FF3E4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10"/>
            <p:cNvSpPr/>
            <p:nvPr/>
          </p:nvSpPr>
          <p:spPr>
            <a:xfrm>
              <a:off x="5519015" y="1249917"/>
              <a:ext cx="397002" cy="356728"/>
            </a:xfrm>
            <a:custGeom>
              <a:avLst/>
              <a:gdLst/>
              <a:ahLst/>
              <a:cxnLst/>
              <a:rect l="l" t="t" r="r" b="b"/>
              <a:pathLst>
                <a:path w="1058671" h="951274" extrusionOk="0">
                  <a:moveTo>
                    <a:pt x="584200" y="0"/>
                  </a:moveTo>
                  <a:cubicBezTo>
                    <a:pt x="388938" y="0"/>
                    <a:pt x="206692" y="447289"/>
                    <a:pt x="0" y="951274"/>
                  </a:cubicBezTo>
                  <a:lnTo>
                    <a:pt x="1058672" y="951274"/>
                  </a:lnTo>
                  <a:cubicBezTo>
                    <a:pt x="920623" y="672805"/>
                    <a:pt x="806005" y="314808"/>
                    <a:pt x="664654" y="17313"/>
                  </a:cubicBezTo>
                  <a:cubicBezTo>
                    <a:pt x="639312" y="6075"/>
                    <a:pt x="611924" y="184"/>
                    <a:pt x="584200" y="0"/>
                  </a:cubicBezTo>
                  <a:close/>
                </a:path>
              </a:pathLst>
            </a:custGeom>
            <a:solidFill>
              <a:srgbClr val="FF800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10"/>
            <p:cNvSpPr/>
            <p:nvPr/>
          </p:nvSpPr>
          <p:spPr>
            <a:xfrm>
              <a:off x="7215942" y="1606642"/>
              <a:ext cx="470225" cy="214036"/>
            </a:xfrm>
            <a:custGeom>
              <a:avLst/>
              <a:gdLst/>
              <a:ahLst/>
              <a:cxnLst/>
              <a:rect l="l" t="t" r="r" b="b"/>
              <a:pathLst>
                <a:path w="1253934" h="570764" extrusionOk="0">
                  <a:moveTo>
                    <a:pt x="569913" y="570765"/>
                  </a:moveTo>
                  <a:cubicBezTo>
                    <a:pt x="852488" y="570765"/>
                    <a:pt x="1068959" y="318106"/>
                    <a:pt x="1253934" y="0"/>
                  </a:cubicBezTo>
                  <a:lnTo>
                    <a:pt x="0" y="0"/>
                  </a:lnTo>
                  <a:cubicBezTo>
                    <a:pt x="142240" y="325336"/>
                    <a:pt x="312674" y="570765"/>
                    <a:pt x="569913" y="570765"/>
                  </a:cubicBezTo>
                  <a:close/>
                </a:path>
              </a:pathLst>
            </a:custGeom>
            <a:solidFill>
              <a:srgbClr val="7DFF29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10"/>
            <p:cNvSpPr/>
            <p:nvPr/>
          </p:nvSpPr>
          <p:spPr>
            <a:xfrm>
              <a:off x="8828810" y="1202353"/>
              <a:ext cx="314754" cy="404291"/>
            </a:xfrm>
            <a:custGeom>
              <a:avLst/>
              <a:gdLst/>
              <a:ahLst/>
              <a:cxnLst/>
              <a:rect l="l" t="t" r="r" b="b"/>
              <a:pathLst>
                <a:path w="839343" h="1078110" extrusionOk="0">
                  <a:moveTo>
                    <a:pt x="0" y="1078111"/>
                  </a:moveTo>
                  <a:lnTo>
                    <a:pt x="839343" y="1078111"/>
                  </a:lnTo>
                  <a:lnTo>
                    <a:pt x="839343" y="0"/>
                  </a:lnTo>
                  <a:cubicBezTo>
                    <a:pt x="537274" y="5898"/>
                    <a:pt x="328867" y="647881"/>
                    <a:pt x="0" y="1078111"/>
                  </a:cubicBezTo>
                  <a:close/>
                </a:path>
              </a:pathLst>
            </a:custGeom>
            <a:solidFill>
              <a:srgbClr val="FF96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10"/>
            <p:cNvSpPr/>
            <p:nvPr/>
          </p:nvSpPr>
          <p:spPr>
            <a:xfrm>
              <a:off x="6509901" y="1012171"/>
              <a:ext cx="699230" cy="594522"/>
            </a:xfrm>
            <a:custGeom>
              <a:avLst/>
              <a:gdLst/>
              <a:ahLst/>
              <a:cxnLst/>
              <a:rect l="l" t="t" r="r" b="b"/>
              <a:pathLst>
                <a:path w="1864614" h="1585393" extrusionOk="0">
                  <a:moveTo>
                    <a:pt x="215900" y="962880"/>
                  </a:moveTo>
                  <a:lnTo>
                    <a:pt x="839153" y="1585267"/>
                  </a:lnTo>
                  <a:lnTo>
                    <a:pt x="866648" y="1585267"/>
                  </a:lnTo>
                  <a:lnTo>
                    <a:pt x="223329" y="942523"/>
                  </a:lnTo>
                  <a:close/>
                  <a:moveTo>
                    <a:pt x="194754" y="1023761"/>
                  </a:moveTo>
                  <a:lnTo>
                    <a:pt x="757047" y="1585267"/>
                  </a:lnTo>
                  <a:lnTo>
                    <a:pt x="784542" y="1585267"/>
                  </a:lnTo>
                  <a:lnTo>
                    <a:pt x="201866" y="1003341"/>
                  </a:lnTo>
                  <a:cubicBezTo>
                    <a:pt x="199771" y="1010190"/>
                    <a:pt x="197358" y="1016976"/>
                    <a:pt x="195009" y="1023761"/>
                  </a:cubicBezTo>
                  <a:close/>
                  <a:moveTo>
                    <a:pt x="173990" y="1084833"/>
                  </a:moveTo>
                  <a:lnTo>
                    <a:pt x="675132" y="1585267"/>
                  </a:lnTo>
                  <a:lnTo>
                    <a:pt x="702691" y="1585267"/>
                  </a:lnTo>
                  <a:lnTo>
                    <a:pt x="181039" y="1064349"/>
                  </a:lnTo>
                  <a:close/>
                  <a:moveTo>
                    <a:pt x="259143" y="841751"/>
                  </a:moveTo>
                  <a:lnTo>
                    <a:pt x="1003681" y="1585267"/>
                  </a:lnTo>
                  <a:lnTo>
                    <a:pt x="1031177" y="1585267"/>
                  </a:lnTo>
                  <a:lnTo>
                    <a:pt x="266700" y="821584"/>
                  </a:lnTo>
                  <a:close/>
                  <a:moveTo>
                    <a:pt x="237490" y="902188"/>
                  </a:moveTo>
                  <a:lnTo>
                    <a:pt x="921512" y="1585267"/>
                  </a:lnTo>
                  <a:lnTo>
                    <a:pt x="949071" y="1585267"/>
                  </a:lnTo>
                  <a:lnTo>
                    <a:pt x="244729" y="881895"/>
                  </a:lnTo>
                  <a:close/>
                  <a:moveTo>
                    <a:pt x="303657" y="722207"/>
                  </a:moveTo>
                  <a:lnTo>
                    <a:pt x="1167892" y="1585267"/>
                  </a:lnTo>
                  <a:lnTo>
                    <a:pt x="1195451" y="1585267"/>
                  </a:lnTo>
                  <a:lnTo>
                    <a:pt x="311150" y="702358"/>
                  </a:lnTo>
                  <a:cubicBezTo>
                    <a:pt x="308801" y="708953"/>
                    <a:pt x="306260" y="715549"/>
                    <a:pt x="303657" y="722207"/>
                  </a:cubicBezTo>
                  <a:close/>
                  <a:moveTo>
                    <a:pt x="281178" y="781757"/>
                  </a:moveTo>
                  <a:lnTo>
                    <a:pt x="1085850" y="1585267"/>
                  </a:lnTo>
                  <a:lnTo>
                    <a:pt x="1113346" y="1585267"/>
                  </a:lnTo>
                  <a:lnTo>
                    <a:pt x="288671" y="761717"/>
                  </a:lnTo>
                  <a:cubicBezTo>
                    <a:pt x="286131" y="768376"/>
                    <a:pt x="283654" y="775035"/>
                    <a:pt x="281178" y="781757"/>
                  </a:cubicBezTo>
                  <a:close/>
                  <a:moveTo>
                    <a:pt x="45657" y="1448727"/>
                  </a:moveTo>
                  <a:lnTo>
                    <a:pt x="182372" y="1585267"/>
                  </a:lnTo>
                  <a:lnTo>
                    <a:pt x="209867" y="1585267"/>
                  </a:lnTo>
                  <a:lnTo>
                    <a:pt x="53086" y="1428687"/>
                  </a:lnTo>
                  <a:close/>
                  <a:moveTo>
                    <a:pt x="23051" y="1508150"/>
                  </a:moveTo>
                  <a:lnTo>
                    <a:pt x="100266" y="1585267"/>
                  </a:lnTo>
                  <a:lnTo>
                    <a:pt x="127762" y="1585267"/>
                  </a:lnTo>
                  <a:lnTo>
                    <a:pt x="30671" y="1488300"/>
                  </a:lnTo>
                  <a:close/>
                  <a:moveTo>
                    <a:pt x="67501" y="1388797"/>
                  </a:moveTo>
                  <a:lnTo>
                    <a:pt x="264351" y="1585394"/>
                  </a:lnTo>
                  <a:lnTo>
                    <a:pt x="292100" y="1585394"/>
                  </a:lnTo>
                  <a:lnTo>
                    <a:pt x="75121" y="1368757"/>
                  </a:lnTo>
                  <a:close/>
                  <a:moveTo>
                    <a:pt x="326517" y="663228"/>
                  </a:moveTo>
                  <a:lnTo>
                    <a:pt x="1249807" y="1585267"/>
                  </a:lnTo>
                  <a:lnTo>
                    <a:pt x="1277303" y="1585267"/>
                  </a:lnTo>
                  <a:lnTo>
                    <a:pt x="334709" y="643632"/>
                  </a:lnTo>
                  <a:cubicBezTo>
                    <a:pt x="332041" y="650164"/>
                    <a:pt x="329374" y="656696"/>
                    <a:pt x="326771" y="663228"/>
                  </a:cubicBezTo>
                  <a:close/>
                  <a:moveTo>
                    <a:pt x="153035" y="1145905"/>
                  </a:moveTo>
                  <a:lnTo>
                    <a:pt x="593027" y="1585267"/>
                  </a:lnTo>
                  <a:lnTo>
                    <a:pt x="620522" y="1585267"/>
                  </a:lnTo>
                  <a:lnTo>
                    <a:pt x="160084" y="1125421"/>
                  </a:lnTo>
                  <a:close/>
                  <a:moveTo>
                    <a:pt x="0" y="1566812"/>
                  </a:moveTo>
                  <a:lnTo>
                    <a:pt x="18288" y="1585077"/>
                  </a:lnTo>
                  <a:lnTo>
                    <a:pt x="45847" y="1585077"/>
                  </a:lnTo>
                  <a:lnTo>
                    <a:pt x="7747" y="1547026"/>
                  </a:lnTo>
                  <a:cubicBezTo>
                    <a:pt x="5080" y="1554128"/>
                    <a:pt x="2413" y="1560470"/>
                    <a:pt x="0" y="1566812"/>
                  </a:cubicBezTo>
                  <a:close/>
                  <a:moveTo>
                    <a:pt x="132207" y="1206723"/>
                  </a:moveTo>
                  <a:lnTo>
                    <a:pt x="511111" y="1585077"/>
                  </a:lnTo>
                  <a:lnTo>
                    <a:pt x="538607" y="1585077"/>
                  </a:lnTo>
                  <a:lnTo>
                    <a:pt x="139065" y="1186302"/>
                  </a:lnTo>
                  <a:close/>
                  <a:moveTo>
                    <a:pt x="110998" y="1267605"/>
                  </a:moveTo>
                  <a:lnTo>
                    <a:pt x="428942" y="1585077"/>
                  </a:lnTo>
                  <a:lnTo>
                    <a:pt x="456438" y="1585077"/>
                  </a:lnTo>
                  <a:lnTo>
                    <a:pt x="118110" y="1247184"/>
                  </a:lnTo>
                  <a:cubicBezTo>
                    <a:pt x="115570" y="1254223"/>
                    <a:pt x="113221" y="1261009"/>
                    <a:pt x="110808" y="1267795"/>
                  </a:cubicBezTo>
                  <a:close/>
                  <a:moveTo>
                    <a:pt x="89662" y="1328233"/>
                  </a:moveTo>
                  <a:lnTo>
                    <a:pt x="346837" y="1585077"/>
                  </a:lnTo>
                  <a:lnTo>
                    <a:pt x="374333" y="1585077"/>
                  </a:lnTo>
                  <a:lnTo>
                    <a:pt x="96838" y="1307939"/>
                  </a:lnTo>
                  <a:cubicBezTo>
                    <a:pt x="94234" y="1314915"/>
                    <a:pt x="91884" y="1321701"/>
                    <a:pt x="89472" y="1328423"/>
                  </a:cubicBezTo>
                  <a:close/>
                  <a:moveTo>
                    <a:pt x="1792922" y="1361400"/>
                  </a:moveTo>
                  <a:lnTo>
                    <a:pt x="599122" y="169137"/>
                  </a:lnTo>
                  <a:cubicBezTo>
                    <a:pt x="594868" y="173956"/>
                    <a:pt x="590614" y="178966"/>
                    <a:pt x="586422" y="183976"/>
                  </a:cubicBezTo>
                  <a:lnTo>
                    <a:pt x="1809750" y="1405920"/>
                  </a:lnTo>
                  <a:cubicBezTo>
                    <a:pt x="1804035" y="1391251"/>
                    <a:pt x="1798383" y="1376475"/>
                    <a:pt x="1792732" y="1361591"/>
                  </a:cubicBezTo>
                  <a:close/>
                  <a:moveTo>
                    <a:pt x="1608772" y="849171"/>
                  </a:moveTo>
                  <a:lnTo>
                    <a:pt x="785876" y="27967"/>
                  </a:lnTo>
                  <a:cubicBezTo>
                    <a:pt x="779526" y="30631"/>
                    <a:pt x="773176" y="33421"/>
                    <a:pt x="766826" y="36402"/>
                  </a:cubicBezTo>
                  <a:lnTo>
                    <a:pt x="1624076" y="892549"/>
                  </a:lnTo>
                  <a:close/>
                  <a:moveTo>
                    <a:pt x="1745488" y="1231837"/>
                  </a:moveTo>
                  <a:lnTo>
                    <a:pt x="638873" y="127217"/>
                  </a:lnTo>
                  <a:cubicBezTo>
                    <a:pt x="634238" y="131720"/>
                    <a:pt x="629603" y="136222"/>
                    <a:pt x="625030" y="140915"/>
                  </a:cubicBezTo>
                  <a:lnTo>
                    <a:pt x="1760728" y="1275088"/>
                  </a:lnTo>
                  <a:close/>
                  <a:moveTo>
                    <a:pt x="1700149" y="1104493"/>
                  </a:moveTo>
                  <a:lnTo>
                    <a:pt x="682689" y="89166"/>
                  </a:lnTo>
                  <a:cubicBezTo>
                    <a:pt x="677609" y="93161"/>
                    <a:pt x="672528" y="97347"/>
                    <a:pt x="667512" y="101533"/>
                  </a:cubicBezTo>
                  <a:lnTo>
                    <a:pt x="1714818" y="1147490"/>
                  </a:lnTo>
                  <a:close/>
                  <a:moveTo>
                    <a:pt x="1558734" y="717197"/>
                  </a:moveTo>
                  <a:lnTo>
                    <a:pt x="848423" y="8435"/>
                  </a:lnTo>
                  <a:cubicBezTo>
                    <a:pt x="841058" y="10020"/>
                    <a:pt x="833691" y="11859"/>
                    <a:pt x="826453" y="13952"/>
                  </a:cubicBezTo>
                  <a:lnTo>
                    <a:pt x="1575753" y="762288"/>
                  </a:lnTo>
                  <a:cubicBezTo>
                    <a:pt x="1569974" y="747239"/>
                    <a:pt x="1564132" y="732272"/>
                    <a:pt x="1558354" y="717388"/>
                  </a:cubicBezTo>
                  <a:close/>
                  <a:moveTo>
                    <a:pt x="1655128" y="977593"/>
                  </a:moveTo>
                  <a:lnTo>
                    <a:pt x="731266" y="55491"/>
                  </a:lnTo>
                  <a:cubicBezTo>
                    <a:pt x="725615" y="58852"/>
                    <a:pt x="719963" y="62404"/>
                    <a:pt x="714375" y="66082"/>
                  </a:cubicBezTo>
                  <a:lnTo>
                    <a:pt x="1670050" y="1020337"/>
                  </a:lnTo>
                  <a:cubicBezTo>
                    <a:pt x="1664843" y="1006131"/>
                    <a:pt x="1659827" y="991925"/>
                    <a:pt x="1654746" y="977783"/>
                  </a:cubicBezTo>
                  <a:close/>
                  <a:moveTo>
                    <a:pt x="1289876" y="202621"/>
                  </a:moveTo>
                  <a:lnTo>
                    <a:pt x="1173035" y="85995"/>
                  </a:lnTo>
                  <a:cubicBezTo>
                    <a:pt x="1150029" y="68341"/>
                    <a:pt x="1125385" y="52924"/>
                    <a:pt x="1099439" y="39954"/>
                  </a:cubicBezTo>
                  <a:lnTo>
                    <a:pt x="1356423" y="296544"/>
                  </a:lnTo>
                  <a:cubicBezTo>
                    <a:pt x="1335786" y="264142"/>
                    <a:pt x="1313434" y="232854"/>
                    <a:pt x="1289495" y="202812"/>
                  </a:cubicBezTo>
                  <a:close/>
                  <a:moveTo>
                    <a:pt x="1501457" y="577994"/>
                  </a:moveTo>
                  <a:lnTo>
                    <a:pt x="922147" y="0"/>
                  </a:lnTo>
                  <a:cubicBezTo>
                    <a:pt x="913321" y="0"/>
                    <a:pt x="904558" y="634"/>
                    <a:pt x="895922" y="1332"/>
                  </a:cubicBezTo>
                  <a:lnTo>
                    <a:pt x="1521396" y="625938"/>
                  </a:lnTo>
                  <a:cubicBezTo>
                    <a:pt x="1514666" y="609894"/>
                    <a:pt x="1507934" y="593912"/>
                    <a:pt x="1501077" y="578185"/>
                  </a:cubicBezTo>
                  <a:close/>
                  <a:moveTo>
                    <a:pt x="1428496" y="423127"/>
                  </a:moveTo>
                  <a:lnTo>
                    <a:pt x="1013841" y="9576"/>
                  </a:lnTo>
                  <a:cubicBezTo>
                    <a:pt x="1002792" y="7039"/>
                    <a:pt x="991597" y="4926"/>
                    <a:pt x="980250" y="3234"/>
                  </a:cubicBezTo>
                  <a:lnTo>
                    <a:pt x="1455293" y="477667"/>
                  </a:lnTo>
                  <a:cubicBezTo>
                    <a:pt x="1446340" y="459275"/>
                    <a:pt x="1437322" y="441157"/>
                    <a:pt x="1428115" y="423317"/>
                  </a:cubicBezTo>
                  <a:close/>
                  <a:moveTo>
                    <a:pt x="456057" y="381651"/>
                  </a:moveTo>
                  <a:lnTo>
                    <a:pt x="1661033" y="1585077"/>
                  </a:lnTo>
                  <a:lnTo>
                    <a:pt x="1688592" y="1585077"/>
                  </a:lnTo>
                  <a:lnTo>
                    <a:pt x="465455" y="364084"/>
                  </a:lnTo>
                  <a:cubicBezTo>
                    <a:pt x="462153" y="369982"/>
                    <a:pt x="458915" y="375880"/>
                    <a:pt x="455676" y="381842"/>
                  </a:cubicBezTo>
                  <a:close/>
                  <a:moveTo>
                    <a:pt x="427990" y="435620"/>
                  </a:moveTo>
                  <a:lnTo>
                    <a:pt x="1578928" y="1585077"/>
                  </a:lnTo>
                  <a:lnTo>
                    <a:pt x="1606423" y="1585077"/>
                  </a:lnTo>
                  <a:lnTo>
                    <a:pt x="436880" y="417609"/>
                  </a:lnTo>
                  <a:cubicBezTo>
                    <a:pt x="433769" y="423634"/>
                    <a:pt x="430657" y="429659"/>
                    <a:pt x="427609" y="435810"/>
                  </a:cubicBezTo>
                  <a:close/>
                  <a:moveTo>
                    <a:pt x="1845564" y="1495847"/>
                  </a:moveTo>
                  <a:lnTo>
                    <a:pt x="561911" y="214354"/>
                  </a:lnTo>
                  <a:cubicBezTo>
                    <a:pt x="557975" y="219554"/>
                    <a:pt x="554101" y="224881"/>
                    <a:pt x="550164" y="230145"/>
                  </a:cubicBezTo>
                  <a:lnTo>
                    <a:pt x="1864614" y="1542904"/>
                  </a:lnTo>
                  <a:cubicBezTo>
                    <a:pt x="1858137" y="1527429"/>
                    <a:pt x="1851660" y="1511828"/>
                    <a:pt x="1845183" y="1496037"/>
                  </a:cubicBezTo>
                  <a:close/>
                  <a:moveTo>
                    <a:pt x="375222" y="547553"/>
                  </a:moveTo>
                  <a:lnTo>
                    <a:pt x="1414272" y="1585267"/>
                  </a:lnTo>
                  <a:lnTo>
                    <a:pt x="1441831" y="1585267"/>
                  </a:lnTo>
                  <a:lnTo>
                    <a:pt x="383730" y="528528"/>
                  </a:lnTo>
                  <a:cubicBezTo>
                    <a:pt x="381000" y="534870"/>
                    <a:pt x="378016" y="541148"/>
                    <a:pt x="375222" y="547553"/>
                  </a:cubicBezTo>
                  <a:close/>
                  <a:moveTo>
                    <a:pt x="400622" y="491111"/>
                  </a:moveTo>
                  <a:lnTo>
                    <a:pt x="1496251" y="1585267"/>
                  </a:lnTo>
                  <a:lnTo>
                    <a:pt x="1524000" y="1585267"/>
                  </a:lnTo>
                  <a:lnTo>
                    <a:pt x="409702" y="472466"/>
                  </a:lnTo>
                  <a:close/>
                  <a:moveTo>
                    <a:pt x="516509" y="278723"/>
                  </a:moveTo>
                  <a:lnTo>
                    <a:pt x="1824609" y="1585140"/>
                  </a:lnTo>
                  <a:lnTo>
                    <a:pt x="1852105" y="1585140"/>
                  </a:lnTo>
                  <a:lnTo>
                    <a:pt x="527685" y="262235"/>
                  </a:lnTo>
                  <a:cubicBezTo>
                    <a:pt x="524002" y="267689"/>
                    <a:pt x="520319" y="273079"/>
                    <a:pt x="516699" y="278723"/>
                  </a:cubicBezTo>
                  <a:close/>
                  <a:moveTo>
                    <a:pt x="484759" y="329458"/>
                  </a:moveTo>
                  <a:lnTo>
                    <a:pt x="1742059" y="1585140"/>
                  </a:lnTo>
                  <a:lnTo>
                    <a:pt x="1769555" y="1585140"/>
                  </a:lnTo>
                  <a:lnTo>
                    <a:pt x="495617" y="312208"/>
                  </a:lnTo>
                  <a:cubicBezTo>
                    <a:pt x="492125" y="317916"/>
                    <a:pt x="488950" y="323814"/>
                    <a:pt x="485267" y="329395"/>
                  </a:cubicBezTo>
                  <a:close/>
                  <a:moveTo>
                    <a:pt x="350076" y="605010"/>
                  </a:moveTo>
                  <a:lnTo>
                    <a:pt x="1331659" y="1585330"/>
                  </a:lnTo>
                  <a:lnTo>
                    <a:pt x="1359154" y="1585330"/>
                  </a:lnTo>
                  <a:lnTo>
                    <a:pt x="358775" y="585668"/>
                  </a:lnTo>
                  <a:close/>
                </a:path>
              </a:pathLst>
            </a:custGeom>
            <a:solidFill>
              <a:srgbClr val="AF9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10"/>
            <p:cNvSpPr/>
            <p:nvPr/>
          </p:nvSpPr>
          <p:spPr>
            <a:xfrm>
              <a:off x="7686167" y="1131008"/>
              <a:ext cx="683038" cy="475637"/>
            </a:xfrm>
            <a:custGeom>
              <a:avLst/>
              <a:gdLst/>
              <a:ahLst/>
              <a:cxnLst/>
              <a:rect l="l" t="t" r="r" b="b"/>
              <a:pathLst>
                <a:path w="1821434" h="1268365" extrusionOk="0">
                  <a:moveTo>
                    <a:pt x="840804" y="0"/>
                  </a:moveTo>
                  <a:cubicBezTo>
                    <a:pt x="537718" y="0"/>
                    <a:pt x="314134" y="728422"/>
                    <a:pt x="0" y="1268366"/>
                  </a:cubicBezTo>
                  <a:lnTo>
                    <a:pt x="1821435" y="1268366"/>
                  </a:lnTo>
                  <a:cubicBezTo>
                    <a:pt x="1438784" y="781440"/>
                    <a:pt x="1172337" y="0"/>
                    <a:pt x="840804" y="0"/>
                  </a:cubicBezTo>
                  <a:close/>
                </a:path>
              </a:pathLst>
            </a:custGeom>
            <a:gradFill>
              <a:gsLst>
                <a:gs pos="0">
                  <a:srgbClr val="3BE5CC"/>
                </a:gs>
                <a:gs pos="100000">
                  <a:srgbClr val="02719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10"/>
            <p:cNvSpPr/>
            <p:nvPr/>
          </p:nvSpPr>
          <p:spPr>
            <a:xfrm>
              <a:off x="8243403" y="898161"/>
              <a:ext cx="710732" cy="708485"/>
            </a:xfrm>
            <a:custGeom>
              <a:avLst/>
              <a:gdLst/>
              <a:ahLst/>
              <a:cxnLst/>
              <a:rect l="l" t="t" r="r" b="b"/>
              <a:pathLst>
                <a:path w="1895284" h="1889294" extrusionOk="0">
                  <a:moveTo>
                    <a:pt x="878205" y="1889294"/>
                  </a:moveTo>
                  <a:lnTo>
                    <a:pt x="931735" y="1889294"/>
                  </a:lnTo>
                  <a:lnTo>
                    <a:pt x="931735" y="14333"/>
                  </a:lnTo>
                  <a:cubicBezTo>
                    <a:pt x="913194" y="20420"/>
                    <a:pt x="895286" y="28190"/>
                    <a:pt x="878205" y="37544"/>
                  </a:cubicBezTo>
                  <a:close/>
                  <a:moveTo>
                    <a:pt x="607695" y="1889294"/>
                  </a:moveTo>
                  <a:lnTo>
                    <a:pt x="661226" y="1889294"/>
                  </a:lnTo>
                  <a:lnTo>
                    <a:pt x="661226" y="256971"/>
                  </a:lnTo>
                  <a:cubicBezTo>
                    <a:pt x="643065" y="284241"/>
                    <a:pt x="625221" y="313223"/>
                    <a:pt x="607695" y="343917"/>
                  </a:cubicBezTo>
                  <a:close/>
                  <a:moveTo>
                    <a:pt x="427419" y="1889294"/>
                  </a:moveTo>
                  <a:lnTo>
                    <a:pt x="480885" y="1889294"/>
                  </a:lnTo>
                  <a:lnTo>
                    <a:pt x="480885" y="601903"/>
                  </a:lnTo>
                  <a:cubicBezTo>
                    <a:pt x="462852" y="643505"/>
                    <a:pt x="445009" y="686357"/>
                    <a:pt x="427419" y="730452"/>
                  </a:cubicBezTo>
                  <a:close/>
                  <a:moveTo>
                    <a:pt x="697865" y="1889294"/>
                  </a:moveTo>
                  <a:lnTo>
                    <a:pt x="751396" y="1889294"/>
                  </a:lnTo>
                  <a:lnTo>
                    <a:pt x="751396" y="140281"/>
                  </a:lnTo>
                  <a:cubicBezTo>
                    <a:pt x="733171" y="160068"/>
                    <a:pt x="715328" y="181651"/>
                    <a:pt x="697865" y="205031"/>
                  </a:cubicBezTo>
                  <a:close/>
                  <a:moveTo>
                    <a:pt x="517525" y="1889294"/>
                  </a:moveTo>
                  <a:lnTo>
                    <a:pt x="571056" y="1889294"/>
                  </a:lnTo>
                  <a:lnTo>
                    <a:pt x="571056" y="411141"/>
                  </a:lnTo>
                  <a:cubicBezTo>
                    <a:pt x="552895" y="445894"/>
                    <a:pt x="535115" y="482296"/>
                    <a:pt x="517525" y="520030"/>
                  </a:cubicBezTo>
                  <a:close/>
                  <a:moveTo>
                    <a:pt x="66675" y="1889294"/>
                  </a:moveTo>
                  <a:lnTo>
                    <a:pt x="120206" y="1889294"/>
                  </a:lnTo>
                  <a:lnTo>
                    <a:pt x="120206" y="1579813"/>
                  </a:lnTo>
                  <a:cubicBezTo>
                    <a:pt x="102489" y="1628309"/>
                    <a:pt x="84646" y="1676037"/>
                    <a:pt x="66675" y="1723011"/>
                  </a:cubicBezTo>
                  <a:close/>
                  <a:moveTo>
                    <a:pt x="30035" y="1889294"/>
                  </a:moveTo>
                  <a:lnTo>
                    <a:pt x="30035" y="1816363"/>
                  </a:lnTo>
                  <a:cubicBezTo>
                    <a:pt x="20066" y="1841014"/>
                    <a:pt x="10096" y="1865322"/>
                    <a:pt x="0" y="1889294"/>
                  </a:cubicBezTo>
                  <a:close/>
                  <a:moveTo>
                    <a:pt x="247015" y="1889294"/>
                  </a:moveTo>
                  <a:lnTo>
                    <a:pt x="300482" y="1889294"/>
                  </a:lnTo>
                  <a:lnTo>
                    <a:pt x="300482" y="1069676"/>
                  </a:lnTo>
                  <a:cubicBezTo>
                    <a:pt x="282639" y="1119986"/>
                    <a:pt x="264858" y="1170721"/>
                    <a:pt x="247015" y="1221880"/>
                  </a:cubicBezTo>
                  <a:close/>
                  <a:moveTo>
                    <a:pt x="337185" y="1889294"/>
                  </a:moveTo>
                  <a:lnTo>
                    <a:pt x="390652" y="1889294"/>
                  </a:lnTo>
                  <a:lnTo>
                    <a:pt x="390652" y="823867"/>
                  </a:lnTo>
                  <a:cubicBezTo>
                    <a:pt x="372682" y="870923"/>
                    <a:pt x="354902" y="918823"/>
                    <a:pt x="337185" y="967573"/>
                  </a:cubicBezTo>
                  <a:close/>
                  <a:moveTo>
                    <a:pt x="156845" y="1889294"/>
                  </a:moveTo>
                  <a:lnTo>
                    <a:pt x="210376" y="1889294"/>
                  </a:lnTo>
                  <a:lnTo>
                    <a:pt x="210376" y="1326393"/>
                  </a:lnTo>
                  <a:cubicBezTo>
                    <a:pt x="192532" y="1377128"/>
                    <a:pt x="174689" y="1427691"/>
                    <a:pt x="156845" y="1478090"/>
                  </a:cubicBezTo>
                  <a:close/>
                  <a:moveTo>
                    <a:pt x="787971" y="1889294"/>
                  </a:moveTo>
                  <a:lnTo>
                    <a:pt x="841502" y="1889294"/>
                  </a:lnTo>
                  <a:lnTo>
                    <a:pt x="841502" y="60184"/>
                  </a:lnTo>
                  <a:cubicBezTo>
                    <a:pt x="822643" y="73317"/>
                    <a:pt x="804799" y="87748"/>
                    <a:pt x="787971" y="103372"/>
                  </a:cubicBezTo>
                  <a:close/>
                  <a:moveTo>
                    <a:pt x="1501902" y="1889294"/>
                  </a:moveTo>
                  <a:lnTo>
                    <a:pt x="1555369" y="1889294"/>
                  </a:lnTo>
                  <a:lnTo>
                    <a:pt x="1555369" y="725442"/>
                  </a:lnTo>
                  <a:cubicBezTo>
                    <a:pt x="1538033" y="671917"/>
                    <a:pt x="1520254" y="620041"/>
                    <a:pt x="1501902" y="570194"/>
                  </a:cubicBezTo>
                  <a:close/>
                  <a:moveTo>
                    <a:pt x="1592008" y="1889294"/>
                  </a:moveTo>
                  <a:lnTo>
                    <a:pt x="1645539" y="1889294"/>
                  </a:lnTo>
                  <a:lnTo>
                    <a:pt x="1645539" y="1026298"/>
                  </a:lnTo>
                  <a:cubicBezTo>
                    <a:pt x="1628013" y="964021"/>
                    <a:pt x="1610234" y="902569"/>
                    <a:pt x="1592008" y="842385"/>
                  </a:cubicBezTo>
                  <a:close/>
                  <a:moveTo>
                    <a:pt x="1682179" y="1889294"/>
                  </a:moveTo>
                  <a:lnTo>
                    <a:pt x="1735709" y="1889294"/>
                  </a:lnTo>
                  <a:lnTo>
                    <a:pt x="1735709" y="1353980"/>
                  </a:lnTo>
                  <a:cubicBezTo>
                    <a:pt x="1717866" y="1288786"/>
                    <a:pt x="1700085" y="1223339"/>
                    <a:pt x="1682179" y="1158272"/>
                  </a:cubicBezTo>
                  <a:close/>
                  <a:moveTo>
                    <a:pt x="1862519" y="1790425"/>
                  </a:moveTo>
                  <a:lnTo>
                    <a:pt x="1862519" y="1889294"/>
                  </a:lnTo>
                  <a:lnTo>
                    <a:pt x="1895284" y="1889294"/>
                  </a:lnTo>
                  <a:cubicBezTo>
                    <a:pt x="1884235" y="1856995"/>
                    <a:pt x="1873314" y="1824037"/>
                    <a:pt x="1862582" y="1790425"/>
                  </a:cubicBezTo>
                  <a:close/>
                  <a:moveTo>
                    <a:pt x="1772348" y="1889294"/>
                  </a:moveTo>
                  <a:lnTo>
                    <a:pt x="1825879" y="1889294"/>
                  </a:lnTo>
                  <a:lnTo>
                    <a:pt x="1825879" y="1671833"/>
                  </a:lnTo>
                  <a:cubicBezTo>
                    <a:pt x="1807718" y="1611205"/>
                    <a:pt x="1789938" y="1549245"/>
                    <a:pt x="1772348" y="1486525"/>
                  </a:cubicBezTo>
                  <a:close/>
                  <a:moveTo>
                    <a:pt x="968375" y="4883"/>
                  </a:moveTo>
                  <a:lnTo>
                    <a:pt x="968375" y="1889294"/>
                  </a:lnTo>
                  <a:lnTo>
                    <a:pt x="1021842" y="1889294"/>
                  </a:lnTo>
                  <a:lnTo>
                    <a:pt x="1021842" y="0"/>
                  </a:lnTo>
                  <a:lnTo>
                    <a:pt x="1020191" y="0"/>
                  </a:lnTo>
                  <a:cubicBezTo>
                    <a:pt x="1002792" y="-8"/>
                    <a:pt x="985457" y="1627"/>
                    <a:pt x="968375" y="4883"/>
                  </a:cubicBezTo>
                  <a:close/>
                  <a:moveTo>
                    <a:pt x="1050925" y="1889294"/>
                  </a:moveTo>
                  <a:lnTo>
                    <a:pt x="1104456" y="1889294"/>
                  </a:lnTo>
                  <a:lnTo>
                    <a:pt x="1104456" y="13318"/>
                  </a:lnTo>
                  <a:cubicBezTo>
                    <a:pt x="1087057" y="7658"/>
                    <a:pt x="1069086" y="3770"/>
                    <a:pt x="1050925" y="1712"/>
                  </a:cubicBezTo>
                  <a:close/>
                  <a:moveTo>
                    <a:pt x="1141096" y="1889294"/>
                  </a:moveTo>
                  <a:lnTo>
                    <a:pt x="1194626" y="1889294"/>
                  </a:lnTo>
                  <a:lnTo>
                    <a:pt x="1194626" y="60564"/>
                  </a:lnTo>
                  <a:cubicBezTo>
                    <a:pt x="1177862" y="48103"/>
                    <a:pt x="1159891" y="37232"/>
                    <a:pt x="1141096" y="28094"/>
                  </a:cubicBezTo>
                  <a:close/>
                  <a:moveTo>
                    <a:pt x="1321435" y="1889294"/>
                  </a:moveTo>
                  <a:lnTo>
                    <a:pt x="1374902" y="1889294"/>
                  </a:lnTo>
                  <a:lnTo>
                    <a:pt x="1374902" y="284304"/>
                  </a:lnTo>
                  <a:cubicBezTo>
                    <a:pt x="1357694" y="253187"/>
                    <a:pt x="1339850" y="224205"/>
                    <a:pt x="1321435" y="197358"/>
                  </a:cubicBezTo>
                  <a:close/>
                  <a:moveTo>
                    <a:pt x="1231265" y="90942"/>
                  </a:moveTo>
                  <a:lnTo>
                    <a:pt x="1231265" y="1889294"/>
                  </a:lnTo>
                  <a:lnTo>
                    <a:pt x="1284732" y="1889294"/>
                  </a:lnTo>
                  <a:lnTo>
                    <a:pt x="1284732" y="148335"/>
                  </a:lnTo>
                  <a:cubicBezTo>
                    <a:pt x="1268349" y="127978"/>
                    <a:pt x="1250569" y="108800"/>
                    <a:pt x="1231456" y="90942"/>
                  </a:cubicBezTo>
                  <a:close/>
                  <a:moveTo>
                    <a:pt x="1411605" y="1889294"/>
                  </a:moveTo>
                  <a:lnTo>
                    <a:pt x="1465072" y="1889294"/>
                  </a:lnTo>
                  <a:lnTo>
                    <a:pt x="1465072" y="475637"/>
                  </a:lnTo>
                  <a:cubicBezTo>
                    <a:pt x="1447800" y="433401"/>
                    <a:pt x="1430021" y="393193"/>
                    <a:pt x="1411605" y="355142"/>
                  </a:cubicBezTo>
                  <a:close/>
                </a:path>
              </a:pathLst>
            </a:custGeom>
            <a:gradFill>
              <a:gsLst>
                <a:gs pos="0">
                  <a:srgbClr val="C182FF">
                    <a:alpha val="53333"/>
                    <a:alpha val="49800"/>
                  </a:srgbClr>
                </a:gs>
                <a:gs pos="100000">
                  <a:srgbClr val="002FFF">
                    <a:alpha val="58431"/>
                    <a:alpha val="4980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10"/>
            <p:cNvSpPr/>
            <p:nvPr/>
          </p:nvSpPr>
          <p:spPr>
            <a:xfrm>
              <a:off x="7686239" y="1569757"/>
              <a:ext cx="46601" cy="36885"/>
            </a:xfrm>
            <a:custGeom>
              <a:avLst/>
              <a:gdLst/>
              <a:ahLst/>
              <a:cxnLst/>
              <a:rect l="l" t="t" r="r" b="b"/>
              <a:pathLst>
                <a:path w="124269" h="98361" extrusionOk="0">
                  <a:moveTo>
                    <a:pt x="0" y="98362"/>
                  </a:moveTo>
                  <a:lnTo>
                    <a:pt x="124269" y="98362"/>
                  </a:lnTo>
                  <a:cubicBezTo>
                    <a:pt x="101409" y="63926"/>
                    <a:pt x="78549" y="30821"/>
                    <a:pt x="55245" y="0"/>
                  </a:cubicBezTo>
                  <a:cubicBezTo>
                    <a:pt x="37020" y="33358"/>
                    <a:pt x="18606" y="66145"/>
                    <a:pt x="0" y="98362"/>
                  </a:cubicBezTo>
                  <a:close/>
                </a:path>
              </a:pathLst>
            </a:custGeom>
            <a:solidFill>
              <a:srgbClr val="FF85C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10"/>
            <p:cNvSpPr/>
            <p:nvPr/>
          </p:nvSpPr>
          <p:spPr>
            <a:xfrm>
              <a:off x="8369228" y="1606642"/>
              <a:ext cx="459581" cy="142691"/>
            </a:xfrm>
            <a:custGeom>
              <a:avLst/>
              <a:gdLst/>
              <a:ahLst/>
              <a:cxnLst/>
              <a:rect l="l" t="t" r="r" b="b"/>
              <a:pathLst>
                <a:path w="1225550" h="380509" extrusionOk="0">
                  <a:moveTo>
                    <a:pt x="607632" y="380510"/>
                  </a:moveTo>
                  <a:cubicBezTo>
                    <a:pt x="862712" y="380510"/>
                    <a:pt x="1059435" y="217271"/>
                    <a:pt x="1225550" y="0"/>
                  </a:cubicBezTo>
                  <a:lnTo>
                    <a:pt x="0" y="0"/>
                  </a:lnTo>
                  <a:cubicBezTo>
                    <a:pt x="173101" y="220442"/>
                    <a:pt x="370078" y="380510"/>
                    <a:pt x="607632" y="380510"/>
                  </a:cubicBezTo>
                  <a:close/>
                </a:path>
              </a:pathLst>
            </a:custGeom>
            <a:solidFill>
              <a:srgbClr val="FFC22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10"/>
            <p:cNvSpPr/>
            <p:nvPr/>
          </p:nvSpPr>
          <p:spPr>
            <a:xfrm>
              <a:off x="6000837" y="1606143"/>
              <a:ext cx="506206" cy="237366"/>
            </a:xfrm>
            <a:custGeom>
              <a:avLst/>
              <a:gdLst/>
              <a:ahLst/>
              <a:cxnLst/>
              <a:rect l="l" t="t" r="r" b="b"/>
              <a:pathLst>
                <a:path w="1349883" h="632977" extrusionOk="0">
                  <a:moveTo>
                    <a:pt x="617347" y="0"/>
                  </a:moveTo>
                  <a:cubicBezTo>
                    <a:pt x="595535" y="0"/>
                    <a:pt x="577850" y="17662"/>
                    <a:pt x="577850" y="39446"/>
                  </a:cubicBezTo>
                  <a:cubicBezTo>
                    <a:pt x="577850" y="39465"/>
                    <a:pt x="577850" y="39491"/>
                    <a:pt x="577850" y="39509"/>
                  </a:cubicBezTo>
                  <a:lnTo>
                    <a:pt x="577850" y="569877"/>
                  </a:lnTo>
                  <a:cubicBezTo>
                    <a:pt x="577850" y="591661"/>
                    <a:pt x="595535" y="609323"/>
                    <a:pt x="617347" y="609323"/>
                  </a:cubicBezTo>
                  <a:cubicBezTo>
                    <a:pt x="639159" y="609323"/>
                    <a:pt x="656844" y="591661"/>
                    <a:pt x="656844" y="569877"/>
                  </a:cubicBezTo>
                  <a:lnTo>
                    <a:pt x="656844" y="39509"/>
                  </a:lnTo>
                  <a:cubicBezTo>
                    <a:pt x="656876" y="17725"/>
                    <a:pt x="639223" y="38"/>
                    <a:pt x="617411" y="0"/>
                  </a:cubicBezTo>
                  <a:cubicBezTo>
                    <a:pt x="617392" y="0"/>
                    <a:pt x="617366" y="0"/>
                    <a:pt x="617347" y="0"/>
                  </a:cubicBezTo>
                  <a:close/>
                  <a:moveTo>
                    <a:pt x="39497" y="0"/>
                  </a:moveTo>
                  <a:cubicBezTo>
                    <a:pt x="17685" y="0"/>
                    <a:pt x="0" y="17662"/>
                    <a:pt x="0" y="39446"/>
                  </a:cubicBezTo>
                  <a:cubicBezTo>
                    <a:pt x="0" y="39465"/>
                    <a:pt x="0" y="39491"/>
                    <a:pt x="0" y="39509"/>
                  </a:cubicBezTo>
                  <a:lnTo>
                    <a:pt x="0" y="69506"/>
                  </a:lnTo>
                  <a:cubicBezTo>
                    <a:pt x="0" y="91291"/>
                    <a:pt x="17685" y="108953"/>
                    <a:pt x="39497" y="108953"/>
                  </a:cubicBezTo>
                  <a:cubicBezTo>
                    <a:pt x="61309" y="108953"/>
                    <a:pt x="78994" y="91291"/>
                    <a:pt x="78994" y="69506"/>
                  </a:cubicBezTo>
                  <a:lnTo>
                    <a:pt x="78994" y="39509"/>
                  </a:lnTo>
                  <a:cubicBezTo>
                    <a:pt x="79032" y="17821"/>
                    <a:pt x="61532" y="171"/>
                    <a:pt x="39815" y="0"/>
                  </a:cubicBezTo>
                  <a:close/>
                  <a:moveTo>
                    <a:pt x="501523" y="0"/>
                  </a:moveTo>
                  <a:cubicBezTo>
                    <a:pt x="479711" y="0"/>
                    <a:pt x="462026" y="17662"/>
                    <a:pt x="462026" y="39446"/>
                  </a:cubicBezTo>
                  <a:cubicBezTo>
                    <a:pt x="462026" y="39465"/>
                    <a:pt x="462026" y="39491"/>
                    <a:pt x="462026" y="39509"/>
                  </a:cubicBezTo>
                  <a:lnTo>
                    <a:pt x="462026" y="513561"/>
                  </a:lnTo>
                  <a:cubicBezTo>
                    <a:pt x="462026" y="535345"/>
                    <a:pt x="479711" y="553007"/>
                    <a:pt x="501523" y="553007"/>
                  </a:cubicBezTo>
                  <a:cubicBezTo>
                    <a:pt x="523336" y="553007"/>
                    <a:pt x="541020" y="535345"/>
                    <a:pt x="541020" y="513561"/>
                  </a:cubicBezTo>
                  <a:lnTo>
                    <a:pt x="541020" y="39509"/>
                  </a:lnTo>
                  <a:cubicBezTo>
                    <a:pt x="541058" y="17821"/>
                    <a:pt x="523558" y="171"/>
                    <a:pt x="501841" y="0"/>
                  </a:cubicBezTo>
                  <a:close/>
                  <a:moveTo>
                    <a:pt x="386017" y="0"/>
                  </a:moveTo>
                  <a:cubicBezTo>
                    <a:pt x="364205" y="0"/>
                    <a:pt x="346520" y="17662"/>
                    <a:pt x="346520" y="39446"/>
                  </a:cubicBezTo>
                  <a:cubicBezTo>
                    <a:pt x="346520" y="39465"/>
                    <a:pt x="346520" y="39491"/>
                    <a:pt x="346520" y="39509"/>
                  </a:cubicBezTo>
                  <a:lnTo>
                    <a:pt x="346520" y="437206"/>
                  </a:lnTo>
                  <a:cubicBezTo>
                    <a:pt x="346520" y="458990"/>
                    <a:pt x="364205" y="476652"/>
                    <a:pt x="386017" y="476652"/>
                  </a:cubicBezTo>
                  <a:cubicBezTo>
                    <a:pt x="407829" y="476652"/>
                    <a:pt x="425514" y="458990"/>
                    <a:pt x="425514" y="437206"/>
                  </a:cubicBezTo>
                  <a:lnTo>
                    <a:pt x="425514" y="39509"/>
                  </a:lnTo>
                  <a:cubicBezTo>
                    <a:pt x="425552" y="17821"/>
                    <a:pt x="408051" y="171"/>
                    <a:pt x="386334" y="0"/>
                  </a:cubicBezTo>
                  <a:close/>
                  <a:moveTo>
                    <a:pt x="155004" y="0"/>
                  </a:moveTo>
                  <a:cubicBezTo>
                    <a:pt x="133191" y="0"/>
                    <a:pt x="115507" y="17662"/>
                    <a:pt x="115507" y="39446"/>
                  </a:cubicBezTo>
                  <a:cubicBezTo>
                    <a:pt x="115507" y="39465"/>
                    <a:pt x="115507" y="39491"/>
                    <a:pt x="115507" y="39509"/>
                  </a:cubicBezTo>
                  <a:lnTo>
                    <a:pt x="115507" y="171356"/>
                  </a:lnTo>
                  <a:cubicBezTo>
                    <a:pt x="115507" y="193140"/>
                    <a:pt x="133191" y="210802"/>
                    <a:pt x="155004" y="210802"/>
                  </a:cubicBezTo>
                  <a:cubicBezTo>
                    <a:pt x="176816" y="210802"/>
                    <a:pt x="194501" y="193140"/>
                    <a:pt x="194501" y="171356"/>
                  </a:cubicBezTo>
                  <a:lnTo>
                    <a:pt x="194501" y="39509"/>
                  </a:lnTo>
                  <a:cubicBezTo>
                    <a:pt x="194539" y="17821"/>
                    <a:pt x="177038" y="171"/>
                    <a:pt x="155321" y="0"/>
                  </a:cubicBezTo>
                  <a:close/>
                  <a:moveTo>
                    <a:pt x="270510" y="0"/>
                  </a:moveTo>
                  <a:cubicBezTo>
                    <a:pt x="248698" y="0"/>
                    <a:pt x="231013" y="17662"/>
                    <a:pt x="231013" y="39446"/>
                  </a:cubicBezTo>
                  <a:cubicBezTo>
                    <a:pt x="231013" y="39465"/>
                    <a:pt x="231013" y="39491"/>
                    <a:pt x="231013" y="39509"/>
                  </a:cubicBezTo>
                  <a:lnTo>
                    <a:pt x="231013" y="322355"/>
                  </a:lnTo>
                  <a:cubicBezTo>
                    <a:pt x="231013" y="344139"/>
                    <a:pt x="248698" y="361801"/>
                    <a:pt x="270510" y="361801"/>
                  </a:cubicBezTo>
                  <a:cubicBezTo>
                    <a:pt x="292322" y="361801"/>
                    <a:pt x="310007" y="344139"/>
                    <a:pt x="310007" y="322355"/>
                  </a:cubicBezTo>
                  <a:lnTo>
                    <a:pt x="310007" y="39509"/>
                  </a:lnTo>
                  <a:cubicBezTo>
                    <a:pt x="310045" y="17821"/>
                    <a:pt x="292545" y="171"/>
                    <a:pt x="270828" y="0"/>
                  </a:cubicBezTo>
                  <a:close/>
                  <a:moveTo>
                    <a:pt x="848360" y="0"/>
                  </a:moveTo>
                  <a:cubicBezTo>
                    <a:pt x="826548" y="0"/>
                    <a:pt x="808863" y="17662"/>
                    <a:pt x="808863" y="39446"/>
                  </a:cubicBezTo>
                  <a:cubicBezTo>
                    <a:pt x="808863" y="39465"/>
                    <a:pt x="808863" y="39491"/>
                    <a:pt x="808863" y="39509"/>
                  </a:cubicBezTo>
                  <a:lnTo>
                    <a:pt x="808863" y="580911"/>
                  </a:lnTo>
                  <a:cubicBezTo>
                    <a:pt x="808863" y="602696"/>
                    <a:pt x="826548" y="620358"/>
                    <a:pt x="848360" y="620358"/>
                  </a:cubicBezTo>
                  <a:cubicBezTo>
                    <a:pt x="870172" y="620358"/>
                    <a:pt x="887857" y="602696"/>
                    <a:pt x="887857" y="580911"/>
                  </a:cubicBezTo>
                  <a:lnTo>
                    <a:pt x="887857" y="39509"/>
                  </a:lnTo>
                  <a:cubicBezTo>
                    <a:pt x="887889" y="17725"/>
                    <a:pt x="870236" y="38"/>
                    <a:pt x="848424" y="0"/>
                  </a:cubicBezTo>
                  <a:cubicBezTo>
                    <a:pt x="848405" y="0"/>
                    <a:pt x="848379" y="0"/>
                    <a:pt x="848360" y="0"/>
                  </a:cubicBezTo>
                  <a:close/>
                  <a:moveTo>
                    <a:pt x="1194880" y="0"/>
                  </a:moveTo>
                  <a:cubicBezTo>
                    <a:pt x="1173068" y="0"/>
                    <a:pt x="1155383" y="17662"/>
                    <a:pt x="1155383" y="39446"/>
                  </a:cubicBezTo>
                  <a:cubicBezTo>
                    <a:pt x="1155383" y="39465"/>
                    <a:pt x="1155383" y="39491"/>
                    <a:pt x="1155383" y="39509"/>
                  </a:cubicBezTo>
                  <a:lnTo>
                    <a:pt x="1155383" y="236106"/>
                  </a:lnTo>
                  <a:cubicBezTo>
                    <a:pt x="1155383" y="257890"/>
                    <a:pt x="1173068" y="275552"/>
                    <a:pt x="1194880" y="275552"/>
                  </a:cubicBezTo>
                  <a:cubicBezTo>
                    <a:pt x="1216692" y="275552"/>
                    <a:pt x="1234377" y="257890"/>
                    <a:pt x="1234377" y="236106"/>
                  </a:cubicBezTo>
                  <a:lnTo>
                    <a:pt x="1234377" y="39509"/>
                  </a:lnTo>
                  <a:cubicBezTo>
                    <a:pt x="1234408" y="17725"/>
                    <a:pt x="1216756" y="38"/>
                    <a:pt x="1194943" y="0"/>
                  </a:cubicBezTo>
                  <a:cubicBezTo>
                    <a:pt x="1194924" y="0"/>
                    <a:pt x="1194899" y="0"/>
                    <a:pt x="1194880" y="0"/>
                  </a:cubicBezTo>
                  <a:close/>
                  <a:moveTo>
                    <a:pt x="1310386" y="0"/>
                  </a:moveTo>
                  <a:cubicBezTo>
                    <a:pt x="1288574" y="0"/>
                    <a:pt x="1270889" y="17662"/>
                    <a:pt x="1270889" y="39446"/>
                  </a:cubicBezTo>
                  <a:cubicBezTo>
                    <a:pt x="1270889" y="39465"/>
                    <a:pt x="1270889" y="39491"/>
                    <a:pt x="1270889" y="39509"/>
                  </a:cubicBezTo>
                  <a:lnTo>
                    <a:pt x="1270889" y="71219"/>
                  </a:lnTo>
                  <a:cubicBezTo>
                    <a:pt x="1270889" y="93003"/>
                    <a:pt x="1288574" y="110665"/>
                    <a:pt x="1310386" y="110665"/>
                  </a:cubicBezTo>
                  <a:cubicBezTo>
                    <a:pt x="1332199" y="110665"/>
                    <a:pt x="1349883" y="93003"/>
                    <a:pt x="1349883" y="71219"/>
                  </a:cubicBezTo>
                  <a:lnTo>
                    <a:pt x="1349883" y="39509"/>
                  </a:lnTo>
                  <a:cubicBezTo>
                    <a:pt x="1349915" y="17725"/>
                    <a:pt x="1332262" y="38"/>
                    <a:pt x="1310450" y="0"/>
                  </a:cubicBezTo>
                  <a:cubicBezTo>
                    <a:pt x="1310431" y="0"/>
                    <a:pt x="1310405" y="0"/>
                    <a:pt x="1310386" y="0"/>
                  </a:cubicBezTo>
                  <a:close/>
                  <a:moveTo>
                    <a:pt x="732536" y="0"/>
                  </a:moveTo>
                  <a:cubicBezTo>
                    <a:pt x="710724" y="0"/>
                    <a:pt x="693039" y="17662"/>
                    <a:pt x="693039" y="39446"/>
                  </a:cubicBezTo>
                  <a:cubicBezTo>
                    <a:pt x="693039" y="39465"/>
                    <a:pt x="693039" y="39491"/>
                    <a:pt x="693039" y="39509"/>
                  </a:cubicBezTo>
                  <a:lnTo>
                    <a:pt x="693039" y="593532"/>
                  </a:lnTo>
                  <a:cubicBezTo>
                    <a:pt x="693039" y="615316"/>
                    <a:pt x="710724" y="632978"/>
                    <a:pt x="732536" y="632978"/>
                  </a:cubicBezTo>
                  <a:cubicBezTo>
                    <a:pt x="754349" y="632978"/>
                    <a:pt x="772033" y="615316"/>
                    <a:pt x="772033" y="593532"/>
                  </a:cubicBezTo>
                  <a:lnTo>
                    <a:pt x="772033" y="39509"/>
                  </a:lnTo>
                  <a:cubicBezTo>
                    <a:pt x="772072" y="17821"/>
                    <a:pt x="754571" y="171"/>
                    <a:pt x="732854" y="0"/>
                  </a:cubicBezTo>
                  <a:close/>
                  <a:moveTo>
                    <a:pt x="1079056" y="0"/>
                  </a:moveTo>
                  <a:cubicBezTo>
                    <a:pt x="1057244" y="0"/>
                    <a:pt x="1039559" y="17662"/>
                    <a:pt x="1039559" y="39446"/>
                  </a:cubicBezTo>
                  <a:cubicBezTo>
                    <a:pt x="1039559" y="39465"/>
                    <a:pt x="1039559" y="39491"/>
                    <a:pt x="1039559" y="39509"/>
                  </a:cubicBezTo>
                  <a:lnTo>
                    <a:pt x="1039559" y="411141"/>
                  </a:lnTo>
                  <a:cubicBezTo>
                    <a:pt x="1039559" y="432925"/>
                    <a:pt x="1057244" y="450587"/>
                    <a:pt x="1079056" y="450587"/>
                  </a:cubicBezTo>
                  <a:cubicBezTo>
                    <a:pt x="1100868" y="450587"/>
                    <a:pt x="1118553" y="432925"/>
                    <a:pt x="1118553" y="411141"/>
                  </a:cubicBezTo>
                  <a:lnTo>
                    <a:pt x="1118553" y="39509"/>
                  </a:lnTo>
                  <a:cubicBezTo>
                    <a:pt x="1118591" y="17821"/>
                    <a:pt x="1101090" y="171"/>
                    <a:pt x="1079373" y="0"/>
                  </a:cubicBezTo>
                  <a:close/>
                  <a:moveTo>
                    <a:pt x="963549" y="0"/>
                  </a:moveTo>
                  <a:lnTo>
                    <a:pt x="963549" y="0"/>
                  </a:lnTo>
                  <a:cubicBezTo>
                    <a:pt x="941737" y="0"/>
                    <a:pt x="924052" y="17662"/>
                    <a:pt x="924052" y="39446"/>
                  </a:cubicBezTo>
                  <a:cubicBezTo>
                    <a:pt x="924052" y="39465"/>
                    <a:pt x="924052" y="39491"/>
                    <a:pt x="924052" y="39509"/>
                  </a:cubicBezTo>
                  <a:lnTo>
                    <a:pt x="924052" y="524913"/>
                  </a:lnTo>
                  <a:cubicBezTo>
                    <a:pt x="924014" y="546697"/>
                    <a:pt x="941674" y="564391"/>
                    <a:pt x="963486" y="564423"/>
                  </a:cubicBezTo>
                  <a:cubicBezTo>
                    <a:pt x="963594" y="564423"/>
                    <a:pt x="963695" y="564423"/>
                    <a:pt x="963803" y="564423"/>
                  </a:cubicBezTo>
                  <a:lnTo>
                    <a:pt x="963803" y="564423"/>
                  </a:lnTo>
                  <a:cubicBezTo>
                    <a:pt x="985615" y="564423"/>
                    <a:pt x="1003300" y="546761"/>
                    <a:pt x="1003300" y="524977"/>
                  </a:cubicBezTo>
                  <a:cubicBezTo>
                    <a:pt x="1003300" y="524957"/>
                    <a:pt x="1003300" y="524932"/>
                    <a:pt x="1003300" y="524913"/>
                  </a:cubicBezTo>
                  <a:lnTo>
                    <a:pt x="1003300" y="39509"/>
                  </a:lnTo>
                  <a:cubicBezTo>
                    <a:pt x="1003332" y="17725"/>
                    <a:pt x="985679" y="38"/>
                    <a:pt x="963867" y="0"/>
                  </a:cubicBezTo>
                  <a:cubicBezTo>
                    <a:pt x="963848" y="0"/>
                    <a:pt x="963822" y="0"/>
                    <a:pt x="963803" y="0"/>
                  </a:cubicBezTo>
                  <a:close/>
                </a:path>
              </a:pathLst>
            </a:custGeom>
            <a:solidFill>
              <a:srgbClr val="33E7FF">
                <a:alpha val="597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10"/>
            <p:cNvSpPr/>
            <p:nvPr/>
          </p:nvSpPr>
          <p:spPr>
            <a:xfrm flipH="1">
              <a:off x="3624791" y="1606642"/>
              <a:ext cx="753451" cy="523201"/>
            </a:xfrm>
            <a:custGeom>
              <a:avLst/>
              <a:gdLst/>
              <a:ahLst/>
              <a:cxnLst/>
              <a:rect l="l" t="t" r="r" b="b"/>
              <a:pathLst>
                <a:path w="2009203" h="1395202" extrusionOk="0">
                  <a:moveTo>
                    <a:pt x="1005142" y="1395202"/>
                  </a:moveTo>
                  <a:cubicBezTo>
                    <a:pt x="1434656" y="1395202"/>
                    <a:pt x="1742377" y="650418"/>
                    <a:pt x="2009204" y="0"/>
                  </a:cubicBezTo>
                  <a:lnTo>
                    <a:pt x="0" y="0"/>
                  </a:lnTo>
                  <a:cubicBezTo>
                    <a:pt x="310706" y="521742"/>
                    <a:pt x="470408" y="1395202"/>
                    <a:pt x="1005142" y="1395202"/>
                  </a:cubicBezTo>
                  <a:close/>
                </a:path>
              </a:pathLst>
            </a:custGeom>
            <a:gradFill>
              <a:gsLst>
                <a:gs pos="0">
                  <a:srgbClr val="BEF176"/>
                </a:gs>
                <a:gs pos="100000">
                  <a:srgbClr val="17A89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10"/>
            <p:cNvSpPr/>
            <p:nvPr/>
          </p:nvSpPr>
          <p:spPr>
            <a:xfrm flipH="1">
              <a:off x="3913827" y="1606642"/>
              <a:ext cx="426243" cy="242789"/>
            </a:xfrm>
            <a:custGeom>
              <a:avLst/>
              <a:gdLst/>
              <a:ahLst/>
              <a:cxnLst/>
              <a:rect l="l" t="t" r="r" b="b"/>
              <a:pathLst>
                <a:path w="1136649" h="647437" extrusionOk="0">
                  <a:moveTo>
                    <a:pt x="632968" y="647437"/>
                  </a:moveTo>
                  <a:cubicBezTo>
                    <a:pt x="884492" y="647437"/>
                    <a:pt x="1023684" y="362626"/>
                    <a:pt x="1136650" y="0"/>
                  </a:cubicBezTo>
                  <a:lnTo>
                    <a:pt x="0" y="0"/>
                  </a:lnTo>
                  <a:cubicBezTo>
                    <a:pt x="142494" y="321467"/>
                    <a:pt x="282067" y="647437"/>
                    <a:pt x="632968" y="647437"/>
                  </a:cubicBezTo>
                  <a:close/>
                </a:path>
              </a:pathLst>
            </a:custGeom>
            <a:solidFill>
              <a:srgbClr val="002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10"/>
            <p:cNvSpPr/>
            <p:nvPr/>
          </p:nvSpPr>
          <p:spPr>
            <a:xfrm flipH="1">
              <a:off x="3142801" y="1249917"/>
              <a:ext cx="481965" cy="356728"/>
            </a:xfrm>
            <a:custGeom>
              <a:avLst/>
              <a:gdLst/>
              <a:ahLst/>
              <a:cxnLst/>
              <a:rect l="l" t="t" r="r" b="b"/>
              <a:pathLst>
                <a:path w="1285240" h="951274" extrusionOk="0">
                  <a:moveTo>
                    <a:pt x="584200" y="0"/>
                  </a:moveTo>
                  <a:cubicBezTo>
                    <a:pt x="388938" y="0"/>
                    <a:pt x="206692" y="447289"/>
                    <a:pt x="0" y="951274"/>
                  </a:cubicBezTo>
                  <a:lnTo>
                    <a:pt x="1285240" y="951274"/>
                  </a:lnTo>
                  <a:cubicBezTo>
                    <a:pt x="1028509" y="509883"/>
                    <a:pt x="837755" y="0"/>
                    <a:pt x="584200" y="0"/>
                  </a:cubicBezTo>
                  <a:close/>
                </a:path>
              </a:pathLst>
            </a:custGeom>
            <a:solidFill>
              <a:srgbClr val="FF85C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10"/>
            <p:cNvSpPr/>
            <p:nvPr/>
          </p:nvSpPr>
          <p:spPr>
            <a:xfrm flipH="1">
              <a:off x="3227765" y="1040852"/>
              <a:ext cx="686062" cy="565794"/>
            </a:xfrm>
            <a:custGeom>
              <a:avLst/>
              <a:gdLst/>
              <a:ahLst/>
              <a:cxnLst/>
              <a:rect l="l" t="t" r="r" b="b"/>
              <a:pathLst>
                <a:path w="1829498" h="1508784" extrusionOk="0">
                  <a:moveTo>
                    <a:pt x="815658" y="0"/>
                  </a:moveTo>
                  <a:cubicBezTo>
                    <a:pt x="315468" y="0"/>
                    <a:pt x="197866" y="873714"/>
                    <a:pt x="0" y="1508784"/>
                  </a:cubicBezTo>
                  <a:lnTo>
                    <a:pt x="1829498" y="1508784"/>
                  </a:lnTo>
                  <a:cubicBezTo>
                    <a:pt x="1541526" y="928000"/>
                    <a:pt x="1355789" y="0"/>
                    <a:pt x="815658" y="0"/>
                  </a:cubicBezTo>
                  <a:close/>
                </a:path>
              </a:pathLst>
            </a:custGeom>
            <a:solidFill>
              <a:srgbClr val="AF9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10"/>
            <p:cNvSpPr/>
            <p:nvPr/>
          </p:nvSpPr>
          <p:spPr>
            <a:xfrm flipH="1">
              <a:off x="2834859" y="1606642"/>
              <a:ext cx="392906" cy="171443"/>
            </a:xfrm>
            <a:custGeom>
              <a:avLst/>
              <a:gdLst/>
              <a:ahLst/>
              <a:cxnLst/>
              <a:rect l="l" t="t" r="r" b="b"/>
              <a:pathLst>
                <a:path w="1047750" h="457182" extrusionOk="0">
                  <a:moveTo>
                    <a:pt x="500190" y="457182"/>
                  </a:moveTo>
                  <a:cubicBezTo>
                    <a:pt x="745744" y="457182"/>
                    <a:pt x="914019" y="257605"/>
                    <a:pt x="1047750" y="0"/>
                  </a:cubicBezTo>
                  <a:lnTo>
                    <a:pt x="0" y="0"/>
                  </a:lnTo>
                  <a:cubicBezTo>
                    <a:pt x="131191" y="264645"/>
                    <a:pt x="283528" y="457182"/>
                    <a:pt x="500190" y="457182"/>
                  </a:cubicBezTo>
                  <a:close/>
                </a:path>
              </a:pathLst>
            </a:custGeom>
            <a:gradFill>
              <a:gsLst>
                <a:gs pos="0">
                  <a:srgbClr val="FF826C"/>
                </a:gs>
                <a:gs pos="100000">
                  <a:srgbClr val="FF3E4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10"/>
            <p:cNvSpPr/>
            <p:nvPr/>
          </p:nvSpPr>
          <p:spPr>
            <a:xfrm flipH="1">
              <a:off x="904784" y="1606642"/>
              <a:ext cx="493657" cy="242765"/>
            </a:xfrm>
            <a:custGeom>
              <a:avLst/>
              <a:gdLst/>
              <a:ahLst/>
              <a:cxnLst/>
              <a:rect l="l" t="t" r="r" b="b"/>
              <a:pathLst>
                <a:path w="1316418" h="647373" extrusionOk="0">
                  <a:moveTo>
                    <a:pt x="475298" y="345376"/>
                  </a:moveTo>
                  <a:cubicBezTo>
                    <a:pt x="465201" y="345376"/>
                    <a:pt x="457010" y="353551"/>
                    <a:pt x="457010" y="363640"/>
                  </a:cubicBezTo>
                  <a:cubicBezTo>
                    <a:pt x="457010" y="373730"/>
                    <a:pt x="465201" y="381905"/>
                    <a:pt x="475298" y="381905"/>
                  </a:cubicBezTo>
                  <a:cubicBezTo>
                    <a:pt x="485394" y="381905"/>
                    <a:pt x="493586" y="373730"/>
                    <a:pt x="493586" y="363640"/>
                  </a:cubicBezTo>
                  <a:cubicBezTo>
                    <a:pt x="493586" y="353551"/>
                    <a:pt x="485394" y="345376"/>
                    <a:pt x="475298" y="345376"/>
                  </a:cubicBezTo>
                  <a:close/>
                  <a:moveTo>
                    <a:pt x="475298" y="436698"/>
                  </a:moveTo>
                  <a:cubicBezTo>
                    <a:pt x="465201" y="436698"/>
                    <a:pt x="457010" y="444873"/>
                    <a:pt x="457010" y="454963"/>
                  </a:cubicBezTo>
                  <a:cubicBezTo>
                    <a:pt x="457010" y="465053"/>
                    <a:pt x="465201" y="473227"/>
                    <a:pt x="475298" y="473227"/>
                  </a:cubicBezTo>
                  <a:cubicBezTo>
                    <a:pt x="485394" y="473227"/>
                    <a:pt x="493586" y="465053"/>
                    <a:pt x="493586" y="454963"/>
                  </a:cubicBezTo>
                  <a:cubicBezTo>
                    <a:pt x="493586" y="444873"/>
                    <a:pt x="485394" y="436698"/>
                    <a:pt x="475298" y="436698"/>
                  </a:cubicBezTo>
                  <a:close/>
                  <a:moveTo>
                    <a:pt x="475298" y="528021"/>
                  </a:moveTo>
                  <a:cubicBezTo>
                    <a:pt x="465138" y="527983"/>
                    <a:pt x="456947" y="536164"/>
                    <a:pt x="456883" y="546285"/>
                  </a:cubicBezTo>
                  <a:cubicBezTo>
                    <a:pt x="456819" y="556407"/>
                    <a:pt x="465011" y="564638"/>
                    <a:pt x="475171" y="564676"/>
                  </a:cubicBezTo>
                  <a:cubicBezTo>
                    <a:pt x="485331" y="564714"/>
                    <a:pt x="493523" y="556533"/>
                    <a:pt x="493586" y="546412"/>
                  </a:cubicBezTo>
                  <a:cubicBezTo>
                    <a:pt x="493586" y="546367"/>
                    <a:pt x="493586" y="546330"/>
                    <a:pt x="493586" y="546285"/>
                  </a:cubicBezTo>
                  <a:cubicBezTo>
                    <a:pt x="493586" y="536195"/>
                    <a:pt x="485394" y="528021"/>
                    <a:pt x="475298" y="528021"/>
                  </a:cubicBezTo>
                  <a:close/>
                  <a:moveTo>
                    <a:pt x="429578" y="25748"/>
                  </a:moveTo>
                  <a:cubicBezTo>
                    <a:pt x="419481" y="25748"/>
                    <a:pt x="411290" y="33922"/>
                    <a:pt x="411290" y="44012"/>
                  </a:cubicBezTo>
                  <a:cubicBezTo>
                    <a:pt x="411290" y="54102"/>
                    <a:pt x="419481" y="62277"/>
                    <a:pt x="429578" y="62277"/>
                  </a:cubicBezTo>
                  <a:cubicBezTo>
                    <a:pt x="439675" y="62277"/>
                    <a:pt x="447866" y="54102"/>
                    <a:pt x="447866" y="44012"/>
                  </a:cubicBezTo>
                  <a:cubicBezTo>
                    <a:pt x="447739" y="33998"/>
                    <a:pt x="439611" y="25938"/>
                    <a:pt x="429578" y="25938"/>
                  </a:cubicBezTo>
                  <a:close/>
                  <a:moveTo>
                    <a:pt x="475298" y="162731"/>
                  </a:moveTo>
                  <a:cubicBezTo>
                    <a:pt x="465201" y="162731"/>
                    <a:pt x="457010" y="170906"/>
                    <a:pt x="457010" y="180996"/>
                  </a:cubicBezTo>
                  <a:cubicBezTo>
                    <a:pt x="457010" y="191086"/>
                    <a:pt x="465201" y="199260"/>
                    <a:pt x="475298" y="199260"/>
                  </a:cubicBezTo>
                  <a:cubicBezTo>
                    <a:pt x="485394" y="199260"/>
                    <a:pt x="493586" y="191086"/>
                    <a:pt x="493586" y="180996"/>
                  </a:cubicBezTo>
                  <a:cubicBezTo>
                    <a:pt x="493586" y="170906"/>
                    <a:pt x="485394" y="162731"/>
                    <a:pt x="475298" y="162731"/>
                  </a:cubicBezTo>
                  <a:close/>
                  <a:moveTo>
                    <a:pt x="521018" y="573682"/>
                  </a:moveTo>
                  <a:cubicBezTo>
                    <a:pt x="510922" y="573682"/>
                    <a:pt x="502730" y="581856"/>
                    <a:pt x="502730" y="591946"/>
                  </a:cubicBezTo>
                  <a:cubicBezTo>
                    <a:pt x="502730" y="591946"/>
                    <a:pt x="502730" y="591946"/>
                    <a:pt x="502730" y="592263"/>
                  </a:cubicBezTo>
                  <a:cubicBezTo>
                    <a:pt x="512826" y="596747"/>
                    <a:pt x="523113" y="600971"/>
                    <a:pt x="533591" y="604947"/>
                  </a:cubicBezTo>
                  <a:cubicBezTo>
                    <a:pt x="541020" y="598123"/>
                    <a:pt x="541528" y="586568"/>
                    <a:pt x="534670" y="579142"/>
                  </a:cubicBezTo>
                  <a:cubicBezTo>
                    <a:pt x="531114" y="575293"/>
                    <a:pt x="526098" y="573143"/>
                    <a:pt x="520891" y="573238"/>
                  </a:cubicBezTo>
                  <a:close/>
                  <a:moveTo>
                    <a:pt x="475298" y="254054"/>
                  </a:moveTo>
                  <a:cubicBezTo>
                    <a:pt x="465201" y="254054"/>
                    <a:pt x="457010" y="262228"/>
                    <a:pt x="457010" y="272318"/>
                  </a:cubicBezTo>
                  <a:cubicBezTo>
                    <a:pt x="457010" y="282408"/>
                    <a:pt x="465201" y="290583"/>
                    <a:pt x="475298" y="290583"/>
                  </a:cubicBezTo>
                  <a:cubicBezTo>
                    <a:pt x="485394" y="290583"/>
                    <a:pt x="493586" y="282408"/>
                    <a:pt x="493586" y="272318"/>
                  </a:cubicBezTo>
                  <a:cubicBezTo>
                    <a:pt x="493459" y="262304"/>
                    <a:pt x="485331" y="254244"/>
                    <a:pt x="475298" y="254244"/>
                  </a:cubicBezTo>
                  <a:close/>
                  <a:moveTo>
                    <a:pt x="475298" y="71409"/>
                  </a:moveTo>
                  <a:cubicBezTo>
                    <a:pt x="465201" y="71409"/>
                    <a:pt x="457010" y="79584"/>
                    <a:pt x="457010" y="89673"/>
                  </a:cubicBezTo>
                  <a:cubicBezTo>
                    <a:pt x="457010" y="99763"/>
                    <a:pt x="465201" y="107938"/>
                    <a:pt x="475298" y="107938"/>
                  </a:cubicBezTo>
                  <a:cubicBezTo>
                    <a:pt x="485394" y="107938"/>
                    <a:pt x="493586" y="99763"/>
                    <a:pt x="493586" y="89673"/>
                  </a:cubicBezTo>
                  <a:cubicBezTo>
                    <a:pt x="493586" y="79584"/>
                    <a:pt x="485394" y="71409"/>
                    <a:pt x="475298" y="71409"/>
                  </a:cubicBezTo>
                  <a:close/>
                  <a:moveTo>
                    <a:pt x="521018" y="482359"/>
                  </a:moveTo>
                  <a:cubicBezTo>
                    <a:pt x="510922" y="482359"/>
                    <a:pt x="502730" y="490534"/>
                    <a:pt x="502730" y="500624"/>
                  </a:cubicBezTo>
                  <a:cubicBezTo>
                    <a:pt x="502730" y="510714"/>
                    <a:pt x="510922" y="518888"/>
                    <a:pt x="521018" y="518888"/>
                  </a:cubicBezTo>
                  <a:cubicBezTo>
                    <a:pt x="531114" y="518888"/>
                    <a:pt x="539306" y="510714"/>
                    <a:pt x="539306" y="500624"/>
                  </a:cubicBezTo>
                  <a:cubicBezTo>
                    <a:pt x="539179" y="490610"/>
                    <a:pt x="531051" y="482550"/>
                    <a:pt x="521018" y="482550"/>
                  </a:cubicBezTo>
                  <a:close/>
                  <a:moveTo>
                    <a:pt x="383858" y="162731"/>
                  </a:moveTo>
                  <a:cubicBezTo>
                    <a:pt x="373762" y="162731"/>
                    <a:pt x="365570" y="170906"/>
                    <a:pt x="365570" y="180996"/>
                  </a:cubicBezTo>
                  <a:cubicBezTo>
                    <a:pt x="365570" y="191086"/>
                    <a:pt x="373762" y="199260"/>
                    <a:pt x="383858" y="199260"/>
                  </a:cubicBezTo>
                  <a:cubicBezTo>
                    <a:pt x="393954" y="199260"/>
                    <a:pt x="402146" y="191086"/>
                    <a:pt x="402146" y="180996"/>
                  </a:cubicBezTo>
                  <a:cubicBezTo>
                    <a:pt x="402146" y="170906"/>
                    <a:pt x="393954" y="162731"/>
                    <a:pt x="383858" y="162731"/>
                  </a:cubicBezTo>
                  <a:close/>
                  <a:moveTo>
                    <a:pt x="383858" y="254054"/>
                  </a:moveTo>
                  <a:cubicBezTo>
                    <a:pt x="373762" y="254054"/>
                    <a:pt x="365570" y="262228"/>
                    <a:pt x="365570" y="272318"/>
                  </a:cubicBezTo>
                  <a:cubicBezTo>
                    <a:pt x="365570" y="282408"/>
                    <a:pt x="373762" y="290583"/>
                    <a:pt x="383858" y="290583"/>
                  </a:cubicBezTo>
                  <a:cubicBezTo>
                    <a:pt x="393954" y="290583"/>
                    <a:pt x="402146" y="282408"/>
                    <a:pt x="402146" y="272318"/>
                  </a:cubicBezTo>
                  <a:cubicBezTo>
                    <a:pt x="402019" y="262304"/>
                    <a:pt x="393891" y="254244"/>
                    <a:pt x="383858" y="254244"/>
                  </a:cubicBezTo>
                  <a:close/>
                  <a:moveTo>
                    <a:pt x="383858" y="71409"/>
                  </a:moveTo>
                  <a:cubicBezTo>
                    <a:pt x="373762" y="71409"/>
                    <a:pt x="365570" y="79584"/>
                    <a:pt x="365570" y="89673"/>
                  </a:cubicBezTo>
                  <a:cubicBezTo>
                    <a:pt x="365570" y="99763"/>
                    <a:pt x="373762" y="107938"/>
                    <a:pt x="383858" y="107938"/>
                  </a:cubicBezTo>
                  <a:cubicBezTo>
                    <a:pt x="393954" y="107938"/>
                    <a:pt x="402146" y="99763"/>
                    <a:pt x="402146" y="89673"/>
                  </a:cubicBezTo>
                  <a:cubicBezTo>
                    <a:pt x="402146" y="79584"/>
                    <a:pt x="393954" y="71409"/>
                    <a:pt x="383858" y="71409"/>
                  </a:cubicBezTo>
                  <a:close/>
                  <a:moveTo>
                    <a:pt x="383858" y="345376"/>
                  </a:moveTo>
                  <a:cubicBezTo>
                    <a:pt x="373762" y="345376"/>
                    <a:pt x="365570" y="353551"/>
                    <a:pt x="365570" y="363640"/>
                  </a:cubicBezTo>
                  <a:cubicBezTo>
                    <a:pt x="365570" y="373730"/>
                    <a:pt x="373762" y="381905"/>
                    <a:pt x="383858" y="381905"/>
                  </a:cubicBezTo>
                  <a:cubicBezTo>
                    <a:pt x="393954" y="381905"/>
                    <a:pt x="402146" y="373730"/>
                    <a:pt x="402146" y="363640"/>
                  </a:cubicBezTo>
                  <a:cubicBezTo>
                    <a:pt x="402146" y="353551"/>
                    <a:pt x="393954" y="345376"/>
                    <a:pt x="383858" y="345376"/>
                  </a:cubicBezTo>
                  <a:close/>
                  <a:moveTo>
                    <a:pt x="429578" y="208392"/>
                  </a:moveTo>
                  <a:cubicBezTo>
                    <a:pt x="419481" y="208392"/>
                    <a:pt x="411290" y="216567"/>
                    <a:pt x="411290" y="226657"/>
                  </a:cubicBezTo>
                  <a:cubicBezTo>
                    <a:pt x="411290" y="236747"/>
                    <a:pt x="419481" y="244921"/>
                    <a:pt x="429578" y="244921"/>
                  </a:cubicBezTo>
                  <a:cubicBezTo>
                    <a:pt x="439675" y="244921"/>
                    <a:pt x="447866" y="236747"/>
                    <a:pt x="447866" y="226657"/>
                  </a:cubicBezTo>
                  <a:cubicBezTo>
                    <a:pt x="447866" y="216567"/>
                    <a:pt x="439675" y="208392"/>
                    <a:pt x="429578" y="208392"/>
                  </a:cubicBezTo>
                  <a:close/>
                  <a:moveTo>
                    <a:pt x="429578" y="117070"/>
                  </a:moveTo>
                  <a:cubicBezTo>
                    <a:pt x="419481" y="117070"/>
                    <a:pt x="411290" y="125245"/>
                    <a:pt x="411290" y="135335"/>
                  </a:cubicBezTo>
                  <a:cubicBezTo>
                    <a:pt x="411290" y="145424"/>
                    <a:pt x="419481" y="153599"/>
                    <a:pt x="429578" y="153599"/>
                  </a:cubicBezTo>
                  <a:cubicBezTo>
                    <a:pt x="439675" y="153599"/>
                    <a:pt x="447866" y="145424"/>
                    <a:pt x="447866" y="135335"/>
                  </a:cubicBezTo>
                  <a:cubicBezTo>
                    <a:pt x="447866" y="125245"/>
                    <a:pt x="439675" y="117070"/>
                    <a:pt x="429578" y="117070"/>
                  </a:cubicBezTo>
                  <a:close/>
                  <a:moveTo>
                    <a:pt x="429578" y="299715"/>
                  </a:moveTo>
                  <a:cubicBezTo>
                    <a:pt x="419481" y="299715"/>
                    <a:pt x="411290" y="307890"/>
                    <a:pt x="411290" y="317979"/>
                  </a:cubicBezTo>
                  <a:cubicBezTo>
                    <a:pt x="411290" y="328069"/>
                    <a:pt x="419481" y="336244"/>
                    <a:pt x="429578" y="336244"/>
                  </a:cubicBezTo>
                  <a:cubicBezTo>
                    <a:pt x="439675" y="336244"/>
                    <a:pt x="447866" y="328069"/>
                    <a:pt x="447866" y="317979"/>
                  </a:cubicBezTo>
                  <a:cubicBezTo>
                    <a:pt x="447866" y="307890"/>
                    <a:pt x="439675" y="299715"/>
                    <a:pt x="429578" y="299715"/>
                  </a:cubicBezTo>
                  <a:close/>
                  <a:moveTo>
                    <a:pt x="429578" y="482359"/>
                  </a:moveTo>
                  <a:cubicBezTo>
                    <a:pt x="419481" y="482359"/>
                    <a:pt x="411290" y="490534"/>
                    <a:pt x="411290" y="500624"/>
                  </a:cubicBezTo>
                  <a:cubicBezTo>
                    <a:pt x="411290" y="510714"/>
                    <a:pt x="419481" y="518888"/>
                    <a:pt x="429578" y="518888"/>
                  </a:cubicBezTo>
                  <a:cubicBezTo>
                    <a:pt x="439675" y="518888"/>
                    <a:pt x="447866" y="510714"/>
                    <a:pt x="447866" y="500624"/>
                  </a:cubicBezTo>
                  <a:cubicBezTo>
                    <a:pt x="447739" y="490610"/>
                    <a:pt x="439611" y="482550"/>
                    <a:pt x="429578" y="482550"/>
                  </a:cubicBezTo>
                  <a:close/>
                  <a:moveTo>
                    <a:pt x="429578" y="391037"/>
                  </a:moveTo>
                  <a:cubicBezTo>
                    <a:pt x="419481" y="391037"/>
                    <a:pt x="411290" y="399212"/>
                    <a:pt x="411290" y="409302"/>
                  </a:cubicBezTo>
                  <a:cubicBezTo>
                    <a:pt x="411290" y="419391"/>
                    <a:pt x="419481" y="427566"/>
                    <a:pt x="429578" y="427566"/>
                  </a:cubicBezTo>
                  <a:cubicBezTo>
                    <a:pt x="439675" y="427566"/>
                    <a:pt x="447866" y="419391"/>
                    <a:pt x="447866" y="409302"/>
                  </a:cubicBezTo>
                  <a:cubicBezTo>
                    <a:pt x="447866" y="399212"/>
                    <a:pt x="439675" y="391037"/>
                    <a:pt x="429578" y="391037"/>
                  </a:cubicBezTo>
                  <a:close/>
                  <a:moveTo>
                    <a:pt x="566738" y="71409"/>
                  </a:moveTo>
                  <a:cubicBezTo>
                    <a:pt x="556641" y="71409"/>
                    <a:pt x="548450" y="79584"/>
                    <a:pt x="548450" y="89673"/>
                  </a:cubicBezTo>
                  <a:cubicBezTo>
                    <a:pt x="548450" y="99763"/>
                    <a:pt x="556641" y="107938"/>
                    <a:pt x="566738" y="107938"/>
                  </a:cubicBezTo>
                  <a:cubicBezTo>
                    <a:pt x="576835" y="107938"/>
                    <a:pt x="585026" y="99763"/>
                    <a:pt x="585026" y="89673"/>
                  </a:cubicBezTo>
                  <a:cubicBezTo>
                    <a:pt x="585026" y="79584"/>
                    <a:pt x="576835" y="71409"/>
                    <a:pt x="566738" y="71409"/>
                  </a:cubicBezTo>
                  <a:close/>
                  <a:moveTo>
                    <a:pt x="612458" y="391037"/>
                  </a:moveTo>
                  <a:cubicBezTo>
                    <a:pt x="602362" y="391037"/>
                    <a:pt x="594170" y="399212"/>
                    <a:pt x="594170" y="409302"/>
                  </a:cubicBezTo>
                  <a:cubicBezTo>
                    <a:pt x="594170" y="419391"/>
                    <a:pt x="602362" y="427566"/>
                    <a:pt x="612458" y="427566"/>
                  </a:cubicBezTo>
                  <a:cubicBezTo>
                    <a:pt x="622554" y="427566"/>
                    <a:pt x="630746" y="419391"/>
                    <a:pt x="630746" y="409302"/>
                  </a:cubicBezTo>
                  <a:cubicBezTo>
                    <a:pt x="630746" y="399212"/>
                    <a:pt x="622554" y="391037"/>
                    <a:pt x="612458" y="391037"/>
                  </a:cubicBezTo>
                  <a:close/>
                  <a:moveTo>
                    <a:pt x="612458" y="299715"/>
                  </a:moveTo>
                  <a:cubicBezTo>
                    <a:pt x="602362" y="299715"/>
                    <a:pt x="594170" y="307890"/>
                    <a:pt x="594170" y="317979"/>
                  </a:cubicBezTo>
                  <a:cubicBezTo>
                    <a:pt x="594170" y="328069"/>
                    <a:pt x="602362" y="336244"/>
                    <a:pt x="612458" y="336244"/>
                  </a:cubicBezTo>
                  <a:cubicBezTo>
                    <a:pt x="622554" y="336244"/>
                    <a:pt x="630746" y="328069"/>
                    <a:pt x="630746" y="317979"/>
                  </a:cubicBezTo>
                  <a:cubicBezTo>
                    <a:pt x="630746" y="307890"/>
                    <a:pt x="622554" y="299715"/>
                    <a:pt x="612458" y="299715"/>
                  </a:cubicBezTo>
                  <a:close/>
                  <a:moveTo>
                    <a:pt x="612458" y="482359"/>
                  </a:moveTo>
                  <a:cubicBezTo>
                    <a:pt x="602362" y="482359"/>
                    <a:pt x="594170" y="490534"/>
                    <a:pt x="594170" y="500624"/>
                  </a:cubicBezTo>
                  <a:cubicBezTo>
                    <a:pt x="594170" y="510714"/>
                    <a:pt x="602362" y="518888"/>
                    <a:pt x="612458" y="518888"/>
                  </a:cubicBezTo>
                  <a:cubicBezTo>
                    <a:pt x="622554" y="518888"/>
                    <a:pt x="630746" y="510714"/>
                    <a:pt x="630746" y="500624"/>
                  </a:cubicBezTo>
                  <a:cubicBezTo>
                    <a:pt x="630619" y="490610"/>
                    <a:pt x="622491" y="482550"/>
                    <a:pt x="612458" y="482550"/>
                  </a:cubicBezTo>
                  <a:close/>
                  <a:moveTo>
                    <a:pt x="521018" y="391037"/>
                  </a:moveTo>
                  <a:cubicBezTo>
                    <a:pt x="510922" y="391037"/>
                    <a:pt x="502730" y="399212"/>
                    <a:pt x="502730" y="409302"/>
                  </a:cubicBezTo>
                  <a:cubicBezTo>
                    <a:pt x="502730" y="419391"/>
                    <a:pt x="510922" y="427566"/>
                    <a:pt x="521018" y="427566"/>
                  </a:cubicBezTo>
                  <a:cubicBezTo>
                    <a:pt x="531114" y="427566"/>
                    <a:pt x="539306" y="419391"/>
                    <a:pt x="539306" y="409302"/>
                  </a:cubicBezTo>
                  <a:cubicBezTo>
                    <a:pt x="539306" y="399212"/>
                    <a:pt x="531114" y="391037"/>
                    <a:pt x="521018" y="391037"/>
                  </a:cubicBezTo>
                  <a:close/>
                  <a:moveTo>
                    <a:pt x="612458" y="25748"/>
                  </a:moveTo>
                  <a:cubicBezTo>
                    <a:pt x="602362" y="25748"/>
                    <a:pt x="594170" y="33922"/>
                    <a:pt x="594170" y="44012"/>
                  </a:cubicBezTo>
                  <a:cubicBezTo>
                    <a:pt x="594170" y="54102"/>
                    <a:pt x="602362" y="62277"/>
                    <a:pt x="612458" y="62277"/>
                  </a:cubicBezTo>
                  <a:cubicBezTo>
                    <a:pt x="622554" y="62277"/>
                    <a:pt x="630746" y="54102"/>
                    <a:pt x="630746" y="44012"/>
                  </a:cubicBezTo>
                  <a:cubicBezTo>
                    <a:pt x="630619" y="33998"/>
                    <a:pt x="622491" y="25938"/>
                    <a:pt x="612458" y="25938"/>
                  </a:cubicBezTo>
                  <a:close/>
                  <a:moveTo>
                    <a:pt x="658178" y="619343"/>
                  </a:moveTo>
                  <a:cubicBezTo>
                    <a:pt x="648970" y="619381"/>
                    <a:pt x="641224" y="626293"/>
                    <a:pt x="640144" y="635451"/>
                  </a:cubicBezTo>
                  <a:cubicBezTo>
                    <a:pt x="651891" y="637734"/>
                    <a:pt x="663829" y="639700"/>
                    <a:pt x="676085" y="641349"/>
                  </a:cubicBezTo>
                  <a:cubicBezTo>
                    <a:pt x="678180" y="631475"/>
                    <a:pt x="671830" y="621797"/>
                    <a:pt x="661925" y="619730"/>
                  </a:cubicBezTo>
                  <a:cubicBezTo>
                    <a:pt x="660718" y="619470"/>
                    <a:pt x="659448" y="619343"/>
                    <a:pt x="658178" y="619343"/>
                  </a:cubicBezTo>
                  <a:close/>
                  <a:moveTo>
                    <a:pt x="383858" y="436698"/>
                  </a:moveTo>
                  <a:cubicBezTo>
                    <a:pt x="373762" y="436698"/>
                    <a:pt x="365570" y="444873"/>
                    <a:pt x="365570" y="454963"/>
                  </a:cubicBezTo>
                  <a:cubicBezTo>
                    <a:pt x="365570" y="465053"/>
                    <a:pt x="373762" y="473227"/>
                    <a:pt x="383858" y="473227"/>
                  </a:cubicBezTo>
                  <a:cubicBezTo>
                    <a:pt x="393954" y="473227"/>
                    <a:pt x="402146" y="465053"/>
                    <a:pt x="402146" y="454963"/>
                  </a:cubicBezTo>
                  <a:cubicBezTo>
                    <a:pt x="402146" y="444873"/>
                    <a:pt x="393954" y="436698"/>
                    <a:pt x="383858" y="436698"/>
                  </a:cubicBezTo>
                  <a:close/>
                  <a:moveTo>
                    <a:pt x="612458" y="208392"/>
                  </a:moveTo>
                  <a:cubicBezTo>
                    <a:pt x="602362" y="208392"/>
                    <a:pt x="594170" y="216567"/>
                    <a:pt x="594170" y="226657"/>
                  </a:cubicBezTo>
                  <a:cubicBezTo>
                    <a:pt x="594170" y="236747"/>
                    <a:pt x="602362" y="244921"/>
                    <a:pt x="612458" y="244921"/>
                  </a:cubicBezTo>
                  <a:cubicBezTo>
                    <a:pt x="622554" y="244921"/>
                    <a:pt x="630746" y="236747"/>
                    <a:pt x="630746" y="226657"/>
                  </a:cubicBezTo>
                  <a:cubicBezTo>
                    <a:pt x="630746" y="216567"/>
                    <a:pt x="622554" y="208392"/>
                    <a:pt x="612458" y="208392"/>
                  </a:cubicBezTo>
                  <a:close/>
                  <a:moveTo>
                    <a:pt x="612458" y="117070"/>
                  </a:moveTo>
                  <a:cubicBezTo>
                    <a:pt x="602362" y="117070"/>
                    <a:pt x="594170" y="125245"/>
                    <a:pt x="594170" y="135335"/>
                  </a:cubicBezTo>
                  <a:cubicBezTo>
                    <a:pt x="594170" y="145424"/>
                    <a:pt x="602362" y="153599"/>
                    <a:pt x="612458" y="153599"/>
                  </a:cubicBezTo>
                  <a:cubicBezTo>
                    <a:pt x="622554" y="153599"/>
                    <a:pt x="630746" y="145424"/>
                    <a:pt x="630746" y="135335"/>
                  </a:cubicBezTo>
                  <a:cubicBezTo>
                    <a:pt x="630746" y="125245"/>
                    <a:pt x="622554" y="117070"/>
                    <a:pt x="612458" y="117070"/>
                  </a:cubicBezTo>
                  <a:close/>
                  <a:moveTo>
                    <a:pt x="612458" y="573682"/>
                  </a:moveTo>
                  <a:cubicBezTo>
                    <a:pt x="602362" y="573682"/>
                    <a:pt x="594170" y="581856"/>
                    <a:pt x="594170" y="591946"/>
                  </a:cubicBezTo>
                  <a:cubicBezTo>
                    <a:pt x="594170" y="602036"/>
                    <a:pt x="602362" y="610211"/>
                    <a:pt x="612458" y="610211"/>
                  </a:cubicBezTo>
                  <a:cubicBezTo>
                    <a:pt x="622554" y="610211"/>
                    <a:pt x="630746" y="602036"/>
                    <a:pt x="630746" y="591946"/>
                  </a:cubicBezTo>
                  <a:cubicBezTo>
                    <a:pt x="630746" y="581856"/>
                    <a:pt x="622554" y="573682"/>
                    <a:pt x="612458" y="573682"/>
                  </a:cubicBezTo>
                  <a:close/>
                  <a:moveTo>
                    <a:pt x="521018" y="25748"/>
                  </a:moveTo>
                  <a:cubicBezTo>
                    <a:pt x="510922" y="25748"/>
                    <a:pt x="502730" y="33922"/>
                    <a:pt x="502730" y="44012"/>
                  </a:cubicBezTo>
                  <a:cubicBezTo>
                    <a:pt x="502730" y="54102"/>
                    <a:pt x="510922" y="62277"/>
                    <a:pt x="521018" y="62277"/>
                  </a:cubicBezTo>
                  <a:cubicBezTo>
                    <a:pt x="531114" y="62277"/>
                    <a:pt x="539306" y="54102"/>
                    <a:pt x="539306" y="44012"/>
                  </a:cubicBezTo>
                  <a:cubicBezTo>
                    <a:pt x="539179" y="33998"/>
                    <a:pt x="531051" y="25938"/>
                    <a:pt x="521018" y="25938"/>
                  </a:cubicBezTo>
                  <a:close/>
                  <a:moveTo>
                    <a:pt x="521018" y="117070"/>
                  </a:moveTo>
                  <a:cubicBezTo>
                    <a:pt x="510922" y="117070"/>
                    <a:pt x="502730" y="125245"/>
                    <a:pt x="502730" y="135335"/>
                  </a:cubicBezTo>
                  <a:cubicBezTo>
                    <a:pt x="502730" y="145424"/>
                    <a:pt x="510922" y="153599"/>
                    <a:pt x="521018" y="153599"/>
                  </a:cubicBezTo>
                  <a:cubicBezTo>
                    <a:pt x="531114" y="153599"/>
                    <a:pt x="539306" y="145424"/>
                    <a:pt x="539306" y="135335"/>
                  </a:cubicBezTo>
                  <a:cubicBezTo>
                    <a:pt x="539306" y="125245"/>
                    <a:pt x="531114" y="117070"/>
                    <a:pt x="521018" y="117070"/>
                  </a:cubicBezTo>
                  <a:close/>
                  <a:moveTo>
                    <a:pt x="521018" y="208392"/>
                  </a:moveTo>
                  <a:cubicBezTo>
                    <a:pt x="510922" y="208392"/>
                    <a:pt x="502730" y="216567"/>
                    <a:pt x="502730" y="226657"/>
                  </a:cubicBezTo>
                  <a:cubicBezTo>
                    <a:pt x="502730" y="236747"/>
                    <a:pt x="510922" y="244921"/>
                    <a:pt x="521018" y="244921"/>
                  </a:cubicBezTo>
                  <a:cubicBezTo>
                    <a:pt x="531114" y="244921"/>
                    <a:pt x="539306" y="236747"/>
                    <a:pt x="539306" y="226657"/>
                  </a:cubicBezTo>
                  <a:cubicBezTo>
                    <a:pt x="539306" y="216567"/>
                    <a:pt x="531114" y="208392"/>
                    <a:pt x="521018" y="208392"/>
                  </a:cubicBezTo>
                  <a:close/>
                  <a:moveTo>
                    <a:pt x="521018" y="299715"/>
                  </a:moveTo>
                  <a:cubicBezTo>
                    <a:pt x="510922" y="299715"/>
                    <a:pt x="502730" y="307890"/>
                    <a:pt x="502730" y="317979"/>
                  </a:cubicBezTo>
                  <a:cubicBezTo>
                    <a:pt x="502730" y="328069"/>
                    <a:pt x="510922" y="336244"/>
                    <a:pt x="521018" y="336244"/>
                  </a:cubicBezTo>
                  <a:cubicBezTo>
                    <a:pt x="531114" y="336244"/>
                    <a:pt x="539306" y="328069"/>
                    <a:pt x="539306" y="317979"/>
                  </a:cubicBezTo>
                  <a:cubicBezTo>
                    <a:pt x="539306" y="307890"/>
                    <a:pt x="531114" y="299715"/>
                    <a:pt x="521018" y="299715"/>
                  </a:cubicBezTo>
                  <a:close/>
                  <a:moveTo>
                    <a:pt x="566738" y="162731"/>
                  </a:moveTo>
                  <a:cubicBezTo>
                    <a:pt x="556641" y="162731"/>
                    <a:pt x="548450" y="170906"/>
                    <a:pt x="548450" y="180996"/>
                  </a:cubicBezTo>
                  <a:cubicBezTo>
                    <a:pt x="548450" y="191086"/>
                    <a:pt x="556641" y="199260"/>
                    <a:pt x="566738" y="199260"/>
                  </a:cubicBezTo>
                  <a:cubicBezTo>
                    <a:pt x="576835" y="199260"/>
                    <a:pt x="585026" y="191086"/>
                    <a:pt x="585026" y="180996"/>
                  </a:cubicBezTo>
                  <a:cubicBezTo>
                    <a:pt x="585026" y="170906"/>
                    <a:pt x="576835" y="162731"/>
                    <a:pt x="566738" y="162731"/>
                  </a:cubicBezTo>
                  <a:close/>
                  <a:moveTo>
                    <a:pt x="566738" y="528021"/>
                  </a:moveTo>
                  <a:cubicBezTo>
                    <a:pt x="556578" y="527983"/>
                    <a:pt x="548387" y="536164"/>
                    <a:pt x="548323" y="546285"/>
                  </a:cubicBezTo>
                  <a:cubicBezTo>
                    <a:pt x="548260" y="556407"/>
                    <a:pt x="556451" y="564638"/>
                    <a:pt x="566611" y="564676"/>
                  </a:cubicBezTo>
                  <a:cubicBezTo>
                    <a:pt x="576771" y="564714"/>
                    <a:pt x="584962" y="556533"/>
                    <a:pt x="585026" y="546412"/>
                  </a:cubicBezTo>
                  <a:cubicBezTo>
                    <a:pt x="585026" y="546367"/>
                    <a:pt x="585026" y="546330"/>
                    <a:pt x="585026" y="546285"/>
                  </a:cubicBezTo>
                  <a:cubicBezTo>
                    <a:pt x="585026" y="536195"/>
                    <a:pt x="576835" y="528021"/>
                    <a:pt x="566738" y="528021"/>
                  </a:cubicBezTo>
                  <a:close/>
                  <a:moveTo>
                    <a:pt x="566738" y="254054"/>
                  </a:moveTo>
                  <a:cubicBezTo>
                    <a:pt x="556641" y="254054"/>
                    <a:pt x="548450" y="262228"/>
                    <a:pt x="548450" y="272318"/>
                  </a:cubicBezTo>
                  <a:cubicBezTo>
                    <a:pt x="548450" y="282408"/>
                    <a:pt x="556641" y="290583"/>
                    <a:pt x="566738" y="290583"/>
                  </a:cubicBezTo>
                  <a:cubicBezTo>
                    <a:pt x="576835" y="290583"/>
                    <a:pt x="585026" y="282408"/>
                    <a:pt x="585026" y="272318"/>
                  </a:cubicBezTo>
                  <a:cubicBezTo>
                    <a:pt x="584899" y="262304"/>
                    <a:pt x="576771" y="254244"/>
                    <a:pt x="566738" y="254244"/>
                  </a:cubicBezTo>
                  <a:close/>
                  <a:moveTo>
                    <a:pt x="566738" y="345376"/>
                  </a:moveTo>
                  <a:cubicBezTo>
                    <a:pt x="556641" y="345376"/>
                    <a:pt x="548450" y="353551"/>
                    <a:pt x="548450" y="363640"/>
                  </a:cubicBezTo>
                  <a:cubicBezTo>
                    <a:pt x="548450" y="373730"/>
                    <a:pt x="556641" y="381905"/>
                    <a:pt x="566738" y="381905"/>
                  </a:cubicBezTo>
                  <a:cubicBezTo>
                    <a:pt x="576835" y="381905"/>
                    <a:pt x="585026" y="373730"/>
                    <a:pt x="585026" y="363640"/>
                  </a:cubicBezTo>
                  <a:cubicBezTo>
                    <a:pt x="585026" y="353551"/>
                    <a:pt x="576835" y="345376"/>
                    <a:pt x="566738" y="345376"/>
                  </a:cubicBezTo>
                  <a:close/>
                  <a:moveTo>
                    <a:pt x="566738" y="436698"/>
                  </a:moveTo>
                  <a:cubicBezTo>
                    <a:pt x="556641" y="436698"/>
                    <a:pt x="548450" y="444873"/>
                    <a:pt x="548450" y="454963"/>
                  </a:cubicBezTo>
                  <a:cubicBezTo>
                    <a:pt x="548450" y="465053"/>
                    <a:pt x="556641" y="473227"/>
                    <a:pt x="566738" y="473227"/>
                  </a:cubicBezTo>
                  <a:cubicBezTo>
                    <a:pt x="576835" y="473227"/>
                    <a:pt x="585026" y="465053"/>
                    <a:pt x="585026" y="454963"/>
                  </a:cubicBezTo>
                  <a:cubicBezTo>
                    <a:pt x="585026" y="444873"/>
                    <a:pt x="576835" y="436698"/>
                    <a:pt x="566738" y="436698"/>
                  </a:cubicBezTo>
                  <a:close/>
                  <a:moveTo>
                    <a:pt x="338138" y="299715"/>
                  </a:moveTo>
                  <a:cubicBezTo>
                    <a:pt x="328041" y="299715"/>
                    <a:pt x="319849" y="307890"/>
                    <a:pt x="319849" y="317979"/>
                  </a:cubicBezTo>
                  <a:cubicBezTo>
                    <a:pt x="319849" y="328069"/>
                    <a:pt x="328041" y="336244"/>
                    <a:pt x="338138" y="336244"/>
                  </a:cubicBezTo>
                  <a:cubicBezTo>
                    <a:pt x="348235" y="336244"/>
                    <a:pt x="356426" y="328069"/>
                    <a:pt x="356426" y="317979"/>
                  </a:cubicBezTo>
                  <a:cubicBezTo>
                    <a:pt x="356426" y="307890"/>
                    <a:pt x="348235" y="299715"/>
                    <a:pt x="338138" y="299715"/>
                  </a:cubicBezTo>
                  <a:close/>
                  <a:moveTo>
                    <a:pt x="292418" y="16616"/>
                  </a:moveTo>
                  <a:cubicBezTo>
                    <a:pt x="301879" y="16590"/>
                    <a:pt x="309753" y="9392"/>
                    <a:pt x="310579" y="0"/>
                  </a:cubicBezTo>
                  <a:lnTo>
                    <a:pt x="274193" y="0"/>
                  </a:lnTo>
                  <a:cubicBezTo>
                    <a:pt x="275019" y="9443"/>
                    <a:pt x="282956" y="16679"/>
                    <a:pt x="292418" y="16616"/>
                  </a:cubicBezTo>
                  <a:close/>
                  <a:moveTo>
                    <a:pt x="200978" y="16616"/>
                  </a:moveTo>
                  <a:cubicBezTo>
                    <a:pt x="210439" y="16590"/>
                    <a:pt x="218313" y="9392"/>
                    <a:pt x="219139" y="0"/>
                  </a:cubicBezTo>
                  <a:lnTo>
                    <a:pt x="182880" y="0"/>
                  </a:lnTo>
                  <a:cubicBezTo>
                    <a:pt x="183642" y="9392"/>
                    <a:pt x="191516" y="16616"/>
                    <a:pt x="200978" y="16616"/>
                  </a:cubicBezTo>
                  <a:close/>
                  <a:moveTo>
                    <a:pt x="109538" y="16616"/>
                  </a:moveTo>
                  <a:cubicBezTo>
                    <a:pt x="119000" y="16590"/>
                    <a:pt x="126874" y="9392"/>
                    <a:pt x="127699" y="0"/>
                  </a:cubicBezTo>
                  <a:lnTo>
                    <a:pt x="91440" y="0"/>
                  </a:lnTo>
                  <a:cubicBezTo>
                    <a:pt x="92266" y="9380"/>
                    <a:pt x="100140" y="16584"/>
                    <a:pt x="109538" y="16616"/>
                  </a:cubicBezTo>
                  <a:close/>
                  <a:moveTo>
                    <a:pt x="383858" y="16616"/>
                  </a:moveTo>
                  <a:cubicBezTo>
                    <a:pt x="393319" y="16590"/>
                    <a:pt x="401193" y="9392"/>
                    <a:pt x="402019" y="0"/>
                  </a:cubicBezTo>
                  <a:lnTo>
                    <a:pt x="365761" y="0"/>
                  </a:lnTo>
                  <a:cubicBezTo>
                    <a:pt x="366523" y="9392"/>
                    <a:pt x="374397" y="16616"/>
                    <a:pt x="383858" y="16616"/>
                  </a:cubicBezTo>
                  <a:close/>
                  <a:moveTo>
                    <a:pt x="63818" y="25748"/>
                  </a:moveTo>
                  <a:cubicBezTo>
                    <a:pt x="53722" y="25748"/>
                    <a:pt x="45530" y="33922"/>
                    <a:pt x="45530" y="44012"/>
                  </a:cubicBezTo>
                  <a:cubicBezTo>
                    <a:pt x="45530" y="54102"/>
                    <a:pt x="53722" y="62277"/>
                    <a:pt x="63818" y="62277"/>
                  </a:cubicBezTo>
                  <a:cubicBezTo>
                    <a:pt x="73914" y="62277"/>
                    <a:pt x="82106" y="54102"/>
                    <a:pt x="82106" y="44012"/>
                  </a:cubicBezTo>
                  <a:cubicBezTo>
                    <a:pt x="81979" y="33998"/>
                    <a:pt x="73851" y="25938"/>
                    <a:pt x="63818" y="25938"/>
                  </a:cubicBezTo>
                  <a:close/>
                  <a:moveTo>
                    <a:pt x="63818" y="117070"/>
                  </a:moveTo>
                  <a:cubicBezTo>
                    <a:pt x="57341" y="117121"/>
                    <a:pt x="51436" y="120539"/>
                    <a:pt x="48133" y="126076"/>
                  </a:cubicBezTo>
                  <a:lnTo>
                    <a:pt x="65913" y="153409"/>
                  </a:lnTo>
                  <a:cubicBezTo>
                    <a:pt x="75947" y="152699"/>
                    <a:pt x="83503" y="143991"/>
                    <a:pt x="82804" y="133965"/>
                  </a:cubicBezTo>
                  <a:cubicBezTo>
                    <a:pt x="82106" y="124129"/>
                    <a:pt x="73661" y="116633"/>
                    <a:pt x="63818" y="117070"/>
                  </a:cubicBezTo>
                  <a:close/>
                  <a:moveTo>
                    <a:pt x="475298" y="16616"/>
                  </a:moveTo>
                  <a:cubicBezTo>
                    <a:pt x="484760" y="16590"/>
                    <a:pt x="492634" y="9392"/>
                    <a:pt x="493459" y="0"/>
                  </a:cubicBezTo>
                  <a:lnTo>
                    <a:pt x="457200" y="0"/>
                  </a:lnTo>
                  <a:cubicBezTo>
                    <a:pt x="457962" y="9392"/>
                    <a:pt x="465837" y="16616"/>
                    <a:pt x="475298" y="16616"/>
                  </a:cubicBezTo>
                  <a:close/>
                  <a:moveTo>
                    <a:pt x="18098" y="71409"/>
                  </a:moveTo>
                  <a:cubicBezTo>
                    <a:pt x="16511" y="71447"/>
                    <a:pt x="14923" y="71682"/>
                    <a:pt x="13399" y="72107"/>
                  </a:cubicBezTo>
                  <a:cubicBezTo>
                    <a:pt x="19749" y="81746"/>
                    <a:pt x="26099" y="91513"/>
                    <a:pt x="32449" y="101279"/>
                  </a:cubicBezTo>
                  <a:cubicBezTo>
                    <a:pt x="35179" y="98038"/>
                    <a:pt x="36703" y="93922"/>
                    <a:pt x="36703" y="89673"/>
                  </a:cubicBezTo>
                  <a:cubicBezTo>
                    <a:pt x="36703" y="79584"/>
                    <a:pt x="28512" y="71409"/>
                    <a:pt x="18415" y="71409"/>
                  </a:cubicBezTo>
                  <a:cubicBezTo>
                    <a:pt x="18288" y="71409"/>
                    <a:pt x="18224" y="71409"/>
                    <a:pt x="18098" y="71409"/>
                  </a:cubicBezTo>
                  <a:close/>
                  <a:moveTo>
                    <a:pt x="36259" y="0"/>
                  </a:moveTo>
                  <a:lnTo>
                    <a:pt x="0" y="0"/>
                  </a:lnTo>
                  <a:cubicBezTo>
                    <a:pt x="1016" y="10001"/>
                    <a:pt x="9970" y="17275"/>
                    <a:pt x="20003" y="16248"/>
                  </a:cubicBezTo>
                  <a:cubicBezTo>
                    <a:pt x="28575" y="15366"/>
                    <a:pt x="35370" y="8580"/>
                    <a:pt x="36259" y="0"/>
                  </a:cubicBezTo>
                  <a:close/>
                  <a:moveTo>
                    <a:pt x="1115378" y="16616"/>
                  </a:moveTo>
                  <a:cubicBezTo>
                    <a:pt x="1124839" y="16616"/>
                    <a:pt x="1132713" y="9392"/>
                    <a:pt x="1133475" y="0"/>
                  </a:cubicBezTo>
                  <a:lnTo>
                    <a:pt x="1097280" y="0"/>
                  </a:lnTo>
                  <a:cubicBezTo>
                    <a:pt x="1098042" y="9392"/>
                    <a:pt x="1105916" y="16616"/>
                    <a:pt x="1115378" y="16616"/>
                  </a:cubicBezTo>
                  <a:close/>
                  <a:moveTo>
                    <a:pt x="1023938" y="16616"/>
                  </a:moveTo>
                  <a:cubicBezTo>
                    <a:pt x="1033400" y="16616"/>
                    <a:pt x="1041274" y="9392"/>
                    <a:pt x="1042036" y="0"/>
                  </a:cubicBezTo>
                  <a:lnTo>
                    <a:pt x="1005840" y="0"/>
                  </a:lnTo>
                  <a:cubicBezTo>
                    <a:pt x="1006602" y="9392"/>
                    <a:pt x="1014476" y="16616"/>
                    <a:pt x="1023938" y="16616"/>
                  </a:cubicBezTo>
                  <a:close/>
                  <a:moveTo>
                    <a:pt x="932498" y="16616"/>
                  </a:moveTo>
                  <a:cubicBezTo>
                    <a:pt x="941960" y="16616"/>
                    <a:pt x="949834" y="9392"/>
                    <a:pt x="950595" y="0"/>
                  </a:cubicBezTo>
                  <a:lnTo>
                    <a:pt x="914400" y="0"/>
                  </a:lnTo>
                  <a:cubicBezTo>
                    <a:pt x="915162" y="9392"/>
                    <a:pt x="923037" y="16616"/>
                    <a:pt x="932498" y="16616"/>
                  </a:cubicBezTo>
                  <a:close/>
                  <a:moveTo>
                    <a:pt x="109538" y="162478"/>
                  </a:moveTo>
                  <a:cubicBezTo>
                    <a:pt x="99441" y="162478"/>
                    <a:pt x="91249" y="170652"/>
                    <a:pt x="91249" y="180742"/>
                  </a:cubicBezTo>
                  <a:cubicBezTo>
                    <a:pt x="91249" y="190832"/>
                    <a:pt x="99441" y="199007"/>
                    <a:pt x="109538" y="199007"/>
                  </a:cubicBezTo>
                  <a:cubicBezTo>
                    <a:pt x="119635" y="199007"/>
                    <a:pt x="127826" y="190832"/>
                    <a:pt x="127826" y="180742"/>
                  </a:cubicBezTo>
                  <a:cubicBezTo>
                    <a:pt x="127699" y="170754"/>
                    <a:pt x="119571" y="162731"/>
                    <a:pt x="109538" y="162731"/>
                  </a:cubicBezTo>
                  <a:close/>
                  <a:moveTo>
                    <a:pt x="566738" y="16616"/>
                  </a:moveTo>
                  <a:cubicBezTo>
                    <a:pt x="576200" y="16590"/>
                    <a:pt x="584074" y="9392"/>
                    <a:pt x="584899" y="0"/>
                  </a:cubicBezTo>
                  <a:lnTo>
                    <a:pt x="548640" y="0"/>
                  </a:lnTo>
                  <a:cubicBezTo>
                    <a:pt x="549402" y="9392"/>
                    <a:pt x="557276" y="16616"/>
                    <a:pt x="566738" y="16616"/>
                  </a:cubicBezTo>
                  <a:close/>
                  <a:moveTo>
                    <a:pt x="1206818" y="16616"/>
                  </a:moveTo>
                  <a:cubicBezTo>
                    <a:pt x="1216279" y="16616"/>
                    <a:pt x="1224153" y="9392"/>
                    <a:pt x="1224915" y="0"/>
                  </a:cubicBezTo>
                  <a:lnTo>
                    <a:pt x="1188593" y="0"/>
                  </a:lnTo>
                  <a:cubicBezTo>
                    <a:pt x="1189419" y="9443"/>
                    <a:pt x="1197356" y="16679"/>
                    <a:pt x="1206818" y="16616"/>
                  </a:cubicBezTo>
                  <a:close/>
                  <a:moveTo>
                    <a:pt x="841058" y="16616"/>
                  </a:moveTo>
                  <a:cubicBezTo>
                    <a:pt x="850519" y="16616"/>
                    <a:pt x="858393" y="9392"/>
                    <a:pt x="859155" y="0"/>
                  </a:cubicBezTo>
                  <a:lnTo>
                    <a:pt x="822961" y="0"/>
                  </a:lnTo>
                  <a:cubicBezTo>
                    <a:pt x="823723" y="9392"/>
                    <a:pt x="831597" y="16616"/>
                    <a:pt x="841058" y="16616"/>
                  </a:cubicBezTo>
                  <a:close/>
                  <a:moveTo>
                    <a:pt x="658178" y="16616"/>
                  </a:moveTo>
                  <a:cubicBezTo>
                    <a:pt x="667639" y="16590"/>
                    <a:pt x="675513" y="9392"/>
                    <a:pt x="676339" y="0"/>
                  </a:cubicBezTo>
                  <a:lnTo>
                    <a:pt x="640080" y="0"/>
                  </a:lnTo>
                  <a:cubicBezTo>
                    <a:pt x="640842" y="9392"/>
                    <a:pt x="648716" y="16616"/>
                    <a:pt x="658178" y="16616"/>
                  </a:cubicBezTo>
                  <a:close/>
                  <a:moveTo>
                    <a:pt x="749618" y="16616"/>
                  </a:moveTo>
                  <a:cubicBezTo>
                    <a:pt x="759079" y="16616"/>
                    <a:pt x="766953" y="9392"/>
                    <a:pt x="767715" y="0"/>
                  </a:cubicBezTo>
                  <a:lnTo>
                    <a:pt x="731393" y="0"/>
                  </a:lnTo>
                  <a:cubicBezTo>
                    <a:pt x="732219" y="9443"/>
                    <a:pt x="740156" y="16679"/>
                    <a:pt x="749618" y="16616"/>
                  </a:cubicBezTo>
                  <a:close/>
                  <a:moveTo>
                    <a:pt x="200978" y="71409"/>
                  </a:moveTo>
                  <a:cubicBezTo>
                    <a:pt x="190881" y="71409"/>
                    <a:pt x="182690" y="79584"/>
                    <a:pt x="182690" y="89673"/>
                  </a:cubicBezTo>
                  <a:cubicBezTo>
                    <a:pt x="182690" y="99763"/>
                    <a:pt x="190881" y="107938"/>
                    <a:pt x="200978" y="107938"/>
                  </a:cubicBezTo>
                  <a:cubicBezTo>
                    <a:pt x="211075" y="107938"/>
                    <a:pt x="219266" y="99763"/>
                    <a:pt x="219266" y="89673"/>
                  </a:cubicBezTo>
                  <a:cubicBezTo>
                    <a:pt x="219266" y="79584"/>
                    <a:pt x="211075" y="71409"/>
                    <a:pt x="200978" y="71409"/>
                  </a:cubicBezTo>
                  <a:close/>
                  <a:moveTo>
                    <a:pt x="292418" y="162731"/>
                  </a:moveTo>
                  <a:cubicBezTo>
                    <a:pt x="282322" y="162731"/>
                    <a:pt x="274130" y="170906"/>
                    <a:pt x="274130" y="180996"/>
                  </a:cubicBezTo>
                  <a:cubicBezTo>
                    <a:pt x="274130" y="191086"/>
                    <a:pt x="282322" y="199260"/>
                    <a:pt x="292418" y="199260"/>
                  </a:cubicBezTo>
                  <a:cubicBezTo>
                    <a:pt x="302514" y="199260"/>
                    <a:pt x="310706" y="191086"/>
                    <a:pt x="310706" y="180996"/>
                  </a:cubicBezTo>
                  <a:cubicBezTo>
                    <a:pt x="310706" y="170906"/>
                    <a:pt x="302514" y="162731"/>
                    <a:pt x="292418" y="162731"/>
                  </a:cubicBezTo>
                  <a:close/>
                  <a:moveTo>
                    <a:pt x="292418" y="71409"/>
                  </a:moveTo>
                  <a:cubicBezTo>
                    <a:pt x="282322" y="71409"/>
                    <a:pt x="274130" y="79584"/>
                    <a:pt x="274130" y="89673"/>
                  </a:cubicBezTo>
                  <a:cubicBezTo>
                    <a:pt x="274130" y="99763"/>
                    <a:pt x="282322" y="107938"/>
                    <a:pt x="292418" y="107938"/>
                  </a:cubicBezTo>
                  <a:cubicBezTo>
                    <a:pt x="302514" y="107938"/>
                    <a:pt x="310706" y="99763"/>
                    <a:pt x="310706" y="89673"/>
                  </a:cubicBezTo>
                  <a:cubicBezTo>
                    <a:pt x="310706" y="79584"/>
                    <a:pt x="302514" y="71409"/>
                    <a:pt x="292418" y="71409"/>
                  </a:cubicBezTo>
                  <a:close/>
                  <a:moveTo>
                    <a:pt x="292418" y="254054"/>
                  </a:moveTo>
                  <a:cubicBezTo>
                    <a:pt x="282322" y="254054"/>
                    <a:pt x="274130" y="262228"/>
                    <a:pt x="274130" y="272318"/>
                  </a:cubicBezTo>
                  <a:cubicBezTo>
                    <a:pt x="274130" y="282408"/>
                    <a:pt x="282322" y="290583"/>
                    <a:pt x="292418" y="290583"/>
                  </a:cubicBezTo>
                  <a:cubicBezTo>
                    <a:pt x="302514" y="290583"/>
                    <a:pt x="310706" y="282408"/>
                    <a:pt x="310706" y="272318"/>
                  </a:cubicBezTo>
                  <a:cubicBezTo>
                    <a:pt x="310579" y="262304"/>
                    <a:pt x="302451" y="254244"/>
                    <a:pt x="292418" y="254244"/>
                  </a:cubicBezTo>
                  <a:close/>
                  <a:moveTo>
                    <a:pt x="292418" y="345376"/>
                  </a:moveTo>
                  <a:cubicBezTo>
                    <a:pt x="282322" y="345376"/>
                    <a:pt x="274130" y="353551"/>
                    <a:pt x="274130" y="363640"/>
                  </a:cubicBezTo>
                  <a:cubicBezTo>
                    <a:pt x="274130" y="373730"/>
                    <a:pt x="282322" y="381905"/>
                    <a:pt x="292418" y="381905"/>
                  </a:cubicBezTo>
                  <a:cubicBezTo>
                    <a:pt x="302514" y="381905"/>
                    <a:pt x="310706" y="373730"/>
                    <a:pt x="310706" y="363640"/>
                  </a:cubicBezTo>
                  <a:cubicBezTo>
                    <a:pt x="310706" y="353551"/>
                    <a:pt x="302514" y="345376"/>
                    <a:pt x="292418" y="345376"/>
                  </a:cubicBezTo>
                  <a:close/>
                  <a:moveTo>
                    <a:pt x="338138" y="208392"/>
                  </a:moveTo>
                  <a:cubicBezTo>
                    <a:pt x="328041" y="208392"/>
                    <a:pt x="319849" y="216567"/>
                    <a:pt x="319849" y="226657"/>
                  </a:cubicBezTo>
                  <a:cubicBezTo>
                    <a:pt x="319849" y="236747"/>
                    <a:pt x="328041" y="244921"/>
                    <a:pt x="338138" y="244921"/>
                  </a:cubicBezTo>
                  <a:cubicBezTo>
                    <a:pt x="348235" y="244921"/>
                    <a:pt x="356426" y="236747"/>
                    <a:pt x="356426" y="226657"/>
                  </a:cubicBezTo>
                  <a:cubicBezTo>
                    <a:pt x="356426" y="216567"/>
                    <a:pt x="348235" y="208392"/>
                    <a:pt x="338138" y="208392"/>
                  </a:cubicBezTo>
                  <a:close/>
                  <a:moveTo>
                    <a:pt x="109538" y="71409"/>
                  </a:moveTo>
                  <a:cubicBezTo>
                    <a:pt x="99441" y="71409"/>
                    <a:pt x="91249" y="79584"/>
                    <a:pt x="91249" y="89673"/>
                  </a:cubicBezTo>
                  <a:cubicBezTo>
                    <a:pt x="91249" y="99763"/>
                    <a:pt x="99441" y="107938"/>
                    <a:pt x="109538" y="107938"/>
                  </a:cubicBezTo>
                  <a:cubicBezTo>
                    <a:pt x="119635" y="107938"/>
                    <a:pt x="127826" y="99763"/>
                    <a:pt x="127826" y="89673"/>
                  </a:cubicBezTo>
                  <a:cubicBezTo>
                    <a:pt x="127826" y="79584"/>
                    <a:pt x="119635" y="71409"/>
                    <a:pt x="109538" y="71409"/>
                  </a:cubicBezTo>
                  <a:close/>
                  <a:moveTo>
                    <a:pt x="246698" y="25748"/>
                  </a:moveTo>
                  <a:cubicBezTo>
                    <a:pt x="236601" y="25748"/>
                    <a:pt x="228410" y="33922"/>
                    <a:pt x="228410" y="44012"/>
                  </a:cubicBezTo>
                  <a:cubicBezTo>
                    <a:pt x="228410" y="54102"/>
                    <a:pt x="236601" y="62277"/>
                    <a:pt x="246698" y="62277"/>
                  </a:cubicBezTo>
                  <a:cubicBezTo>
                    <a:pt x="256794" y="62277"/>
                    <a:pt x="264986" y="54102"/>
                    <a:pt x="264986" y="44012"/>
                  </a:cubicBezTo>
                  <a:cubicBezTo>
                    <a:pt x="264859" y="33998"/>
                    <a:pt x="256731" y="25938"/>
                    <a:pt x="246698" y="25938"/>
                  </a:cubicBezTo>
                  <a:close/>
                  <a:moveTo>
                    <a:pt x="338138" y="117070"/>
                  </a:moveTo>
                  <a:cubicBezTo>
                    <a:pt x="328041" y="117070"/>
                    <a:pt x="319849" y="125245"/>
                    <a:pt x="319849" y="135335"/>
                  </a:cubicBezTo>
                  <a:cubicBezTo>
                    <a:pt x="319849" y="145424"/>
                    <a:pt x="328041" y="153599"/>
                    <a:pt x="338138" y="153599"/>
                  </a:cubicBezTo>
                  <a:cubicBezTo>
                    <a:pt x="348235" y="153599"/>
                    <a:pt x="356426" y="145424"/>
                    <a:pt x="356426" y="135335"/>
                  </a:cubicBezTo>
                  <a:cubicBezTo>
                    <a:pt x="356426" y="125245"/>
                    <a:pt x="348235" y="117070"/>
                    <a:pt x="338138" y="117070"/>
                  </a:cubicBezTo>
                  <a:close/>
                  <a:moveTo>
                    <a:pt x="658178" y="528021"/>
                  </a:moveTo>
                  <a:cubicBezTo>
                    <a:pt x="648018" y="527983"/>
                    <a:pt x="639826" y="536164"/>
                    <a:pt x="639763" y="546285"/>
                  </a:cubicBezTo>
                  <a:cubicBezTo>
                    <a:pt x="639700" y="556407"/>
                    <a:pt x="647891" y="564638"/>
                    <a:pt x="658051" y="564676"/>
                  </a:cubicBezTo>
                  <a:cubicBezTo>
                    <a:pt x="668211" y="564714"/>
                    <a:pt x="676402" y="556533"/>
                    <a:pt x="676466" y="546412"/>
                  </a:cubicBezTo>
                  <a:cubicBezTo>
                    <a:pt x="676466" y="546367"/>
                    <a:pt x="676466" y="546330"/>
                    <a:pt x="676466" y="546285"/>
                  </a:cubicBezTo>
                  <a:cubicBezTo>
                    <a:pt x="676466" y="536195"/>
                    <a:pt x="668275" y="528021"/>
                    <a:pt x="658178" y="528021"/>
                  </a:cubicBezTo>
                  <a:close/>
                  <a:moveTo>
                    <a:pt x="338138" y="391037"/>
                  </a:moveTo>
                  <a:cubicBezTo>
                    <a:pt x="328041" y="391037"/>
                    <a:pt x="319849" y="399212"/>
                    <a:pt x="319849" y="409302"/>
                  </a:cubicBezTo>
                  <a:cubicBezTo>
                    <a:pt x="319849" y="419391"/>
                    <a:pt x="328041" y="427566"/>
                    <a:pt x="338138" y="427566"/>
                  </a:cubicBezTo>
                  <a:cubicBezTo>
                    <a:pt x="348235" y="427566"/>
                    <a:pt x="356426" y="419391"/>
                    <a:pt x="356426" y="409302"/>
                  </a:cubicBezTo>
                  <a:cubicBezTo>
                    <a:pt x="356426" y="399212"/>
                    <a:pt x="348235" y="391037"/>
                    <a:pt x="338138" y="391037"/>
                  </a:cubicBezTo>
                  <a:close/>
                  <a:moveTo>
                    <a:pt x="155258" y="25748"/>
                  </a:moveTo>
                  <a:cubicBezTo>
                    <a:pt x="145162" y="25748"/>
                    <a:pt x="136970" y="33922"/>
                    <a:pt x="136970" y="44012"/>
                  </a:cubicBezTo>
                  <a:cubicBezTo>
                    <a:pt x="136970" y="54102"/>
                    <a:pt x="145162" y="62277"/>
                    <a:pt x="155258" y="62277"/>
                  </a:cubicBezTo>
                  <a:cubicBezTo>
                    <a:pt x="165354" y="62277"/>
                    <a:pt x="173546" y="54102"/>
                    <a:pt x="173546" y="44012"/>
                  </a:cubicBezTo>
                  <a:cubicBezTo>
                    <a:pt x="173419" y="33998"/>
                    <a:pt x="165291" y="25938"/>
                    <a:pt x="155258" y="25938"/>
                  </a:cubicBezTo>
                  <a:close/>
                  <a:moveTo>
                    <a:pt x="155258" y="117070"/>
                  </a:moveTo>
                  <a:cubicBezTo>
                    <a:pt x="145162" y="117070"/>
                    <a:pt x="136970" y="125245"/>
                    <a:pt x="136970" y="135335"/>
                  </a:cubicBezTo>
                  <a:cubicBezTo>
                    <a:pt x="136970" y="145424"/>
                    <a:pt x="145162" y="153599"/>
                    <a:pt x="155258" y="153599"/>
                  </a:cubicBezTo>
                  <a:cubicBezTo>
                    <a:pt x="165354" y="153599"/>
                    <a:pt x="173546" y="145424"/>
                    <a:pt x="173546" y="135335"/>
                  </a:cubicBezTo>
                  <a:cubicBezTo>
                    <a:pt x="173546" y="125245"/>
                    <a:pt x="165354" y="117070"/>
                    <a:pt x="155258" y="117070"/>
                  </a:cubicBezTo>
                  <a:close/>
                  <a:moveTo>
                    <a:pt x="200978" y="254054"/>
                  </a:moveTo>
                  <a:cubicBezTo>
                    <a:pt x="190881" y="254054"/>
                    <a:pt x="182690" y="262228"/>
                    <a:pt x="182690" y="272318"/>
                  </a:cubicBezTo>
                  <a:cubicBezTo>
                    <a:pt x="182690" y="282408"/>
                    <a:pt x="190881" y="290583"/>
                    <a:pt x="200978" y="290583"/>
                  </a:cubicBezTo>
                  <a:cubicBezTo>
                    <a:pt x="211075" y="290583"/>
                    <a:pt x="219266" y="282408"/>
                    <a:pt x="219266" y="272318"/>
                  </a:cubicBezTo>
                  <a:cubicBezTo>
                    <a:pt x="219139" y="262304"/>
                    <a:pt x="211011" y="254244"/>
                    <a:pt x="200978" y="254244"/>
                  </a:cubicBezTo>
                  <a:close/>
                  <a:moveTo>
                    <a:pt x="155258" y="208392"/>
                  </a:moveTo>
                  <a:cubicBezTo>
                    <a:pt x="145162" y="208392"/>
                    <a:pt x="136970" y="216567"/>
                    <a:pt x="136970" y="226657"/>
                  </a:cubicBezTo>
                  <a:cubicBezTo>
                    <a:pt x="136970" y="236747"/>
                    <a:pt x="145162" y="244921"/>
                    <a:pt x="155258" y="244921"/>
                  </a:cubicBezTo>
                  <a:cubicBezTo>
                    <a:pt x="165354" y="244921"/>
                    <a:pt x="173546" y="236747"/>
                    <a:pt x="173546" y="226657"/>
                  </a:cubicBezTo>
                  <a:cubicBezTo>
                    <a:pt x="173546" y="216567"/>
                    <a:pt x="165354" y="208392"/>
                    <a:pt x="155258" y="208392"/>
                  </a:cubicBezTo>
                  <a:close/>
                  <a:moveTo>
                    <a:pt x="200978" y="162731"/>
                  </a:moveTo>
                  <a:cubicBezTo>
                    <a:pt x="190881" y="162731"/>
                    <a:pt x="182690" y="170906"/>
                    <a:pt x="182690" y="180996"/>
                  </a:cubicBezTo>
                  <a:cubicBezTo>
                    <a:pt x="182690" y="191086"/>
                    <a:pt x="190881" y="199260"/>
                    <a:pt x="200978" y="199260"/>
                  </a:cubicBezTo>
                  <a:cubicBezTo>
                    <a:pt x="211075" y="199260"/>
                    <a:pt x="219266" y="191086"/>
                    <a:pt x="219266" y="180996"/>
                  </a:cubicBezTo>
                  <a:cubicBezTo>
                    <a:pt x="219266" y="170906"/>
                    <a:pt x="211075" y="162731"/>
                    <a:pt x="200978" y="162731"/>
                  </a:cubicBezTo>
                  <a:close/>
                  <a:moveTo>
                    <a:pt x="246698" y="208392"/>
                  </a:moveTo>
                  <a:cubicBezTo>
                    <a:pt x="236601" y="208392"/>
                    <a:pt x="228410" y="216567"/>
                    <a:pt x="228410" y="226657"/>
                  </a:cubicBezTo>
                  <a:cubicBezTo>
                    <a:pt x="228410" y="236747"/>
                    <a:pt x="236601" y="244921"/>
                    <a:pt x="246698" y="244921"/>
                  </a:cubicBezTo>
                  <a:cubicBezTo>
                    <a:pt x="256794" y="244921"/>
                    <a:pt x="264986" y="236747"/>
                    <a:pt x="264986" y="226657"/>
                  </a:cubicBezTo>
                  <a:cubicBezTo>
                    <a:pt x="264986" y="216567"/>
                    <a:pt x="256794" y="208392"/>
                    <a:pt x="246698" y="208392"/>
                  </a:cubicBezTo>
                  <a:close/>
                  <a:moveTo>
                    <a:pt x="246698" y="299715"/>
                  </a:moveTo>
                  <a:cubicBezTo>
                    <a:pt x="236601" y="299715"/>
                    <a:pt x="228410" y="307890"/>
                    <a:pt x="228410" y="317979"/>
                  </a:cubicBezTo>
                  <a:cubicBezTo>
                    <a:pt x="228410" y="328069"/>
                    <a:pt x="236601" y="336244"/>
                    <a:pt x="246698" y="336244"/>
                  </a:cubicBezTo>
                  <a:cubicBezTo>
                    <a:pt x="256794" y="336244"/>
                    <a:pt x="264986" y="328069"/>
                    <a:pt x="264986" y="317979"/>
                  </a:cubicBezTo>
                  <a:cubicBezTo>
                    <a:pt x="264986" y="307890"/>
                    <a:pt x="256794" y="299715"/>
                    <a:pt x="246698" y="299715"/>
                  </a:cubicBezTo>
                  <a:close/>
                  <a:moveTo>
                    <a:pt x="338138" y="25748"/>
                  </a:moveTo>
                  <a:cubicBezTo>
                    <a:pt x="328041" y="25748"/>
                    <a:pt x="319849" y="33922"/>
                    <a:pt x="319849" y="44012"/>
                  </a:cubicBezTo>
                  <a:cubicBezTo>
                    <a:pt x="319849" y="54102"/>
                    <a:pt x="328041" y="62277"/>
                    <a:pt x="338138" y="62277"/>
                  </a:cubicBezTo>
                  <a:cubicBezTo>
                    <a:pt x="348235" y="62277"/>
                    <a:pt x="356426" y="54102"/>
                    <a:pt x="356426" y="44012"/>
                  </a:cubicBezTo>
                  <a:cubicBezTo>
                    <a:pt x="356299" y="33998"/>
                    <a:pt x="348171" y="25938"/>
                    <a:pt x="338138" y="25938"/>
                  </a:cubicBezTo>
                  <a:close/>
                  <a:moveTo>
                    <a:pt x="246698" y="117070"/>
                  </a:moveTo>
                  <a:cubicBezTo>
                    <a:pt x="236601" y="117070"/>
                    <a:pt x="228410" y="125245"/>
                    <a:pt x="228410" y="135335"/>
                  </a:cubicBezTo>
                  <a:cubicBezTo>
                    <a:pt x="228410" y="145424"/>
                    <a:pt x="236601" y="153599"/>
                    <a:pt x="246698" y="153599"/>
                  </a:cubicBezTo>
                  <a:cubicBezTo>
                    <a:pt x="256794" y="153599"/>
                    <a:pt x="264986" y="145424"/>
                    <a:pt x="264986" y="135335"/>
                  </a:cubicBezTo>
                  <a:cubicBezTo>
                    <a:pt x="264986" y="125245"/>
                    <a:pt x="256794" y="117070"/>
                    <a:pt x="246698" y="117070"/>
                  </a:cubicBezTo>
                  <a:close/>
                  <a:moveTo>
                    <a:pt x="1023938" y="345376"/>
                  </a:moveTo>
                  <a:cubicBezTo>
                    <a:pt x="1013841" y="345376"/>
                    <a:pt x="1005650" y="353551"/>
                    <a:pt x="1005650" y="363640"/>
                  </a:cubicBezTo>
                  <a:cubicBezTo>
                    <a:pt x="1005650" y="373730"/>
                    <a:pt x="1013841" y="381905"/>
                    <a:pt x="1023938" y="381905"/>
                  </a:cubicBezTo>
                  <a:cubicBezTo>
                    <a:pt x="1034035" y="381905"/>
                    <a:pt x="1042226" y="373730"/>
                    <a:pt x="1042226" y="363640"/>
                  </a:cubicBezTo>
                  <a:cubicBezTo>
                    <a:pt x="1042226" y="353551"/>
                    <a:pt x="1034035" y="345376"/>
                    <a:pt x="1023938" y="345376"/>
                  </a:cubicBezTo>
                  <a:close/>
                  <a:moveTo>
                    <a:pt x="978218" y="25748"/>
                  </a:moveTo>
                  <a:cubicBezTo>
                    <a:pt x="968122" y="25748"/>
                    <a:pt x="959930" y="33922"/>
                    <a:pt x="959930" y="44012"/>
                  </a:cubicBezTo>
                  <a:cubicBezTo>
                    <a:pt x="959930" y="54102"/>
                    <a:pt x="968122" y="62277"/>
                    <a:pt x="978218" y="62277"/>
                  </a:cubicBezTo>
                  <a:cubicBezTo>
                    <a:pt x="988314" y="62277"/>
                    <a:pt x="996506" y="54102"/>
                    <a:pt x="996506" y="44012"/>
                  </a:cubicBezTo>
                  <a:cubicBezTo>
                    <a:pt x="996379" y="33998"/>
                    <a:pt x="988251" y="25938"/>
                    <a:pt x="978218" y="25938"/>
                  </a:cubicBezTo>
                  <a:close/>
                  <a:moveTo>
                    <a:pt x="1023938" y="436698"/>
                  </a:moveTo>
                  <a:cubicBezTo>
                    <a:pt x="1013841" y="436698"/>
                    <a:pt x="1005650" y="444873"/>
                    <a:pt x="1005650" y="454963"/>
                  </a:cubicBezTo>
                  <a:cubicBezTo>
                    <a:pt x="1005650" y="465053"/>
                    <a:pt x="1013841" y="473227"/>
                    <a:pt x="1023938" y="473227"/>
                  </a:cubicBezTo>
                  <a:cubicBezTo>
                    <a:pt x="1034035" y="473227"/>
                    <a:pt x="1042226" y="465053"/>
                    <a:pt x="1042226" y="454963"/>
                  </a:cubicBezTo>
                  <a:cubicBezTo>
                    <a:pt x="1042226" y="444873"/>
                    <a:pt x="1034035" y="436698"/>
                    <a:pt x="1023938" y="436698"/>
                  </a:cubicBezTo>
                  <a:close/>
                  <a:moveTo>
                    <a:pt x="978218" y="117070"/>
                  </a:moveTo>
                  <a:cubicBezTo>
                    <a:pt x="968122" y="117070"/>
                    <a:pt x="959930" y="125245"/>
                    <a:pt x="959930" y="135335"/>
                  </a:cubicBezTo>
                  <a:cubicBezTo>
                    <a:pt x="959930" y="145424"/>
                    <a:pt x="968122" y="153599"/>
                    <a:pt x="978218" y="153599"/>
                  </a:cubicBezTo>
                  <a:cubicBezTo>
                    <a:pt x="988314" y="153599"/>
                    <a:pt x="996506" y="145424"/>
                    <a:pt x="996506" y="135335"/>
                  </a:cubicBezTo>
                  <a:cubicBezTo>
                    <a:pt x="996506" y="125245"/>
                    <a:pt x="988314" y="117070"/>
                    <a:pt x="978218" y="117070"/>
                  </a:cubicBezTo>
                  <a:close/>
                  <a:moveTo>
                    <a:pt x="1069658" y="391037"/>
                  </a:moveTo>
                  <a:cubicBezTo>
                    <a:pt x="1059562" y="391037"/>
                    <a:pt x="1051370" y="399212"/>
                    <a:pt x="1051370" y="409302"/>
                  </a:cubicBezTo>
                  <a:cubicBezTo>
                    <a:pt x="1051370" y="419391"/>
                    <a:pt x="1059562" y="427566"/>
                    <a:pt x="1069658" y="427566"/>
                  </a:cubicBezTo>
                  <a:cubicBezTo>
                    <a:pt x="1079754" y="427566"/>
                    <a:pt x="1087946" y="419391"/>
                    <a:pt x="1087946" y="409302"/>
                  </a:cubicBezTo>
                  <a:cubicBezTo>
                    <a:pt x="1087946" y="399212"/>
                    <a:pt x="1079754" y="391037"/>
                    <a:pt x="1069658" y="391037"/>
                  </a:cubicBezTo>
                  <a:close/>
                  <a:moveTo>
                    <a:pt x="1023938" y="254054"/>
                  </a:moveTo>
                  <a:cubicBezTo>
                    <a:pt x="1013841" y="254054"/>
                    <a:pt x="1005650" y="262228"/>
                    <a:pt x="1005650" y="272318"/>
                  </a:cubicBezTo>
                  <a:cubicBezTo>
                    <a:pt x="1005650" y="282408"/>
                    <a:pt x="1013841" y="290583"/>
                    <a:pt x="1023938" y="290583"/>
                  </a:cubicBezTo>
                  <a:cubicBezTo>
                    <a:pt x="1034035" y="290583"/>
                    <a:pt x="1042226" y="282408"/>
                    <a:pt x="1042226" y="272318"/>
                  </a:cubicBezTo>
                  <a:cubicBezTo>
                    <a:pt x="1042099" y="262304"/>
                    <a:pt x="1033971" y="254244"/>
                    <a:pt x="1023938" y="254244"/>
                  </a:cubicBezTo>
                  <a:close/>
                  <a:moveTo>
                    <a:pt x="1023938" y="71409"/>
                  </a:moveTo>
                  <a:cubicBezTo>
                    <a:pt x="1013841" y="71409"/>
                    <a:pt x="1005650" y="79584"/>
                    <a:pt x="1005650" y="89673"/>
                  </a:cubicBezTo>
                  <a:cubicBezTo>
                    <a:pt x="1005650" y="99763"/>
                    <a:pt x="1013841" y="107938"/>
                    <a:pt x="1023938" y="107938"/>
                  </a:cubicBezTo>
                  <a:cubicBezTo>
                    <a:pt x="1034035" y="107938"/>
                    <a:pt x="1042226" y="99763"/>
                    <a:pt x="1042226" y="89673"/>
                  </a:cubicBezTo>
                  <a:cubicBezTo>
                    <a:pt x="1042226" y="79584"/>
                    <a:pt x="1034035" y="71409"/>
                    <a:pt x="1023938" y="71409"/>
                  </a:cubicBezTo>
                  <a:close/>
                  <a:moveTo>
                    <a:pt x="978218" y="208392"/>
                  </a:moveTo>
                  <a:cubicBezTo>
                    <a:pt x="968122" y="208392"/>
                    <a:pt x="959930" y="216567"/>
                    <a:pt x="959930" y="226657"/>
                  </a:cubicBezTo>
                  <a:cubicBezTo>
                    <a:pt x="959930" y="236747"/>
                    <a:pt x="968122" y="244921"/>
                    <a:pt x="978218" y="244921"/>
                  </a:cubicBezTo>
                  <a:cubicBezTo>
                    <a:pt x="988314" y="244921"/>
                    <a:pt x="996506" y="236747"/>
                    <a:pt x="996506" y="226657"/>
                  </a:cubicBezTo>
                  <a:cubicBezTo>
                    <a:pt x="996506" y="216567"/>
                    <a:pt x="988314" y="208392"/>
                    <a:pt x="978218" y="208392"/>
                  </a:cubicBezTo>
                  <a:close/>
                  <a:moveTo>
                    <a:pt x="1023938" y="162731"/>
                  </a:moveTo>
                  <a:cubicBezTo>
                    <a:pt x="1013841" y="162731"/>
                    <a:pt x="1005650" y="170906"/>
                    <a:pt x="1005650" y="180996"/>
                  </a:cubicBezTo>
                  <a:cubicBezTo>
                    <a:pt x="1005650" y="191086"/>
                    <a:pt x="1013841" y="199260"/>
                    <a:pt x="1023938" y="199260"/>
                  </a:cubicBezTo>
                  <a:cubicBezTo>
                    <a:pt x="1034035" y="199260"/>
                    <a:pt x="1042226" y="191086"/>
                    <a:pt x="1042226" y="180996"/>
                  </a:cubicBezTo>
                  <a:cubicBezTo>
                    <a:pt x="1042226" y="170906"/>
                    <a:pt x="1034035" y="162731"/>
                    <a:pt x="1023938" y="162731"/>
                  </a:cubicBezTo>
                  <a:close/>
                  <a:moveTo>
                    <a:pt x="932498" y="528021"/>
                  </a:moveTo>
                  <a:cubicBezTo>
                    <a:pt x="922338" y="527983"/>
                    <a:pt x="914147" y="536164"/>
                    <a:pt x="914083" y="546285"/>
                  </a:cubicBezTo>
                  <a:cubicBezTo>
                    <a:pt x="914019" y="556407"/>
                    <a:pt x="922211" y="564638"/>
                    <a:pt x="932371" y="564676"/>
                  </a:cubicBezTo>
                  <a:cubicBezTo>
                    <a:pt x="942531" y="564714"/>
                    <a:pt x="950723" y="556533"/>
                    <a:pt x="950786" y="546412"/>
                  </a:cubicBezTo>
                  <a:cubicBezTo>
                    <a:pt x="950786" y="546367"/>
                    <a:pt x="950786" y="546330"/>
                    <a:pt x="950786" y="546285"/>
                  </a:cubicBezTo>
                  <a:cubicBezTo>
                    <a:pt x="950786" y="536195"/>
                    <a:pt x="942594" y="528021"/>
                    <a:pt x="932498" y="528021"/>
                  </a:cubicBezTo>
                  <a:close/>
                  <a:moveTo>
                    <a:pt x="932498" y="436698"/>
                  </a:moveTo>
                  <a:cubicBezTo>
                    <a:pt x="922401" y="436698"/>
                    <a:pt x="914210" y="444873"/>
                    <a:pt x="914210" y="454963"/>
                  </a:cubicBezTo>
                  <a:cubicBezTo>
                    <a:pt x="914210" y="465053"/>
                    <a:pt x="922401" y="473227"/>
                    <a:pt x="932498" y="473227"/>
                  </a:cubicBezTo>
                  <a:cubicBezTo>
                    <a:pt x="942594" y="473227"/>
                    <a:pt x="950786" y="465053"/>
                    <a:pt x="950786" y="454963"/>
                  </a:cubicBezTo>
                  <a:cubicBezTo>
                    <a:pt x="950786" y="444873"/>
                    <a:pt x="942594" y="436698"/>
                    <a:pt x="932498" y="436698"/>
                  </a:cubicBezTo>
                  <a:close/>
                  <a:moveTo>
                    <a:pt x="932498" y="345376"/>
                  </a:moveTo>
                  <a:cubicBezTo>
                    <a:pt x="922401" y="345376"/>
                    <a:pt x="914210" y="353551"/>
                    <a:pt x="914210" y="363640"/>
                  </a:cubicBezTo>
                  <a:cubicBezTo>
                    <a:pt x="914210" y="373730"/>
                    <a:pt x="922401" y="381905"/>
                    <a:pt x="932498" y="381905"/>
                  </a:cubicBezTo>
                  <a:cubicBezTo>
                    <a:pt x="942594" y="381905"/>
                    <a:pt x="950786" y="373730"/>
                    <a:pt x="950786" y="363640"/>
                  </a:cubicBezTo>
                  <a:cubicBezTo>
                    <a:pt x="950786" y="353551"/>
                    <a:pt x="942594" y="345376"/>
                    <a:pt x="932498" y="345376"/>
                  </a:cubicBezTo>
                  <a:close/>
                  <a:moveTo>
                    <a:pt x="1069658" y="299715"/>
                  </a:moveTo>
                  <a:cubicBezTo>
                    <a:pt x="1059562" y="299715"/>
                    <a:pt x="1051370" y="307890"/>
                    <a:pt x="1051370" y="317979"/>
                  </a:cubicBezTo>
                  <a:cubicBezTo>
                    <a:pt x="1051370" y="328069"/>
                    <a:pt x="1059562" y="336244"/>
                    <a:pt x="1069658" y="336244"/>
                  </a:cubicBezTo>
                  <a:cubicBezTo>
                    <a:pt x="1079754" y="336244"/>
                    <a:pt x="1087946" y="328069"/>
                    <a:pt x="1087946" y="317979"/>
                  </a:cubicBezTo>
                  <a:cubicBezTo>
                    <a:pt x="1087946" y="307890"/>
                    <a:pt x="1079754" y="299715"/>
                    <a:pt x="1069658" y="299715"/>
                  </a:cubicBezTo>
                  <a:close/>
                  <a:moveTo>
                    <a:pt x="886778" y="25748"/>
                  </a:moveTo>
                  <a:cubicBezTo>
                    <a:pt x="876681" y="25748"/>
                    <a:pt x="868490" y="33922"/>
                    <a:pt x="868490" y="44012"/>
                  </a:cubicBezTo>
                  <a:cubicBezTo>
                    <a:pt x="868490" y="54102"/>
                    <a:pt x="876681" y="62277"/>
                    <a:pt x="886778" y="62277"/>
                  </a:cubicBezTo>
                  <a:cubicBezTo>
                    <a:pt x="896875" y="62277"/>
                    <a:pt x="905066" y="54102"/>
                    <a:pt x="905066" y="44012"/>
                  </a:cubicBezTo>
                  <a:cubicBezTo>
                    <a:pt x="904939" y="33998"/>
                    <a:pt x="896811" y="25938"/>
                    <a:pt x="886778" y="25938"/>
                  </a:cubicBezTo>
                  <a:close/>
                  <a:moveTo>
                    <a:pt x="932498" y="162731"/>
                  </a:moveTo>
                  <a:cubicBezTo>
                    <a:pt x="922401" y="162731"/>
                    <a:pt x="914210" y="170906"/>
                    <a:pt x="914210" y="180996"/>
                  </a:cubicBezTo>
                  <a:cubicBezTo>
                    <a:pt x="914210" y="191086"/>
                    <a:pt x="922401" y="199260"/>
                    <a:pt x="932498" y="199260"/>
                  </a:cubicBezTo>
                  <a:cubicBezTo>
                    <a:pt x="942594" y="199260"/>
                    <a:pt x="950786" y="191086"/>
                    <a:pt x="950786" y="180996"/>
                  </a:cubicBezTo>
                  <a:cubicBezTo>
                    <a:pt x="950786" y="170906"/>
                    <a:pt x="942594" y="162731"/>
                    <a:pt x="932498" y="162731"/>
                  </a:cubicBezTo>
                  <a:close/>
                  <a:moveTo>
                    <a:pt x="978218" y="482359"/>
                  </a:moveTo>
                  <a:cubicBezTo>
                    <a:pt x="968122" y="482359"/>
                    <a:pt x="959930" y="490534"/>
                    <a:pt x="959930" y="500624"/>
                  </a:cubicBezTo>
                  <a:cubicBezTo>
                    <a:pt x="959930" y="510714"/>
                    <a:pt x="968122" y="518888"/>
                    <a:pt x="978218" y="518888"/>
                  </a:cubicBezTo>
                  <a:cubicBezTo>
                    <a:pt x="988314" y="518888"/>
                    <a:pt x="996506" y="510714"/>
                    <a:pt x="996506" y="500624"/>
                  </a:cubicBezTo>
                  <a:cubicBezTo>
                    <a:pt x="996379" y="490610"/>
                    <a:pt x="988251" y="482550"/>
                    <a:pt x="978218" y="482550"/>
                  </a:cubicBezTo>
                  <a:close/>
                  <a:moveTo>
                    <a:pt x="978218" y="299715"/>
                  </a:moveTo>
                  <a:cubicBezTo>
                    <a:pt x="968122" y="299715"/>
                    <a:pt x="959930" y="307890"/>
                    <a:pt x="959930" y="317979"/>
                  </a:cubicBezTo>
                  <a:cubicBezTo>
                    <a:pt x="959930" y="328069"/>
                    <a:pt x="968122" y="336244"/>
                    <a:pt x="978218" y="336244"/>
                  </a:cubicBezTo>
                  <a:cubicBezTo>
                    <a:pt x="988314" y="336244"/>
                    <a:pt x="996506" y="328069"/>
                    <a:pt x="996506" y="317979"/>
                  </a:cubicBezTo>
                  <a:cubicBezTo>
                    <a:pt x="996506" y="307890"/>
                    <a:pt x="988314" y="299715"/>
                    <a:pt x="978218" y="299715"/>
                  </a:cubicBezTo>
                  <a:close/>
                  <a:moveTo>
                    <a:pt x="978218" y="391037"/>
                  </a:moveTo>
                  <a:cubicBezTo>
                    <a:pt x="968122" y="391037"/>
                    <a:pt x="959930" y="399212"/>
                    <a:pt x="959930" y="409302"/>
                  </a:cubicBezTo>
                  <a:cubicBezTo>
                    <a:pt x="959930" y="419391"/>
                    <a:pt x="968122" y="427566"/>
                    <a:pt x="978218" y="427566"/>
                  </a:cubicBezTo>
                  <a:cubicBezTo>
                    <a:pt x="988314" y="427566"/>
                    <a:pt x="996506" y="419391"/>
                    <a:pt x="996506" y="409302"/>
                  </a:cubicBezTo>
                  <a:cubicBezTo>
                    <a:pt x="996506" y="399212"/>
                    <a:pt x="988314" y="391037"/>
                    <a:pt x="978218" y="391037"/>
                  </a:cubicBezTo>
                  <a:close/>
                  <a:moveTo>
                    <a:pt x="932498" y="71409"/>
                  </a:moveTo>
                  <a:cubicBezTo>
                    <a:pt x="922401" y="71409"/>
                    <a:pt x="914210" y="79584"/>
                    <a:pt x="914210" y="89673"/>
                  </a:cubicBezTo>
                  <a:cubicBezTo>
                    <a:pt x="914210" y="99763"/>
                    <a:pt x="922401" y="107938"/>
                    <a:pt x="932498" y="107938"/>
                  </a:cubicBezTo>
                  <a:cubicBezTo>
                    <a:pt x="942594" y="107938"/>
                    <a:pt x="950786" y="99763"/>
                    <a:pt x="950786" y="89673"/>
                  </a:cubicBezTo>
                  <a:cubicBezTo>
                    <a:pt x="950786" y="79584"/>
                    <a:pt x="942594" y="71409"/>
                    <a:pt x="932498" y="71409"/>
                  </a:cubicBezTo>
                  <a:close/>
                  <a:moveTo>
                    <a:pt x="932498" y="254054"/>
                  </a:moveTo>
                  <a:cubicBezTo>
                    <a:pt x="922401" y="254054"/>
                    <a:pt x="914210" y="262228"/>
                    <a:pt x="914210" y="272318"/>
                  </a:cubicBezTo>
                  <a:cubicBezTo>
                    <a:pt x="914210" y="282408"/>
                    <a:pt x="922401" y="290583"/>
                    <a:pt x="932498" y="290583"/>
                  </a:cubicBezTo>
                  <a:cubicBezTo>
                    <a:pt x="942594" y="290583"/>
                    <a:pt x="950786" y="282408"/>
                    <a:pt x="950786" y="272318"/>
                  </a:cubicBezTo>
                  <a:cubicBezTo>
                    <a:pt x="950659" y="262304"/>
                    <a:pt x="942531" y="254244"/>
                    <a:pt x="932498" y="254244"/>
                  </a:cubicBezTo>
                  <a:close/>
                  <a:moveTo>
                    <a:pt x="1206818" y="162731"/>
                  </a:moveTo>
                  <a:cubicBezTo>
                    <a:pt x="1196722" y="162731"/>
                    <a:pt x="1188530" y="170906"/>
                    <a:pt x="1188530" y="180996"/>
                  </a:cubicBezTo>
                  <a:cubicBezTo>
                    <a:pt x="1188530" y="191086"/>
                    <a:pt x="1196722" y="199260"/>
                    <a:pt x="1206818" y="199260"/>
                  </a:cubicBezTo>
                  <a:cubicBezTo>
                    <a:pt x="1216914" y="199260"/>
                    <a:pt x="1225106" y="191086"/>
                    <a:pt x="1225106" y="180996"/>
                  </a:cubicBezTo>
                  <a:cubicBezTo>
                    <a:pt x="1225106" y="170906"/>
                    <a:pt x="1216914" y="162731"/>
                    <a:pt x="1206818" y="162731"/>
                  </a:cubicBezTo>
                  <a:close/>
                  <a:moveTo>
                    <a:pt x="1206818" y="71409"/>
                  </a:moveTo>
                  <a:cubicBezTo>
                    <a:pt x="1196722" y="71409"/>
                    <a:pt x="1188530" y="79584"/>
                    <a:pt x="1188530" y="89673"/>
                  </a:cubicBezTo>
                  <a:cubicBezTo>
                    <a:pt x="1188530" y="99763"/>
                    <a:pt x="1196722" y="107938"/>
                    <a:pt x="1206818" y="107938"/>
                  </a:cubicBezTo>
                  <a:cubicBezTo>
                    <a:pt x="1216914" y="107938"/>
                    <a:pt x="1225106" y="99763"/>
                    <a:pt x="1225106" y="89673"/>
                  </a:cubicBezTo>
                  <a:cubicBezTo>
                    <a:pt x="1225106" y="79584"/>
                    <a:pt x="1216914" y="71409"/>
                    <a:pt x="1206818" y="71409"/>
                  </a:cubicBezTo>
                  <a:close/>
                  <a:moveTo>
                    <a:pt x="1188593" y="272318"/>
                  </a:moveTo>
                  <a:cubicBezTo>
                    <a:pt x="1188593" y="276599"/>
                    <a:pt x="1190117" y="280734"/>
                    <a:pt x="1192912" y="283987"/>
                  </a:cubicBezTo>
                  <a:cubicBezTo>
                    <a:pt x="1198309" y="274221"/>
                    <a:pt x="1203706" y="264327"/>
                    <a:pt x="1209104" y="254307"/>
                  </a:cubicBezTo>
                  <a:cubicBezTo>
                    <a:pt x="1208342" y="254244"/>
                    <a:pt x="1207643" y="254244"/>
                    <a:pt x="1206881" y="254307"/>
                  </a:cubicBezTo>
                  <a:cubicBezTo>
                    <a:pt x="1196849" y="254307"/>
                    <a:pt x="1188721" y="262330"/>
                    <a:pt x="1188593" y="272318"/>
                  </a:cubicBezTo>
                  <a:close/>
                  <a:moveTo>
                    <a:pt x="658241" y="436698"/>
                  </a:moveTo>
                  <a:cubicBezTo>
                    <a:pt x="648145" y="436698"/>
                    <a:pt x="639953" y="444873"/>
                    <a:pt x="639953" y="454963"/>
                  </a:cubicBezTo>
                  <a:cubicBezTo>
                    <a:pt x="639953" y="465053"/>
                    <a:pt x="648145" y="473227"/>
                    <a:pt x="658241" y="473227"/>
                  </a:cubicBezTo>
                  <a:cubicBezTo>
                    <a:pt x="668338" y="473227"/>
                    <a:pt x="676529" y="465053"/>
                    <a:pt x="676529" y="454963"/>
                  </a:cubicBezTo>
                  <a:cubicBezTo>
                    <a:pt x="676529" y="444873"/>
                    <a:pt x="668338" y="436698"/>
                    <a:pt x="658241" y="436698"/>
                  </a:cubicBezTo>
                  <a:cubicBezTo>
                    <a:pt x="658241" y="436698"/>
                    <a:pt x="658178" y="436698"/>
                    <a:pt x="658178" y="436698"/>
                  </a:cubicBezTo>
                  <a:close/>
                  <a:moveTo>
                    <a:pt x="1161162" y="25748"/>
                  </a:moveTo>
                  <a:cubicBezTo>
                    <a:pt x="1151065" y="25748"/>
                    <a:pt x="1142874" y="33922"/>
                    <a:pt x="1142874" y="44012"/>
                  </a:cubicBezTo>
                  <a:cubicBezTo>
                    <a:pt x="1142874" y="54102"/>
                    <a:pt x="1151065" y="62277"/>
                    <a:pt x="1161162" y="62277"/>
                  </a:cubicBezTo>
                  <a:cubicBezTo>
                    <a:pt x="1171258" y="62277"/>
                    <a:pt x="1179450" y="54102"/>
                    <a:pt x="1179450" y="44012"/>
                  </a:cubicBezTo>
                  <a:cubicBezTo>
                    <a:pt x="1179323" y="33973"/>
                    <a:pt x="1171131" y="25900"/>
                    <a:pt x="1161098" y="25938"/>
                  </a:cubicBezTo>
                  <a:close/>
                  <a:moveTo>
                    <a:pt x="1280034" y="89673"/>
                  </a:moveTo>
                  <a:cubicBezTo>
                    <a:pt x="1280034" y="93859"/>
                    <a:pt x="1281494" y="97911"/>
                    <a:pt x="1284161" y="101152"/>
                  </a:cubicBezTo>
                  <a:cubicBezTo>
                    <a:pt x="1288606" y="91322"/>
                    <a:pt x="1293051" y="81493"/>
                    <a:pt x="1297432" y="71536"/>
                  </a:cubicBezTo>
                  <a:cubicBezTo>
                    <a:pt x="1287717" y="71942"/>
                    <a:pt x="1279970" y="79939"/>
                    <a:pt x="1279970" y="89673"/>
                  </a:cubicBezTo>
                  <a:close/>
                  <a:moveTo>
                    <a:pt x="1069722" y="208392"/>
                  </a:moveTo>
                  <a:cubicBezTo>
                    <a:pt x="1059625" y="208392"/>
                    <a:pt x="1051434" y="216567"/>
                    <a:pt x="1051434" y="226657"/>
                  </a:cubicBezTo>
                  <a:cubicBezTo>
                    <a:pt x="1051434" y="236747"/>
                    <a:pt x="1059625" y="244921"/>
                    <a:pt x="1069722" y="244921"/>
                  </a:cubicBezTo>
                  <a:cubicBezTo>
                    <a:pt x="1079818" y="244921"/>
                    <a:pt x="1088010" y="236747"/>
                    <a:pt x="1088010" y="226657"/>
                  </a:cubicBezTo>
                  <a:cubicBezTo>
                    <a:pt x="1088010" y="216567"/>
                    <a:pt x="1079818" y="208392"/>
                    <a:pt x="1069722" y="208392"/>
                  </a:cubicBezTo>
                  <a:cubicBezTo>
                    <a:pt x="1069722" y="208392"/>
                    <a:pt x="1069658" y="208392"/>
                    <a:pt x="1069658" y="208392"/>
                  </a:cubicBezTo>
                  <a:close/>
                  <a:moveTo>
                    <a:pt x="1252601" y="25748"/>
                  </a:moveTo>
                  <a:cubicBezTo>
                    <a:pt x="1242505" y="25748"/>
                    <a:pt x="1234313" y="33922"/>
                    <a:pt x="1234313" y="44012"/>
                  </a:cubicBezTo>
                  <a:cubicBezTo>
                    <a:pt x="1234313" y="54102"/>
                    <a:pt x="1242505" y="62277"/>
                    <a:pt x="1252601" y="62277"/>
                  </a:cubicBezTo>
                  <a:cubicBezTo>
                    <a:pt x="1262698" y="62277"/>
                    <a:pt x="1270889" y="54102"/>
                    <a:pt x="1270889" y="44012"/>
                  </a:cubicBezTo>
                  <a:cubicBezTo>
                    <a:pt x="1270762" y="33973"/>
                    <a:pt x="1262571" y="25900"/>
                    <a:pt x="1252538" y="25938"/>
                  </a:cubicBezTo>
                  <a:close/>
                  <a:moveTo>
                    <a:pt x="1252601" y="117070"/>
                  </a:moveTo>
                  <a:cubicBezTo>
                    <a:pt x="1242505" y="117070"/>
                    <a:pt x="1234313" y="125245"/>
                    <a:pt x="1234313" y="135335"/>
                  </a:cubicBezTo>
                  <a:cubicBezTo>
                    <a:pt x="1234313" y="145424"/>
                    <a:pt x="1242505" y="153599"/>
                    <a:pt x="1252601" y="153599"/>
                  </a:cubicBezTo>
                  <a:cubicBezTo>
                    <a:pt x="1255396" y="153574"/>
                    <a:pt x="1258189" y="152901"/>
                    <a:pt x="1260729" y="151633"/>
                  </a:cubicBezTo>
                  <a:cubicBezTo>
                    <a:pt x="1263904" y="144847"/>
                    <a:pt x="1267079" y="138062"/>
                    <a:pt x="1270318" y="131149"/>
                  </a:cubicBezTo>
                  <a:cubicBezTo>
                    <a:pt x="1268413" y="122879"/>
                    <a:pt x="1261047" y="117032"/>
                    <a:pt x="1252538" y="117070"/>
                  </a:cubicBezTo>
                  <a:close/>
                  <a:moveTo>
                    <a:pt x="1280224" y="0"/>
                  </a:moveTo>
                  <a:cubicBezTo>
                    <a:pt x="1281050" y="9982"/>
                    <a:pt x="1289812" y="17396"/>
                    <a:pt x="1299846" y="16558"/>
                  </a:cubicBezTo>
                  <a:cubicBezTo>
                    <a:pt x="1308672" y="15816"/>
                    <a:pt x="1315657" y="8821"/>
                    <a:pt x="1316419" y="0"/>
                  </a:cubicBezTo>
                  <a:close/>
                  <a:moveTo>
                    <a:pt x="1115124" y="345376"/>
                  </a:moveTo>
                  <a:cubicBezTo>
                    <a:pt x="1105027" y="345376"/>
                    <a:pt x="1096836" y="353551"/>
                    <a:pt x="1096836" y="363640"/>
                  </a:cubicBezTo>
                  <a:cubicBezTo>
                    <a:pt x="1096836" y="373730"/>
                    <a:pt x="1105027" y="381905"/>
                    <a:pt x="1115124" y="381905"/>
                  </a:cubicBezTo>
                  <a:cubicBezTo>
                    <a:pt x="1125221" y="381905"/>
                    <a:pt x="1133412" y="373730"/>
                    <a:pt x="1133412" y="363640"/>
                  </a:cubicBezTo>
                  <a:cubicBezTo>
                    <a:pt x="1133412" y="353652"/>
                    <a:pt x="1125411" y="345515"/>
                    <a:pt x="1115378" y="345376"/>
                  </a:cubicBezTo>
                  <a:close/>
                  <a:moveTo>
                    <a:pt x="1115124" y="254054"/>
                  </a:moveTo>
                  <a:cubicBezTo>
                    <a:pt x="1105027" y="254054"/>
                    <a:pt x="1096836" y="262228"/>
                    <a:pt x="1096836" y="272318"/>
                  </a:cubicBezTo>
                  <a:cubicBezTo>
                    <a:pt x="1096836" y="282408"/>
                    <a:pt x="1105027" y="290583"/>
                    <a:pt x="1115124" y="290583"/>
                  </a:cubicBezTo>
                  <a:cubicBezTo>
                    <a:pt x="1125221" y="290583"/>
                    <a:pt x="1133412" y="282408"/>
                    <a:pt x="1133412" y="272318"/>
                  </a:cubicBezTo>
                  <a:cubicBezTo>
                    <a:pt x="1133285" y="262406"/>
                    <a:pt x="1125284" y="254383"/>
                    <a:pt x="1115378" y="254244"/>
                  </a:cubicBezTo>
                  <a:close/>
                  <a:moveTo>
                    <a:pt x="1069404" y="25748"/>
                  </a:moveTo>
                  <a:cubicBezTo>
                    <a:pt x="1059307" y="25748"/>
                    <a:pt x="1051116" y="33922"/>
                    <a:pt x="1051116" y="44012"/>
                  </a:cubicBezTo>
                  <a:cubicBezTo>
                    <a:pt x="1051116" y="54102"/>
                    <a:pt x="1059307" y="62277"/>
                    <a:pt x="1069404" y="62277"/>
                  </a:cubicBezTo>
                  <a:cubicBezTo>
                    <a:pt x="1079500" y="62277"/>
                    <a:pt x="1087692" y="54102"/>
                    <a:pt x="1087692" y="44012"/>
                  </a:cubicBezTo>
                  <a:cubicBezTo>
                    <a:pt x="1087565" y="34100"/>
                    <a:pt x="1079564" y="26078"/>
                    <a:pt x="1069658" y="25938"/>
                  </a:cubicBezTo>
                  <a:close/>
                  <a:moveTo>
                    <a:pt x="1069404" y="117070"/>
                  </a:moveTo>
                  <a:cubicBezTo>
                    <a:pt x="1059307" y="117070"/>
                    <a:pt x="1051116" y="125245"/>
                    <a:pt x="1051116" y="135335"/>
                  </a:cubicBezTo>
                  <a:cubicBezTo>
                    <a:pt x="1051116" y="145424"/>
                    <a:pt x="1059307" y="153599"/>
                    <a:pt x="1069404" y="153599"/>
                  </a:cubicBezTo>
                  <a:cubicBezTo>
                    <a:pt x="1079500" y="153599"/>
                    <a:pt x="1087692" y="145424"/>
                    <a:pt x="1087692" y="135335"/>
                  </a:cubicBezTo>
                  <a:cubicBezTo>
                    <a:pt x="1087692" y="125346"/>
                    <a:pt x="1079627" y="117210"/>
                    <a:pt x="1069658" y="117070"/>
                  </a:cubicBezTo>
                  <a:close/>
                  <a:moveTo>
                    <a:pt x="1160844" y="299715"/>
                  </a:moveTo>
                  <a:cubicBezTo>
                    <a:pt x="1150748" y="299715"/>
                    <a:pt x="1142556" y="307890"/>
                    <a:pt x="1142556" y="317979"/>
                  </a:cubicBezTo>
                  <a:cubicBezTo>
                    <a:pt x="1142556" y="328069"/>
                    <a:pt x="1150748" y="336244"/>
                    <a:pt x="1160844" y="336244"/>
                  </a:cubicBezTo>
                  <a:lnTo>
                    <a:pt x="1162495" y="336244"/>
                  </a:lnTo>
                  <a:cubicBezTo>
                    <a:pt x="1167512" y="327790"/>
                    <a:pt x="1172528" y="319330"/>
                    <a:pt x="1177544" y="310876"/>
                  </a:cubicBezTo>
                  <a:cubicBezTo>
                    <a:pt x="1174750" y="304255"/>
                    <a:pt x="1168274" y="299892"/>
                    <a:pt x="1161098" y="299715"/>
                  </a:cubicBezTo>
                  <a:close/>
                  <a:moveTo>
                    <a:pt x="1160844" y="208392"/>
                  </a:moveTo>
                  <a:cubicBezTo>
                    <a:pt x="1150748" y="208392"/>
                    <a:pt x="1142556" y="216567"/>
                    <a:pt x="1142556" y="226657"/>
                  </a:cubicBezTo>
                  <a:cubicBezTo>
                    <a:pt x="1142556" y="236747"/>
                    <a:pt x="1150748" y="244921"/>
                    <a:pt x="1160844" y="244921"/>
                  </a:cubicBezTo>
                  <a:cubicBezTo>
                    <a:pt x="1170940" y="244921"/>
                    <a:pt x="1179132" y="236747"/>
                    <a:pt x="1179132" y="226657"/>
                  </a:cubicBezTo>
                  <a:cubicBezTo>
                    <a:pt x="1179132" y="216669"/>
                    <a:pt x="1171067" y="208532"/>
                    <a:pt x="1161098" y="208392"/>
                  </a:cubicBezTo>
                  <a:close/>
                  <a:moveTo>
                    <a:pt x="1115124" y="162731"/>
                  </a:moveTo>
                  <a:cubicBezTo>
                    <a:pt x="1105027" y="162731"/>
                    <a:pt x="1096836" y="170906"/>
                    <a:pt x="1096836" y="180996"/>
                  </a:cubicBezTo>
                  <a:cubicBezTo>
                    <a:pt x="1096836" y="191086"/>
                    <a:pt x="1105027" y="199260"/>
                    <a:pt x="1115124" y="199260"/>
                  </a:cubicBezTo>
                  <a:cubicBezTo>
                    <a:pt x="1125221" y="199260"/>
                    <a:pt x="1133412" y="191086"/>
                    <a:pt x="1133412" y="180996"/>
                  </a:cubicBezTo>
                  <a:cubicBezTo>
                    <a:pt x="1133412" y="171007"/>
                    <a:pt x="1125411" y="162871"/>
                    <a:pt x="1115378" y="162731"/>
                  </a:cubicBezTo>
                  <a:close/>
                  <a:moveTo>
                    <a:pt x="1115124" y="71409"/>
                  </a:moveTo>
                  <a:cubicBezTo>
                    <a:pt x="1105027" y="71409"/>
                    <a:pt x="1096836" y="79584"/>
                    <a:pt x="1096836" y="89673"/>
                  </a:cubicBezTo>
                  <a:cubicBezTo>
                    <a:pt x="1096836" y="99763"/>
                    <a:pt x="1105027" y="107938"/>
                    <a:pt x="1115124" y="107938"/>
                  </a:cubicBezTo>
                  <a:cubicBezTo>
                    <a:pt x="1125221" y="107938"/>
                    <a:pt x="1133412" y="99763"/>
                    <a:pt x="1133412" y="89673"/>
                  </a:cubicBezTo>
                  <a:cubicBezTo>
                    <a:pt x="1133412" y="79685"/>
                    <a:pt x="1125411" y="71548"/>
                    <a:pt x="1115378" y="71409"/>
                  </a:cubicBezTo>
                  <a:close/>
                  <a:moveTo>
                    <a:pt x="1160844" y="117070"/>
                  </a:moveTo>
                  <a:cubicBezTo>
                    <a:pt x="1150748" y="117070"/>
                    <a:pt x="1142556" y="125245"/>
                    <a:pt x="1142556" y="135335"/>
                  </a:cubicBezTo>
                  <a:cubicBezTo>
                    <a:pt x="1142556" y="145424"/>
                    <a:pt x="1150748" y="153599"/>
                    <a:pt x="1160844" y="153599"/>
                  </a:cubicBezTo>
                  <a:cubicBezTo>
                    <a:pt x="1170940" y="153599"/>
                    <a:pt x="1179132" y="145424"/>
                    <a:pt x="1179132" y="135335"/>
                  </a:cubicBezTo>
                  <a:cubicBezTo>
                    <a:pt x="1179132" y="125346"/>
                    <a:pt x="1171067" y="117210"/>
                    <a:pt x="1161098" y="117070"/>
                  </a:cubicBezTo>
                  <a:close/>
                  <a:moveTo>
                    <a:pt x="749364" y="619343"/>
                  </a:moveTo>
                  <a:cubicBezTo>
                    <a:pt x="739267" y="619343"/>
                    <a:pt x="731076" y="627518"/>
                    <a:pt x="731076" y="637607"/>
                  </a:cubicBezTo>
                  <a:cubicBezTo>
                    <a:pt x="731076" y="640747"/>
                    <a:pt x="731965" y="643822"/>
                    <a:pt x="733489" y="646549"/>
                  </a:cubicBezTo>
                  <a:cubicBezTo>
                    <a:pt x="743776" y="647057"/>
                    <a:pt x="754190" y="647310"/>
                    <a:pt x="764794" y="647374"/>
                  </a:cubicBezTo>
                  <a:cubicBezTo>
                    <a:pt x="770192" y="638850"/>
                    <a:pt x="767652" y="627568"/>
                    <a:pt x="759143" y="622171"/>
                  </a:cubicBezTo>
                  <a:cubicBezTo>
                    <a:pt x="756222" y="620326"/>
                    <a:pt x="752793" y="619349"/>
                    <a:pt x="749364" y="619343"/>
                  </a:cubicBezTo>
                  <a:close/>
                  <a:moveTo>
                    <a:pt x="749364" y="436698"/>
                  </a:moveTo>
                  <a:cubicBezTo>
                    <a:pt x="739267" y="436698"/>
                    <a:pt x="731076" y="444873"/>
                    <a:pt x="731076" y="454963"/>
                  </a:cubicBezTo>
                  <a:cubicBezTo>
                    <a:pt x="731076" y="465053"/>
                    <a:pt x="739267" y="473227"/>
                    <a:pt x="749364" y="473227"/>
                  </a:cubicBezTo>
                  <a:cubicBezTo>
                    <a:pt x="759461" y="473227"/>
                    <a:pt x="767652" y="465053"/>
                    <a:pt x="767652" y="454963"/>
                  </a:cubicBezTo>
                  <a:cubicBezTo>
                    <a:pt x="767652" y="444974"/>
                    <a:pt x="759587" y="436838"/>
                    <a:pt x="749618" y="436698"/>
                  </a:cubicBezTo>
                  <a:close/>
                  <a:moveTo>
                    <a:pt x="749364" y="528021"/>
                  </a:moveTo>
                  <a:cubicBezTo>
                    <a:pt x="739204" y="527983"/>
                    <a:pt x="731012" y="536164"/>
                    <a:pt x="730949" y="546285"/>
                  </a:cubicBezTo>
                  <a:cubicBezTo>
                    <a:pt x="730886" y="556407"/>
                    <a:pt x="739077" y="564638"/>
                    <a:pt x="749237" y="564676"/>
                  </a:cubicBezTo>
                  <a:cubicBezTo>
                    <a:pt x="759397" y="564714"/>
                    <a:pt x="767588" y="556533"/>
                    <a:pt x="767652" y="546412"/>
                  </a:cubicBezTo>
                  <a:cubicBezTo>
                    <a:pt x="767652" y="546367"/>
                    <a:pt x="767652" y="546330"/>
                    <a:pt x="767652" y="546285"/>
                  </a:cubicBezTo>
                  <a:cubicBezTo>
                    <a:pt x="767652" y="536297"/>
                    <a:pt x="759587" y="528160"/>
                    <a:pt x="749618" y="528021"/>
                  </a:cubicBezTo>
                  <a:close/>
                  <a:moveTo>
                    <a:pt x="703644" y="25748"/>
                  </a:moveTo>
                  <a:cubicBezTo>
                    <a:pt x="693548" y="25748"/>
                    <a:pt x="685356" y="33922"/>
                    <a:pt x="685356" y="44012"/>
                  </a:cubicBezTo>
                  <a:cubicBezTo>
                    <a:pt x="685356" y="54102"/>
                    <a:pt x="693548" y="62277"/>
                    <a:pt x="703644" y="62277"/>
                  </a:cubicBezTo>
                  <a:cubicBezTo>
                    <a:pt x="713740" y="62277"/>
                    <a:pt x="721932" y="54102"/>
                    <a:pt x="721932" y="44012"/>
                  </a:cubicBezTo>
                  <a:cubicBezTo>
                    <a:pt x="721805" y="34100"/>
                    <a:pt x="713804" y="26078"/>
                    <a:pt x="703898" y="25938"/>
                  </a:cubicBezTo>
                  <a:close/>
                  <a:moveTo>
                    <a:pt x="749364" y="162731"/>
                  </a:moveTo>
                  <a:cubicBezTo>
                    <a:pt x="739267" y="162731"/>
                    <a:pt x="731076" y="170906"/>
                    <a:pt x="731076" y="180996"/>
                  </a:cubicBezTo>
                  <a:cubicBezTo>
                    <a:pt x="731076" y="191086"/>
                    <a:pt x="739267" y="199260"/>
                    <a:pt x="749364" y="199260"/>
                  </a:cubicBezTo>
                  <a:cubicBezTo>
                    <a:pt x="759461" y="199260"/>
                    <a:pt x="767652" y="191086"/>
                    <a:pt x="767652" y="180996"/>
                  </a:cubicBezTo>
                  <a:cubicBezTo>
                    <a:pt x="767652" y="171007"/>
                    <a:pt x="759587" y="162871"/>
                    <a:pt x="749618" y="162731"/>
                  </a:cubicBezTo>
                  <a:close/>
                  <a:moveTo>
                    <a:pt x="749364" y="345376"/>
                  </a:moveTo>
                  <a:cubicBezTo>
                    <a:pt x="739267" y="345376"/>
                    <a:pt x="731076" y="353551"/>
                    <a:pt x="731076" y="363640"/>
                  </a:cubicBezTo>
                  <a:cubicBezTo>
                    <a:pt x="731076" y="373730"/>
                    <a:pt x="739267" y="381905"/>
                    <a:pt x="749364" y="381905"/>
                  </a:cubicBezTo>
                  <a:cubicBezTo>
                    <a:pt x="759461" y="381905"/>
                    <a:pt x="767652" y="373730"/>
                    <a:pt x="767652" y="363640"/>
                  </a:cubicBezTo>
                  <a:cubicBezTo>
                    <a:pt x="767652" y="353652"/>
                    <a:pt x="759587" y="345515"/>
                    <a:pt x="749618" y="345376"/>
                  </a:cubicBezTo>
                  <a:close/>
                  <a:moveTo>
                    <a:pt x="749364" y="71409"/>
                  </a:moveTo>
                  <a:cubicBezTo>
                    <a:pt x="739267" y="71409"/>
                    <a:pt x="731076" y="79584"/>
                    <a:pt x="731076" y="89673"/>
                  </a:cubicBezTo>
                  <a:cubicBezTo>
                    <a:pt x="731076" y="99763"/>
                    <a:pt x="739267" y="107938"/>
                    <a:pt x="749364" y="107938"/>
                  </a:cubicBezTo>
                  <a:cubicBezTo>
                    <a:pt x="759461" y="107938"/>
                    <a:pt x="767652" y="99763"/>
                    <a:pt x="767652" y="89673"/>
                  </a:cubicBezTo>
                  <a:cubicBezTo>
                    <a:pt x="767652" y="79685"/>
                    <a:pt x="759587" y="71548"/>
                    <a:pt x="749618" y="71409"/>
                  </a:cubicBezTo>
                  <a:close/>
                  <a:moveTo>
                    <a:pt x="703644" y="117070"/>
                  </a:moveTo>
                  <a:cubicBezTo>
                    <a:pt x="693548" y="117070"/>
                    <a:pt x="685356" y="125245"/>
                    <a:pt x="685356" y="135335"/>
                  </a:cubicBezTo>
                  <a:cubicBezTo>
                    <a:pt x="685356" y="145424"/>
                    <a:pt x="693548" y="153599"/>
                    <a:pt x="703644" y="153599"/>
                  </a:cubicBezTo>
                  <a:cubicBezTo>
                    <a:pt x="713740" y="153599"/>
                    <a:pt x="721932" y="145424"/>
                    <a:pt x="721932" y="135335"/>
                  </a:cubicBezTo>
                  <a:cubicBezTo>
                    <a:pt x="721932" y="125346"/>
                    <a:pt x="713867" y="117210"/>
                    <a:pt x="703898" y="117070"/>
                  </a:cubicBezTo>
                  <a:close/>
                  <a:moveTo>
                    <a:pt x="749364" y="254054"/>
                  </a:moveTo>
                  <a:cubicBezTo>
                    <a:pt x="739267" y="254054"/>
                    <a:pt x="731076" y="262228"/>
                    <a:pt x="731076" y="272318"/>
                  </a:cubicBezTo>
                  <a:cubicBezTo>
                    <a:pt x="731076" y="282408"/>
                    <a:pt x="739267" y="290583"/>
                    <a:pt x="749364" y="290583"/>
                  </a:cubicBezTo>
                  <a:cubicBezTo>
                    <a:pt x="759461" y="290583"/>
                    <a:pt x="767652" y="282408"/>
                    <a:pt x="767652" y="272318"/>
                  </a:cubicBezTo>
                  <a:cubicBezTo>
                    <a:pt x="767525" y="262406"/>
                    <a:pt x="759524" y="254383"/>
                    <a:pt x="749618" y="254244"/>
                  </a:cubicBezTo>
                  <a:close/>
                  <a:moveTo>
                    <a:pt x="703644" y="482359"/>
                  </a:moveTo>
                  <a:cubicBezTo>
                    <a:pt x="693548" y="482359"/>
                    <a:pt x="685356" y="490534"/>
                    <a:pt x="685356" y="500624"/>
                  </a:cubicBezTo>
                  <a:cubicBezTo>
                    <a:pt x="685356" y="510714"/>
                    <a:pt x="693548" y="518888"/>
                    <a:pt x="703644" y="518888"/>
                  </a:cubicBezTo>
                  <a:cubicBezTo>
                    <a:pt x="713740" y="518888"/>
                    <a:pt x="721932" y="510714"/>
                    <a:pt x="721932" y="500624"/>
                  </a:cubicBezTo>
                  <a:cubicBezTo>
                    <a:pt x="721805" y="490712"/>
                    <a:pt x="713804" y="482689"/>
                    <a:pt x="703898" y="482550"/>
                  </a:cubicBezTo>
                  <a:close/>
                  <a:moveTo>
                    <a:pt x="657924" y="71409"/>
                  </a:moveTo>
                  <a:cubicBezTo>
                    <a:pt x="647827" y="71409"/>
                    <a:pt x="639636" y="79584"/>
                    <a:pt x="639636" y="89673"/>
                  </a:cubicBezTo>
                  <a:cubicBezTo>
                    <a:pt x="639636" y="99763"/>
                    <a:pt x="647827" y="107938"/>
                    <a:pt x="657924" y="107938"/>
                  </a:cubicBezTo>
                  <a:cubicBezTo>
                    <a:pt x="668020" y="107938"/>
                    <a:pt x="676212" y="99763"/>
                    <a:pt x="676212" y="89673"/>
                  </a:cubicBezTo>
                  <a:cubicBezTo>
                    <a:pt x="676212" y="79685"/>
                    <a:pt x="668211" y="71548"/>
                    <a:pt x="658178" y="71409"/>
                  </a:cubicBezTo>
                  <a:close/>
                  <a:moveTo>
                    <a:pt x="886524" y="117070"/>
                  </a:moveTo>
                  <a:cubicBezTo>
                    <a:pt x="876427" y="117070"/>
                    <a:pt x="868236" y="125245"/>
                    <a:pt x="868236" y="135335"/>
                  </a:cubicBezTo>
                  <a:cubicBezTo>
                    <a:pt x="868236" y="145424"/>
                    <a:pt x="876427" y="153599"/>
                    <a:pt x="886524" y="153599"/>
                  </a:cubicBezTo>
                  <a:cubicBezTo>
                    <a:pt x="896620" y="153599"/>
                    <a:pt x="904812" y="145424"/>
                    <a:pt x="904812" y="135335"/>
                  </a:cubicBezTo>
                  <a:cubicBezTo>
                    <a:pt x="904812" y="125346"/>
                    <a:pt x="896811" y="117210"/>
                    <a:pt x="886778" y="117070"/>
                  </a:cubicBezTo>
                  <a:close/>
                  <a:moveTo>
                    <a:pt x="657924" y="162731"/>
                  </a:moveTo>
                  <a:cubicBezTo>
                    <a:pt x="647827" y="162731"/>
                    <a:pt x="639636" y="170906"/>
                    <a:pt x="639636" y="180996"/>
                  </a:cubicBezTo>
                  <a:cubicBezTo>
                    <a:pt x="639636" y="191086"/>
                    <a:pt x="647827" y="199260"/>
                    <a:pt x="657924" y="199260"/>
                  </a:cubicBezTo>
                  <a:cubicBezTo>
                    <a:pt x="668020" y="199260"/>
                    <a:pt x="676212" y="191086"/>
                    <a:pt x="676212" y="180996"/>
                  </a:cubicBezTo>
                  <a:cubicBezTo>
                    <a:pt x="676212" y="171007"/>
                    <a:pt x="668211" y="162871"/>
                    <a:pt x="658178" y="162731"/>
                  </a:cubicBezTo>
                  <a:close/>
                  <a:moveTo>
                    <a:pt x="657924" y="345376"/>
                  </a:moveTo>
                  <a:cubicBezTo>
                    <a:pt x="647827" y="345376"/>
                    <a:pt x="639636" y="353551"/>
                    <a:pt x="639636" y="363640"/>
                  </a:cubicBezTo>
                  <a:cubicBezTo>
                    <a:pt x="639636" y="373730"/>
                    <a:pt x="647827" y="381905"/>
                    <a:pt x="657924" y="381905"/>
                  </a:cubicBezTo>
                  <a:cubicBezTo>
                    <a:pt x="668020" y="381905"/>
                    <a:pt x="676212" y="373730"/>
                    <a:pt x="676212" y="363640"/>
                  </a:cubicBezTo>
                  <a:cubicBezTo>
                    <a:pt x="676212" y="353652"/>
                    <a:pt x="668211" y="345515"/>
                    <a:pt x="658178" y="345376"/>
                  </a:cubicBezTo>
                  <a:close/>
                  <a:moveTo>
                    <a:pt x="703644" y="391037"/>
                  </a:moveTo>
                  <a:cubicBezTo>
                    <a:pt x="693548" y="391037"/>
                    <a:pt x="685356" y="399212"/>
                    <a:pt x="685356" y="409302"/>
                  </a:cubicBezTo>
                  <a:cubicBezTo>
                    <a:pt x="685356" y="419391"/>
                    <a:pt x="693548" y="427566"/>
                    <a:pt x="703644" y="427566"/>
                  </a:cubicBezTo>
                  <a:cubicBezTo>
                    <a:pt x="713740" y="427566"/>
                    <a:pt x="721932" y="419391"/>
                    <a:pt x="721932" y="409302"/>
                  </a:cubicBezTo>
                  <a:cubicBezTo>
                    <a:pt x="721932" y="399313"/>
                    <a:pt x="713867" y="391177"/>
                    <a:pt x="703898" y="391037"/>
                  </a:cubicBezTo>
                  <a:close/>
                  <a:moveTo>
                    <a:pt x="703644" y="573682"/>
                  </a:moveTo>
                  <a:cubicBezTo>
                    <a:pt x="693548" y="573682"/>
                    <a:pt x="685356" y="581856"/>
                    <a:pt x="685356" y="591946"/>
                  </a:cubicBezTo>
                  <a:cubicBezTo>
                    <a:pt x="685356" y="602036"/>
                    <a:pt x="693548" y="610211"/>
                    <a:pt x="703644" y="610211"/>
                  </a:cubicBezTo>
                  <a:cubicBezTo>
                    <a:pt x="713740" y="610211"/>
                    <a:pt x="721932" y="602036"/>
                    <a:pt x="721932" y="591946"/>
                  </a:cubicBezTo>
                  <a:cubicBezTo>
                    <a:pt x="721932" y="581958"/>
                    <a:pt x="713867" y="573821"/>
                    <a:pt x="703898" y="573682"/>
                  </a:cubicBezTo>
                  <a:close/>
                  <a:moveTo>
                    <a:pt x="703644" y="208392"/>
                  </a:moveTo>
                  <a:cubicBezTo>
                    <a:pt x="693548" y="208392"/>
                    <a:pt x="685356" y="216567"/>
                    <a:pt x="685356" y="226657"/>
                  </a:cubicBezTo>
                  <a:cubicBezTo>
                    <a:pt x="685356" y="236747"/>
                    <a:pt x="693548" y="244921"/>
                    <a:pt x="703644" y="244921"/>
                  </a:cubicBezTo>
                  <a:cubicBezTo>
                    <a:pt x="713740" y="244921"/>
                    <a:pt x="721932" y="236747"/>
                    <a:pt x="721932" y="226657"/>
                  </a:cubicBezTo>
                  <a:cubicBezTo>
                    <a:pt x="721932" y="216669"/>
                    <a:pt x="713867" y="208532"/>
                    <a:pt x="703898" y="208392"/>
                  </a:cubicBezTo>
                  <a:close/>
                  <a:moveTo>
                    <a:pt x="703644" y="299715"/>
                  </a:moveTo>
                  <a:cubicBezTo>
                    <a:pt x="693548" y="299715"/>
                    <a:pt x="685356" y="307890"/>
                    <a:pt x="685356" y="317979"/>
                  </a:cubicBezTo>
                  <a:cubicBezTo>
                    <a:pt x="685356" y="328069"/>
                    <a:pt x="693548" y="336244"/>
                    <a:pt x="703644" y="336244"/>
                  </a:cubicBezTo>
                  <a:cubicBezTo>
                    <a:pt x="713740" y="336244"/>
                    <a:pt x="721932" y="328069"/>
                    <a:pt x="721932" y="317979"/>
                  </a:cubicBezTo>
                  <a:cubicBezTo>
                    <a:pt x="721932" y="307991"/>
                    <a:pt x="713867" y="299854"/>
                    <a:pt x="703898" y="299715"/>
                  </a:cubicBezTo>
                  <a:close/>
                  <a:moveTo>
                    <a:pt x="795084" y="573682"/>
                  </a:moveTo>
                  <a:cubicBezTo>
                    <a:pt x="784987" y="573682"/>
                    <a:pt x="776796" y="581856"/>
                    <a:pt x="776796" y="591946"/>
                  </a:cubicBezTo>
                  <a:cubicBezTo>
                    <a:pt x="776796" y="602036"/>
                    <a:pt x="784987" y="610211"/>
                    <a:pt x="795084" y="610211"/>
                  </a:cubicBezTo>
                  <a:cubicBezTo>
                    <a:pt x="805180" y="610211"/>
                    <a:pt x="813372" y="602036"/>
                    <a:pt x="813372" y="591946"/>
                  </a:cubicBezTo>
                  <a:cubicBezTo>
                    <a:pt x="813372" y="581958"/>
                    <a:pt x="805371" y="573821"/>
                    <a:pt x="795338" y="573682"/>
                  </a:cubicBezTo>
                  <a:close/>
                  <a:moveTo>
                    <a:pt x="657924" y="254054"/>
                  </a:moveTo>
                  <a:cubicBezTo>
                    <a:pt x="647827" y="254054"/>
                    <a:pt x="639636" y="262228"/>
                    <a:pt x="639636" y="272318"/>
                  </a:cubicBezTo>
                  <a:cubicBezTo>
                    <a:pt x="639636" y="282408"/>
                    <a:pt x="647827" y="290583"/>
                    <a:pt x="657924" y="290583"/>
                  </a:cubicBezTo>
                  <a:cubicBezTo>
                    <a:pt x="668020" y="290583"/>
                    <a:pt x="676212" y="282408"/>
                    <a:pt x="676212" y="272318"/>
                  </a:cubicBezTo>
                  <a:cubicBezTo>
                    <a:pt x="676085" y="262406"/>
                    <a:pt x="668084" y="254383"/>
                    <a:pt x="658178" y="254244"/>
                  </a:cubicBezTo>
                  <a:close/>
                  <a:moveTo>
                    <a:pt x="840804" y="162731"/>
                  </a:moveTo>
                  <a:cubicBezTo>
                    <a:pt x="830707" y="162731"/>
                    <a:pt x="822516" y="170906"/>
                    <a:pt x="822516" y="180996"/>
                  </a:cubicBezTo>
                  <a:cubicBezTo>
                    <a:pt x="822516" y="191086"/>
                    <a:pt x="830707" y="199260"/>
                    <a:pt x="840804" y="199260"/>
                  </a:cubicBezTo>
                  <a:cubicBezTo>
                    <a:pt x="850900" y="199260"/>
                    <a:pt x="859092" y="191086"/>
                    <a:pt x="859092" y="180996"/>
                  </a:cubicBezTo>
                  <a:cubicBezTo>
                    <a:pt x="859092" y="171007"/>
                    <a:pt x="851027" y="162871"/>
                    <a:pt x="841058" y="162731"/>
                  </a:cubicBezTo>
                  <a:close/>
                  <a:moveTo>
                    <a:pt x="840804" y="71409"/>
                  </a:moveTo>
                  <a:cubicBezTo>
                    <a:pt x="830707" y="71409"/>
                    <a:pt x="822516" y="79584"/>
                    <a:pt x="822516" y="89673"/>
                  </a:cubicBezTo>
                  <a:cubicBezTo>
                    <a:pt x="822516" y="99763"/>
                    <a:pt x="830707" y="107938"/>
                    <a:pt x="840804" y="107938"/>
                  </a:cubicBezTo>
                  <a:cubicBezTo>
                    <a:pt x="850900" y="107938"/>
                    <a:pt x="859092" y="99763"/>
                    <a:pt x="859092" y="89673"/>
                  </a:cubicBezTo>
                  <a:cubicBezTo>
                    <a:pt x="859092" y="79685"/>
                    <a:pt x="851027" y="71548"/>
                    <a:pt x="841058" y="71409"/>
                  </a:cubicBezTo>
                  <a:close/>
                  <a:moveTo>
                    <a:pt x="840804" y="345376"/>
                  </a:moveTo>
                  <a:cubicBezTo>
                    <a:pt x="830707" y="345376"/>
                    <a:pt x="822516" y="353551"/>
                    <a:pt x="822516" y="363640"/>
                  </a:cubicBezTo>
                  <a:cubicBezTo>
                    <a:pt x="822516" y="373730"/>
                    <a:pt x="830707" y="381905"/>
                    <a:pt x="840804" y="381905"/>
                  </a:cubicBezTo>
                  <a:cubicBezTo>
                    <a:pt x="850900" y="381905"/>
                    <a:pt x="859092" y="373730"/>
                    <a:pt x="859092" y="363640"/>
                  </a:cubicBezTo>
                  <a:cubicBezTo>
                    <a:pt x="859092" y="353652"/>
                    <a:pt x="851027" y="345515"/>
                    <a:pt x="841058" y="345376"/>
                  </a:cubicBezTo>
                  <a:close/>
                  <a:moveTo>
                    <a:pt x="886524" y="573682"/>
                  </a:moveTo>
                  <a:cubicBezTo>
                    <a:pt x="876427" y="573682"/>
                    <a:pt x="868236" y="581856"/>
                    <a:pt x="868236" y="591946"/>
                  </a:cubicBezTo>
                  <a:cubicBezTo>
                    <a:pt x="868236" y="602036"/>
                    <a:pt x="876427" y="610211"/>
                    <a:pt x="886524" y="610211"/>
                  </a:cubicBezTo>
                  <a:cubicBezTo>
                    <a:pt x="896620" y="610211"/>
                    <a:pt x="904812" y="602036"/>
                    <a:pt x="904812" y="591946"/>
                  </a:cubicBezTo>
                  <a:cubicBezTo>
                    <a:pt x="904812" y="581958"/>
                    <a:pt x="896811" y="573821"/>
                    <a:pt x="886778" y="573682"/>
                  </a:cubicBezTo>
                  <a:close/>
                  <a:moveTo>
                    <a:pt x="840804" y="254054"/>
                  </a:moveTo>
                  <a:cubicBezTo>
                    <a:pt x="830707" y="254054"/>
                    <a:pt x="822516" y="262228"/>
                    <a:pt x="822516" y="272318"/>
                  </a:cubicBezTo>
                  <a:cubicBezTo>
                    <a:pt x="822516" y="282408"/>
                    <a:pt x="830707" y="290583"/>
                    <a:pt x="840804" y="290583"/>
                  </a:cubicBezTo>
                  <a:cubicBezTo>
                    <a:pt x="850900" y="290583"/>
                    <a:pt x="859092" y="282408"/>
                    <a:pt x="859092" y="272318"/>
                  </a:cubicBezTo>
                  <a:cubicBezTo>
                    <a:pt x="858965" y="262406"/>
                    <a:pt x="850964" y="254383"/>
                    <a:pt x="841058" y="254244"/>
                  </a:cubicBezTo>
                  <a:close/>
                  <a:moveTo>
                    <a:pt x="886524" y="208392"/>
                  </a:moveTo>
                  <a:cubicBezTo>
                    <a:pt x="876427" y="208392"/>
                    <a:pt x="868236" y="216567"/>
                    <a:pt x="868236" y="226657"/>
                  </a:cubicBezTo>
                  <a:cubicBezTo>
                    <a:pt x="868236" y="236747"/>
                    <a:pt x="876427" y="244921"/>
                    <a:pt x="886524" y="244921"/>
                  </a:cubicBezTo>
                  <a:cubicBezTo>
                    <a:pt x="896620" y="244921"/>
                    <a:pt x="904812" y="236747"/>
                    <a:pt x="904812" y="226657"/>
                  </a:cubicBezTo>
                  <a:cubicBezTo>
                    <a:pt x="904812" y="216669"/>
                    <a:pt x="896811" y="208532"/>
                    <a:pt x="886778" y="208392"/>
                  </a:cubicBezTo>
                  <a:close/>
                  <a:moveTo>
                    <a:pt x="886524" y="299715"/>
                  </a:moveTo>
                  <a:cubicBezTo>
                    <a:pt x="876427" y="299715"/>
                    <a:pt x="868236" y="307890"/>
                    <a:pt x="868236" y="317979"/>
                  </a:cubicBezTo>
                  <a:cubicBezTo>
                    <a:pt x="868236" y="328069"/>
                    <a:pt x="876427" y="336244"/>
                    <a:pt x="886524" y="336244"/>
                  </a:cubicBezTo>
                  <a:cubicBezTo>
                    <a:pt x="896620" y="336244"/>
                    <a:pt x="904812" y="328069"/>
                    <a:pt x="904812" y="317979"/>
                  </a:cubicBezTo>
                  <a:cubicBezTo>
                    <a:pt x="904812" y="307991"/>
                    <a:pt x="896811" y="299854"/>
                    <a:pt x="886778" y="299715"/>
                  </a:cubicBezTo>
                  <a:close/>
                  <a:moveTo>
                    <a:pt x="886524" y="391037"/>
                  </a:moveTo>
                  <a:cubicBezTo>
                    <a:pt x="876427" y="391037"/>
                    <a:pt x="868236" y="399212"/>
                    <a:pt x="868236" y="409302"/>
                  </a:cubicBezTo>
                  <a:cubicBezTo>
                    <a:pt x="868236" y="419391"/>
                    <a:pt x="876427" y="427566"/>
                    <a:pt x="886524" y="427566"/>
                  </a:cubicBezTo>
                  <a:cubicBezTo>
                    <a:pt x="896620" y="427566"/>
                    <a:pt x="904812" y="419391"/>
                    <a:pt x="904812" y="409302"/>
                  </a:cubicBezTo>
                  <a:cubicBezTo>
                    <a:pt x="904812" y="399313"/>
                    <a:pt x="896811" y="391177"/>
                    <a:pt x="886778" y="391037"/>
                  </a:cubicBezTo>
                  <a:close/>
                  <a:moveTo>
                    <a:pt x="886524" y="482359"/>
                  </a:moveTo>
                  <a:cubicBezTo>
                    <a:pt x="876427" y="482359"/>
                    <a:pt x="868236" y="490534"/>
                    <a:pt x="868236" y="500624"/>
                  </a:cubicBezTo>
                  <a:cubicBezTo>
                    <a:pt x="868236" y="510714"/>
                    <a:pt x="876427" y="518888"/>
                    <a:pt x="886524" y="518888"/>
                  </a:cubicBezTo>
                  <a:cubicBezTo>
                    <a:pt x="896620" y="518888"/>
                    <a:pt x="904812" y="510714"/>
                    <a:pt x="904812" y="500624"/>
                  </a:cubicBezTo>
                  <a:cubicBezTo>
                    <a:pt x="904685" y="490712"/>
                    <a:pt x="896684" y="482689"/>
                    <a:pt x="886778" y="482550"/>
                  </a:cubicBezTo>
                  <a:close/>
                  <a:moveTo>
                    <a:pt x="795084" y="391037"/>
                  </a:moveTo>
                  <a:cubicBezTo>
                    <a:pt x="784987" y="391037"/>
                    <a:pt x="776796" y="399212"/>
                    <a:pt x="776796" y="409302"/>
                  </a:cubicBezTo>
                  <a:cubicBezTo>
                    <a:pt x="776796" y="419391"/>
                    <a:pt x="784987" y="427566"/>
                    <a:pt x="795084" y="427566"/>
                  </a:cubicBezTo>
                  <a:cubicBezTo>
                    <a:pt x="805180" y="427566"/>
                    <a:pt x="813372" y="419391"/>
                    <a:pt x="813372" y="409302"/>
                  </a:cubicBezTo>
                  <a:cubicBezTo>
                    <a:pt x="813372" y="399313"/>
                    <a:pt x="805371" y="391177"/>
                    <a:pt x="795338" y="391037"/>
                  </a:cubicBezTo>
                  <a:close/>
                  <a:moveTo>
                    <a:pt x="795084" y="299715"/>
                  </a:moveTo>
                  <a:cubicBezTo>
                    <a:pt x="784987" y="299715"/>
                    <a:pt x="776796" y="307890"/>
                    <a:pt x="776796" y="317979"/>
                  </a:cubicBezTo>
                  <a:cubicBezTo>
                    <a:pt x="776796" y="328069"/>
                    <a:pt x="784987" y="336244"/>
                    <a:pt x="795084" y="336244"/>
                  </a:cubicBezTo>
                  <a:cubicBezTo>
                    <a:pt x="805180" y="336244"/>
                    <a:pt x="813372" y="328069"/>
                    <a:pt x="813372" y="317979"/>
                  </a:cubicBezTo>
                  <a:cubicBezTo>
                    <a:pt x="813372" y="307991"/>
                    <a:pt x="805371" y="299854"/>
                    <a:pt x="795338" y="299715"/>
                  </a:cubicBezTo>
                  <a:close/>
                  <a:moveTo>
                    <a:pt x="840804" y="436698"/>
                  </a:moveTo>
                  <a:cubicBezTo>
                    <a:pt x="830707" y="436698"/>
                    <a:pt x="822516" y="444873"/>
                    <a:pt x="822516" y="454963"/>
                  </a:cubicBezTo>
                  <a:cubicBezTo>
                    <a:pt x="822516" y="465053"/>
                    <a:pt x="830707" y="473227"/>
                    <a:pt x="840804" y="473227"/>
                  </a:cubicBezTo>
                  <a:cubicBezTo>
                    <a:pt x="850900" y="473227"/>
                    <a:pt x="859092" y="465053"/>
                    <a:pt x="859092" y="454963"/>
                  </a:cubicBezTo>
                  <a:cubicBezTo>
                    <a:pt x="859092" y="444974"/>
                    <a:pt x="851027" y="436838"/>
                    <a:pt x="841058" y="436698"/>
                  </a:cubicBezTo>
                  <a:close/>
                  <a:moveTo>
                    <a:pt x="795084" y="208392"/>
                  </a:moveTo>
                  <a:cubicBezTo>
                    <a:pt x="784987" y="208392"/>
                    <a:pt x="776796" y="216567"/>
                    <a:pt x="776796" y="226657"/>
                  </a:cubicBezTo>
                  <a:cubicBezTo>
                    <a:pt x="776796" y="236747"/>
                    <a:pt x="784987" y="244921"/>
                    <a:pt x="795084" y="244921"/>
                  </a:cubicBezTo>
                  <a:cubicBezTo>
                    <a:pt x="805180" y="244921"/>
                    <a:pt x="813372" y="236747"/>
                    <a:pt x="813372" y="226657"/>
                  </a:cubicBezTo>
                  <a:cubicBezTo>
                    <a:pt x="813372" y="216669"/>
                    <a:pt x="805371" y="208532"/>
                    <a:pt x="795338" y="208392"/>
                  </a:cubicBezTo>
                  <a:close/>
                  <a:moveTo>
                    <a:pt x="795084" y="482359"/>
                  </a:moveTo>
                  <a:cubicBezTo>
                    <a:pt x="784987" y="482359"/>
                    <a:pt x="776796" y="490534"/>
                    <a:pt x="776796" y="500624"/>
                  </a:cubicBezTo>
                  <a:cubicBezTo>
                    <a:pt x="776796" y="510714"/>
                    <a:pt x="784987" y="518888"/>
                    <a:pt x="795084" y="518888"/>
                  </a:cubicBezTo>
                  <a:cubicBezTo>
                    <a:pt x="805180" y="518888"/>
                    <a:pt x="813372" y="510714"/>
                    <a:pt x="813372" y="500624"/>
                  </a:cubicBezTo>
                  <a:cubicBezTo>
                    <a:pt x="813245" y="490712"/>
                    <a:pt x="805244" y="482689"/>
                    <a:pt x="795338" y="482550"/>
                  </a:cubicBezTo>
                  <a:close/>
                  <a:moveTo>
                    <a:pt x="795084" y="117070"/>
                  </a:moveTo>
                  <a:cubicBezTo>
                    <a:pt x="784987" y="117070"/>
                    <a:pt x="776796" y="125245"/>
                    <a:pt x="776796" y="135335"/>
                  </a:cubicBezTo>
                  <a:cubicBezTo>
                    <a:pt x="776796" y="145424"/>
                    <a:pt x="784987" y="153599"/>
                    <a:pt x="795084" y="153599"/>
                  </a:cubicBezTo>
                  <a:cubicBezTo>
                    <a:pt x="805180" y="153599"/>
                    <a:pt x="813372" y="145424"/>
                    <a:pt x="813372" y="135335"/>
                  </a:cubicBezTo>
                  <a:cubicBezTo>
                    <a:pt x="813372" y="125346"/>
                    <a:pt x="805371" y="117210"/>
                    <a:pt x="795338" y="117070"/>
                  </a:cubicBezTo>
                  <a:close/>
                  <a:moveTo>
                    <a:pt x="840804" y="528021"/>
                  </a:moveTo>
                  <a:cubicBezTo>
                    <a:pt x="830644" y="527983"/>
                    <a:pt x="822452" y="536164"/>
                    <a:pt x="822389" y="546285"/>
                  </a:cubicBezTo>
                  <a:cubicBezTo>
                    <a:pt x="822325" y="556407"/>
                    <a:pt x="830517" y="564638"/>
                    <a:pt x="840677" y="564676"/>
                  </a:cubicBezTo>
                  <a:cubicBezTo>
                    <a:pt x="850837" y="564714"/>
                    <a:pt x="859028" y="556533"/>
                    <a:pt x="859092" y="546412"/>
                  </a:cubicBezTo>
                  <a:cubicBezTo>
                    <a:pt x="859092" y="546367"/>
                    <a:pt x="859092" y="546330"/>
                    <a:pt x="859092" y="546285"/>
                  </a:cubicBezTo>
                  <a:cubicBezTo>
                    <a:pt x="859092" y="536297"/>
                    <a:pt x="851027" y="528160"/>
                    <a:pt x="841058" y="528021"/>
                  </a:cubicBezTo>
                  <a:close/>
                  <a:moveTo>
                    <a:pt x="840804" y="619343"/>
                  </a:moveTo>
                  <a:cubicBezTo>
                    <a:pt x="830707" y="619343"/>
                    <a:pt x="822516" y="627518"/>
                    <a:pt x="822516" y="637607"/>
                  </a:cubicBezTo>
                  <a:cubicBezTo>
                    <a:pt x="822516" y="639148"/>
                    <a:pt x="822770" y="640683"/>
                    <a:pt x="823151" y="642174"/>
                  </a:cubicBezTo>
                  <a:cubicBezTo>
                    <a:pt x="835089" y="639814"/>
                    <a:pt x="846837" y="636701"/>
                    <a:pt x="858393" y="632851"/>
                  </a:cubicBezTo>
                  <a:cubicBezTo>
                    <a:pt x="856298" y="624994"/>
                    <a:pt x="849186" y="619489"/>
                    <a:pt x="841058" y="619343"/>
                  </a:cubicBezTo>
                  <a:close/>
                  <a:moveTo>
                    <a:pt x="795084" y="25748"/>
                  </a:moveTo>
                  <a:cubicBezTo>
                    <a:pt x="784987" y="25748"/>
                    <a:pt x="776796" y="33922"/>
                    <a:pt x="776796" y="44012"/>
                  </a:cubicBezTo>
                  <a:cubicBezTo>
                    <a:pt x="776796" y="54102"/>
                    <a:pt x="784987" y="62277"/>
                    <a:pt x="795084" y="62277"/>
                  </a:cubicBezTo>
                  <a:cubicBezTo>
                    <a:pt x="805180" y="62277"/>
                    <a:pt x="813372" y="54102"/>
                    <a:pt x="813372" y="44012"/>
                  </a:cubicBezTo>
                  <a:cubicBezTo>
                    <a:pt x="813245" y="34100"/>
                    <a:pt x="805244" y="26078"/>
                    <a:pt x="795338" y="25938"/>
                  </a:cubicBezTo>
                  <a:close/>
                </a:path>
              </a:pathLst>
            </a:custGeom>
            <a:solidFill>
              <a:srgbClr val="3BE5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10"/>
            <p:cNvSpPr/>
            <p:nvPr/>
          </p:nvSpPr>
          <p:spPr>
            <a:xfrm flipH="1">
              <a:off x="1676047" y="1606642"/>
              <a:ext cx="679513" cy="456825"/>
            </a:xfrm>
            <a:custGeom>
              <a:avLst/>
              <a:gdLst/>
              <a:ahLst/>
              <a:cxnLst/>
              <a:rect l="l" t="t" r="r" b="b"/>
              <a:pathLst>
                <a:path w="1812035" h="1218201" extrusionOk="0">
                  <a:moveTo>
                    <a:pt x="877760" y="1218202"/>
                  </a:moveTo>
                  <a:cubicBezTo>
                    <a:pt x="1373442" y="1218202"/>
                    <a:pt x="1576959" y="444118"/>
                    <a:pt x="1812036" y="0"/>
                  </a:cubicBezTo>
                  <a:lnTo>
                    <a:pt x="0" y="0"/>
                  </a:lnTo>
                  <a:cubicBezTo>
                    <a:pt x="243967" y="601269"/>
                    <a:pt x="522922" y="1218202"/>
                    <a:pt x="877760" y="1218202"/>
                  </a:cubicBezTo>
                  <a:close/>
                </a:path>
              </a:pathLst>
            </a:custGeom>
            <a:gradFill>
              <a:gsLst>
                <a:gs pos="0">
                  <a:srgbClr val="A54FA6"/>
                </a:gs>
                <a:gs pos="100000">
                  <a:srgbClr val="F702A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10"/>
            <p:cNvSpPr/>
            <p:nvPr/>
          </p:nvSpPr>
          <p:spPr>
            <a:xfrm flipH="1">
              <a:off x="2355561" y="1183542"/>
              <a:ext cx="479298" cy="423103"/>
            </a:xfrm>
            <a:custGeom>
              <a:avLst/>
              <a:gdLst/>
              <a:ahLst/>
              <a:cxnLst/>
              <a:rect l="l" t="t" r="r" b="b"/>
              <a:pathLst>
                <a:path w="1278128" h="1128274" extrusionOk="0">
                  <a:moveTo>
                    <a:pt x="641922" y="0"/>
                  </a:moveTo>
                  <a:cubicBezTo>
                    <a:pt x="371729" y="0"/>
                    <a:pt x="243142" y="659994"/>
                    <a:pt x="0" y="1128275"/>
                  </a:cubicBezTo>
                  <a:lnTo>
                    <a:pt x="1278128" y="1128275"/>
                  </a:lnTo>
                  <a:cubicBezTo>
                    <a:pt x="1046290" y="557066"/>
                    <a:pt x="845947" y="0"/>
                    <a:pt x="641922" y="0"/>
                  </a:cubicBezTo>
                  <a:close/>
                </a:path>
              </a:pathLst>
            </a:custGeom>
            <a:solidFill>
              <a:srgbClr val="FF800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10"/>
            <p:cNvSpPr/>
            <p:nvPr/>
          </p:nvSpPr>
          <p:spPr>
            <a:xfrm flipH="1">
              <a:off x="1411014" y="1492704"/>
              <a:ext cx="265033" cy="113939"/>
            </a:xfrm>
            <a:custGeom>
              <a:avLst/>
              <a:gdLst/>
              <a:ahLst/>
              <a:cxnLst/>
              <a:rect l="l" t="t" r="r" b="b"/>
              <a:pathLst>
                <a:path w="706755" h="303837" extrusionOk="0">
                  <a:moveTo>
                    <a:pt x="320167" y="0"/>
                  </a:moveTo>
                  <a:cubicBezTo>
                    <a:pt x="194310" y="0"/>
                    <a:pt x="94615" y="125251"/>
                    <a:pt x="0" y="303837"/>
                  </a:cubicBezTo>
                  <a:lnTo>
                    <a:pt x="706755" y="303837"/>
                  </a:lnTo>
                  <a:cubicBezTo>
                    <a:pt x="594932" y="135335"/>
                    <a:pt x="483933" y="0"/>
                    <a:pt x="320167" y="0"/>
                  </a:cubicBezTo>
                  <a:close/>
                </a:path>
              </a:pathLst>
            </a:custGeom>
            <a:solidFill>
              <a:srgbClr val="3BE5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10"/>
            <p:cNvSpPr/>
            <p:nvPr/>
          </p:nvSpPr>
          <p:spPr>
            <a:xfrm flipH="1">
              <a:off x="218" y="1606642"/>
              <a:ext cx="189405" cy="242741"/>
            </a:xfrm>
            <a:custGeom>
              <a:avLst/>
              <a:gdLst/>
              <a:ahLst/>
              <a:cxnLst/>
              <a:rect l="l" t="t" r="r" b="b"/>
              <a:pathLst>
                <a:path w="505079" h="647310" extrusionOk="0">
                  <a:moveTo>
                    <a:pt x="0" y="0"/>
                  </a:moveTo>
                  <a:cubicBezTo>
                    <a:pt x="127000" y="368460"/>
                    <a:pt x="278765" y="644013"/>
                    <a:pt x="505079" y="647310"/>
                  </a:cubicBezTo>
                  <a:lnTo>
                    <a:pt x="505079" y="0"/>
                  </a:lnTo>
                  <a:close/>
                </a:path>
              </a:pathLst>
            </a:custGeom>
            <a:solidFill>
              <a:srgbClr val="F702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10"/>
            <p:cNvSpPr/>
            <p:nvPr/>
          </p:nvSpPr>
          <p:spPr>
            <a:xfrm flipH="1">
              <a:off x="3227765" y="1249917"/>
              <a:ext cx="397002" cy="356728"/>
            </a:xfrm>
            <a:custGeom>
              <a:avLst/>
              <a:gdLst/>
              <a:ahLst/>
              <a:cxnLst/>
              <a:rect l="l" t="t" r="r" b="b"/>
              <a:pathLst>
                <a:path w="1058671" h="951274" extrusionOk="0">
                  <a:moveTo>
                    <a:pt x="584200" y="0"/>
                  </a:moveTo>
                  <a:cubicBezTo>
                    <a:pt x="388938" y="0"/>
                    <a:pt x="206692" y="447289"/>
                    <a:pt x="0" y="951274"/>
                  </a:cubicBezTo>
                  <a:lnTo>
                    <a:pt x="1058672" y="951274"/>
                  </a:lnTo>
                  <a:cubicBezTo>
                    <a:pt x="920623" y="672805"/>
                    <a:pt x="806005" y="314808"/>
                    <a:pt x="664654" y="17313"/>
                  </a:cubicBezTo>
                  <a:cubicBezTo>
                    <a:pt x="639312" y="6075"/>
                    <a:pt x="611924" y="184"/>
                    <a:pt x="584200" y="0"/>
                  </a:cubicBezTo>
                  <a:close/>
                </a:path>
              </a:pathLst>
            </a:custGeom>
            <a:solidFill>
              <a:srgbClr val="A54FA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10"/>
            <p:cNvSpPr/>
            <p:nvPr/>
          </p:nvSpPr>
          <p:spPr>
            <a:xfrm flipH="1">
              <a:off x="1457615" y="1606642"/>
              <a:ext cx="470225" cy="214036"/>
            </a:xfrm>
            <a:custGeom>
              <a:avLst/>
              <a:gdLst/>
              <a:ahLst/>
              <a:cxnLst/>
              <a:rect l="l" t="t" r="r" b="b"/>
              <a:pathLst>
                <a:path w="1253934" h="570764" extrusionOk="0">
                  <a:moveTo>
                    <a:pt x="569913" y="570765"/>
                  </a:moveTo>
                  <a:cubicBezTo>
                    <a:pt x="852488" y="570765"/>
                    <a:pt x="1068959" y="318106"/>
                    <a:pt x="1253934" y="0"/>
                  </a:cubicBezTo>
                  <a:lnTo>
                    <a:pt x="0" y="0"/>
                  </a:lnTo>
                  <a:cubicBezTo>
                    <a:pt x="142240" y="325336"/>
                    <a:pt x="312674" y="570765"/>
                    <a:pt x="569913" y="570765"/>
                  </a:cubicBezTo>
                  <a:close/>
                </a:path>
              </a:pathLst>
            </a:custGeom>
            <a:solidFill>
              <a:srgbClr val="C182FF">
                <a:alpha val="531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10"/>
            <p:cNvSpPr/>
            <p:nvPr/>
          </p:nvSpPr>
          <p:spPr>
            <a:xfrm flipH="1">
              <a:off x="218" y="1202353"/>
              <a:ext cx="314754" cy="404291"/>
            </a:xfrm>
            <a:custGeom>
              <a:avLst/>
              <a:gdLst/>
              <a:ahLst/>
              <a:cxnLst/>
              <a:rect l="l" t="t" r="r" b="b"/>
              <a:pathLst>
                <a:path w="839343" h="1078110" extrusionOk="0">
                  <a:moveTo>
                    <a:pt x="0" y="1078111"/>
                  </a:moveTo>
                  <a:lnTo>
                    <a:pt x="839343" y="1078111"/>
                  </a:lnTo>
                  <a:lnTo>
                    <a:pt x="839343" y="0"/>
                  </a:lnTo>
                  <a:cubicBezTo>
                    <a:pt x="537274" y="5898"/>
                    <a:pt x="328867" y="647881"/>
                    <a:pt x="0" y="1078111"/>
                  </a:cubicBezTo>
                  <a:close/>
                </a:path>
              </a:pathLst>
            </a:custGeom>
            <a:gradFill>
              <a:gsLst>
                <a:gs pos="0">
                  <a:srgbClr val="3BE5CC"/>
                </a:gs>
                <a:gs pos="100000">
                  <a:srgbClr val="02719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10"/>
            <p:cNvSpPr/>
            <p:nvPr/>
          </p:nvSpPr>
          <p:spPr>
            <a:xfrm flipH="1">
              <a:off x="1934650" y="1012171"/>
              <a:ext cx="699230" cy="594522"/>
            </a:xfrm>
            <a:custGeom>
              <a:avLst/>
              <a:gdLst/>
              <a:ahLst/>
              <a:cxnLst/>
              <a:rect l="l" t="t" r="r" b="b"/>
              <a:pathLst>
                <a:path w="1864614" h="1585393" extrusionOk="0">
                  <a:moveTo>
                    <a:pt x="215900" y="962880"/>
                  </a:moveTo>
                  <a:lnTo>
                    <a:pt x="839153" y="1585267"/>
                  </a:lnTo>
                  <a:lnTo>
                    <a:pt x="866648" y="1585267"/>
                  </a:lnTo>
                  <a:lnTo>
                    <a:pt x="223329" y="942523"/>
                  </a:lnTo>
                  <a:close/>
                  <a:moveTo>
                    <a:pt x="194754" y="1023761"/>
                  </a:moveTo>
                  <a:lnTo>
                    <a:pt x="757047" y="1585267"/>
                  </a:lnTo>
                  <a:lnTo>
                    <a:pt x="784542" y="1585267"/>
                  </a:lnTo>
                  <a:lnTo>
                    <a:pt x="201866" y="1003341"/>
                  </a:lnTo>
                  <a:cubicBezTo>
                    <a:pt x="199771" y="1010190"/>
                    <a:pt x="197358" y="1016976"/>
                    <a:pt x="195009" y="1023761"/>
                  </a:cubicBezTo>
                  <a:close/>
                  <a:moveTo>
                    <a:pt x="173990" y="1084833"/>
                  </a:moveTo>
                  <a:lnTo>
                    <a:pt x="675132" y="1585267"/>
                  </a:lnTo>
                  <a:lnTo>
                    <a:pt x="702691" y="1585267"/>
                  </a:lnTo>
                  <a:lnTo>
                    <a:pt x="181039" y="1064349"/>
                  </a:lnTo>
                  <a:close/>
                  <a:moveTo>
                    <a:pt x="259143" y="841751"/>
                  </a:moveTo>
                  <a:lnTo>
                    <a:pt x="1003681" y="1585267"/>
                  </a:lnTo>
                  <a:lnTo>
                    <a:pt x="1031177" y="1585267"/>
                  </a:lnTo>
                  <a:lnTo>
                    <a:pt x="266700" y="821584"/>
                  </a:lnTo>
                  <a:close/>
                  <a:moveTo>
                    <a:pt x="237490" y="902188"/>
                  </a:moveTo>
                  <a:lnTo>
                    <a:pt x="921512" y="1585267"/>
                  </a:lnTo>
                  <a:lnTo>
                    <a:pt x="949071" y="1585267"/>
                  </a:lnTo>
                  <a:lnTo>
                    <a:pt x="244729" y="881895"/>
                  </a:lnTo>
                  <a:close/>
                  <a:moveTo>
                    <a:pt x="303657" y="722207"/>
                  </a:moveTo>
                  <a:lnTo>
                    <a:pt x="1167892" y="1585267"/>
                  </a:lnTo>
                  <a:lnTo>
                    <a:pt x="1195451" y="1585267"/>
                  </a:lnTo>
                  <a:lnTo>
                    <a:pt x="311150" y="702358"/>
                  </a:lnTo>
                  <a:cubicBezTo>
                    <a:pt x="308801" y="708953"/>
                    <a:pt x="306260" y="715549"/>
                    <a:pt x="303657" y="722207"/>
                  </a:cubicBezTo>
                  <a:close/>
                  <a:moveTo>
                    <a:pt x="281178" y="781757"/>
                  </a:moveTo>
                  <a:lnTo>
                    <a:pt x="1085850" y="1585267"/>
                  </a:lnTo>
                  <a:lnTo>
                    <a:pt x="1113346" y="1585267"/>
                  </a:lnTo>
                  <a:lnTo>
                    <a:pt x="288671" y="761717"/>
                  </a:lnTo>
                  <a:cubicBezTo>
                    <a:pt x="286131" y="768376"/>
                    <a:pt x="283654" y="775035"/>
                    <a:pt x="281178" y="781757"/>
                  </a:cubicBezTo>
                  <a:close/>
                  <a:moveTo>
                    <a:pt x="45657" y="1448727"/>
                  </a:moveTo>
                  <a:lnTo>
                    <a:pt x="182372" y="1585267"/>
                  </a:lnTo>
                  <a:lnTo>
                    <a:pt x="209867" y="1585267"/>
                  </a:lnTo>
                  <a:lnTo>
                    <a:pt x="53086" y="1428687"/>
                  </a:lnTo>
                  <a:close/>
                  <a:moveTo>
                    <a:pt x="23051" y="1508150"/>
                  </a:moveTo>
                  <a:lnTo>
                    <a:pt x="100266" y="1585267"/>
                  </a:lnTo>
                  <a:lnTo>
                    <a:pt x="127762" y="1585267"/>
                  </a:lnTo>
                  <a:lnTo>
                    <a:pt x="30671" y="1488300"/>
                  </a:lnTo>
                  <a:close/>
                  <a:moveTo>
                    <a:pt x="67501" y="1388797"/>
                  </a:moveTo>
                  <a:lnTo>
                    <a:pt x="264351" y="1585394"/>
                  </a:lnTo>
                  <a:lnTo>
                    <a:pt x="292100" y="1585394"/>
                  </a:lnTo>
                  <a:lnTo>
                    <a:pt x="75121" y="1368757"/>
                  </a:lnTo>
                  <a:close/>
                  <a:moveTo>
                    <a:pt x="326517" y="663228"/>
                  </a:moveTo>
                  <a:lnTo>
                    <a:pt x="1249807" y="1585267"/>
                  </a:lnTo>
                  <a:lnTo>
                    <a:pt x="1277303" y="1585267"/>
                  </a:lnTo>
                  <a:lnTo>
                    <a:pt x="334709" y="643632"/>
                  </a:lnTo>
                  <a:cubicBezTo>
                    <a:pt x="332041" y="650164"/>
                    <a:pt x="329374" y="656696"/>
                    <a:pt x="326771" y="663228"/>
                  </a:cubicBezTo>
                  <a:close/>
                  <a:moveTo>
                    <a:pt x="153035" y="1145905"/>
                  </a:moveTo>
                  <a:lnTo>
                    <a:pt x="593027" y="1585267"/>
                  </a:lnTo>
                  <a:lnTo>
                    <a:pt x="620522" y="1585267"/>
                  </a:lnTo>
                  <a:lnTo>
                    <a:pt x="160084" y="1125421"/>
                  </a:lnTo>
                  <a:close/>
                  <a:moveTo>
                    <a:pt x="0" y="1566812"/>
                  </a:moveTo>
                  <a:lnTo>
                    <a:pt x="18288" y="1585077"/>
                  </a:lnTo>
                  <a:lnTo>
                    <a:pt x="45847" y="1585077"/>
                  </a:lnTo>
                  <a:lnTo>
                    <a:pt x="7747" y="1547026"/>
                  </a:lnTo>
                  <a:cubicBezTo>
                    <a:pt x="5080" y="1554128"/>
                    <a:pt x="2413" y="1560470"/>
                    <a:pt x="0" y="1566812"/>
                  </a:cubicBezTo>
                  <a:close/>
                  <a:moveTo>
                    <a:pt x="132207" y="1206723"/>
                  </a:moveTo>
                  <a:lnTo>
                    <a:pt x="511111" y="1585077"/>
                  </a:lnTo>
                  <a:lnTo>
                    <a:pt x="538607" y="1585077"/>
                  </a:lnTo>
                  <a:lnTo>
                    <a:pt x="139065" y="1186302"/>
                  </a:lnTo>
                  <a:close/>
                  <a:moveTo>
                    <a:pt x="110998" y="1267605"/>
                  </a:moveTo>
                  <a:lnTo>
                    <a:pt x="428942" y="1585077"/>
                  </a:lnTo>
                  <a:lnTo>
                    <a:pt x="456438" y="1585077"/>
                  </a:lnTo>
                  <a:lnTo>
                    <a:pt x="118110" y="1247184"/>
                  </a:lnTo>
                  <a:cubicBezTo>
                    <a:pt x="115570" y="1254223"/>
                    <a:pt x="113221" y="1261009"/>
                    <a:pt x="110808" y="1267795"/>
                  </a:cubicBezTo>
                  <a:close/>
                  <a:moveTo>
                    <a:pt x="89662" y="1328233"/>
                  </a:moveTo>
                  <a:lnTo>
                    <a:pt x="346837" y="1585077"/>
                  </a:lnTo>
                  <a:lnTo>
                    <a:pt x="374333" y="1585077"/>
                  </a:lnTo>
                  <a:lnTo>
                    <a:pt x="96838" y="1307939"/>
                  </a:lnTo>
                  <a:cubicBezTo>
                    <a:pt x="94234" y="1314915"/>
                    <a:pt x="91884" y="1321701"/>
                    <a:pt x="89472" y="1328423"/>
                  </a:cubicBezTo>
                  <a:close/>
                  <a:moveTo>
                    <a:pt x="1792922" y="1361400"/>
                  </a:moveTo>
                  <a:lnTo>
                    <a:pt x="599122" y="169137"/>
                  </a:lnTo>
                  <a:cubicBezTo>
                    <a:pt x="594868" y="173956"/>
                    <a:pt x="590614" y="178966"/>
                    <a:pt x="586422" y="183976"/>
                  </a:cubicBezTo>
                  <a:lnTo>
                    <a:pt x="1809750" y="1405920"/>
                  </a:lnTo>
                  <a:cubicBezTo>
                    <a:pt x="1804035" y="1391251"/>
                    <a:pt x="1798383" y="1376475"/>
                    <a:pt x="1792732" y="1361591"/>
                  </a:cubicBezTo>
                  <a:close/>
                  <a:moveTo>
                    <a:pt x="1608772" y="849171"/>
                  </a:moveTo>
                  <a:lnTo>
                    <a:pt x="785876" y="27967"/>
                  </a:lnTo>
                  <a:cubicBezTo>
                    <a:pt x="779526" y="30631"/>
                    <a:pt x="773176" y="33421"/>
                    <a:pt x="766826" y="36402"/>
                  </a:cubicBezTo>
                  <a:lnTo>
                    <a:pt x="1624076" y="892549"/>
                  </a:lnTo>
                  <a:close/>
                  <a:moveTo>
                    <a:pt x="1745488" y="1231837"/>
                  </a:moveTo>
                  <a:lnTo>
                    <a:pt x="638873" y="127217"/>
                  </a:lnTo>
                  <a:cubicBezTo>
                    <a:pt x="634238" y="131720"/>
                    <a:pt x="629603" y="136222"/>
                    <a:pt x="625030" y="140915"/>
                  </a:cubicBezTo>
                  <a:lnTo>
                    <a:pt x="1760728" y="1275088"/>
                  </a:lnTo>
                  <a:close/>
                  <a:moveTo>
                    <a:pt x="1700149" y="1104493"/>
                  </a:moveTo>
                  <a:lnTo>
                    <a:pt x="682689" y="89166"/>
                  </a:lnTo>
                  <a:cubicBezTo>
                    <a:pt x="677609" y="93161"/>
                    <a:pt x="672528" y="97347"/>
                    <a:pt x="667512" y="101533"/>
                  </a:cubicBezTo>
                  <a:lnTo>
                    <a:pt x="1714818" y="1147490"/>
                  </a:lnTo>
                  <a:close/>
                  <a:moveTo>
                    <a:pt x="1558734" y="717197"/>
                  </a:moveTo>
                  <a:lnTo>
                    <a:pt x="848423" y="8435"/>
                  </a:lnTo>
                  <a:cubicBezTo>
                    <a:pt x="841058" y="10020"/>
                    <a:pt x="833691" y="11859"/>
                    <a:pt x="826453" y="13952"/>
                  </a:cubicBezTo>
                  <a:lnTo>
                    <a:pt x="1575753" y="762288"/>
                  </a:lnTo>
                  <a:cubicBezTo>
                    <a:pt x="1569974" y="747239"/>
                    <a:pt x="1564132" y="732272"/>
                    <a:pt x="1558354" y="717388"/>
                  </a:cubicBezTo>
                  <a:close/>
                  <a:moveTo>
                    <a:pt x="1655128" y="977593"/>
                  </a:moveTo>
                  <a:lnTo>
                    <a:pt x="731266" y="55491"/>
                  </a:lnTo>
                  <a:cubicBezTo>
                    <a:pt x="725615" y="58852"/>
                    <a:pt x="719963" y="62404"/>
                    <a:pt x="714375" y="66082"/>
                  </a:cubicBezTo>
                  <a:lnTo>
                    <a:pt x="1670050" y="1020337"/>
                  </a:lnTo>
                  <a:cubicBezTo>
                    <a:pt x="1664843" y="1006131"/>
                    <a:pt x="1659827" y="991925"/>
                    <a:pt x="1654746" y="977783"/>
                  </a:cubicBezTo>
                  <a:close/>
                  <a:moveTo>
                    <a:pt x="1289876" y="202621"/>
                  </a:moveTo>
                  <a:lnTo>
                    <a:pt x="1173035" y="85995"/>
                  </a:lnTo>
                  <a:cubicBezTo>
                    <a:pt x="1150029" y="68341"/>
                    <a:pt x="1125385" y="52924"/>
                    <a:pt x="1099439" y="39954"/>
                  </a:cubicBezTo>
                  <a:lnTo>
                    <a:pt x="1356423" y="296544"/>
                  </a:lnTo>
                  <a:cubicBezTo>
                    <a:pt x="1335786" y="264142"/>
                    <a:pt x="1313434" y="232854"/>
                    <a:pt x="1289495" y="202812"/>
                  </a:cubicBezTo>
                  <a:close/>
                  <a:moveTo>
                    <a:pt x="1501457" y="577994"/>
                  </a:moveTo>
                  <a:lnTo>
                    <a:pt x="922147" y="0"/>
                  </a:lnTo>
                  <a:cubicBezTo>
                    <a:pt x="913321" y="0"/>
                    <a:pt x="904558" y="634"/>
                    <a:pt x="895922" y="1332"/>
                  </a:cubicBezTo>
                  <a:lnTo>
                    <a:pt x="1521396" y="625938"/>
                  </a:lnTo>
                  <a:cubicBezTo>
                    <a:pt x="1514666" y="609894"/>
                    <a:pt x="1507934" y="593912"/>
                    <a:pt x="1501077" y="578185"/>
                  </a:cubicBezTo>
                  <a:close/>
                  <a:moveTo>
                    <a:pt x="1428496" y="423127"/>
                  </a:moveTo>
                  <a:lnTo>
                    <a:pt x="1013841" y="9576"/>
                  </a:lnTo>
                  <a:cubicBezTo>
                    <a:pt x="1002792" y="7039"/>
                    <a:pt x="991597" y="4926"/>
                    <a:pt x="980250" y="3234"/>
                  </a:cubicBezTo>
                  <a:lnTo>
                    <a:pt x="1455293" y="477667"/>
                  </a:lnTo>
                  <a:cubicBezTo>
                    <a:pt x="1446340" y="459275"/>
                    <a:pt x="1437322" y="441157"/>
                    <a:pt x="1428115" y="423317"/>
                  </a:cubicBezTo>
                  <a:close/>
                  <a:moveTo>
                    <a:pt x="456057" y="381651"/>
                  </a:moveTo>
                  <a:lnTo>
                    <a:pt x="1661033" y="1585077"/>
                  </a:lnTo>
                  <a:lnTo>
                    <a:pt x="1688592" y="1585077"/>
                  </a:lnTo>
                  <a:lnTo>
                    <a:pt x="465455" y="364084"/>
                  </a:lnTo>
                  <a:cubicBezTo>
                    <a:pt x="462153" y="369982"/>
                    <a:pt x="458915" y="375880"/>
                    <a:pt x="455676" y="381842"/>
                  </a:cubicBezTo>
                  <a:close/>
                  <a:moveTo>
                    <a:pt x="427990" y="435620"/>
                  </a:moveTo>
                  <a:lnTo>
                    <a:pt x="1578928" y="1585077"/>
                  </a:lnTo>
                  <a:lnTo>
                    <a:pt x="1606423" y="1585077"/>
                  </a:lnTo>
                  <a:lnTo>
                    <a:pt x="436880" y="417609"/>
                  </a:lnTo>
                  <a:cubicBezTo>
                    <a:pt x="433769" y="423634"/>
                    <a:pt x="430657" y="429659"/>
                    <a:pt x="427609" y="435810"/>
                  </a:cubicBezTo>
                  <a:close/>
                  <a:moveTo>
                    <a:pt x="1845564" y="1495847"/>
                  </a:moveTo>
                  <a:lnTo>
                    <a:pt x="561911" y="214354"/>
                  </a:lnTo>
                  <a:cubicBezTo>
                    <a:pt x="557975" y="219554"/>
                    <a:pt x="554101" y="224881"/>
                    <a:pt x="550164" y="230145"/>
                  </a:cubicBezTo>
                  <a:lnTo>
                    <a:pt x="1864614" y="1542904"/>
                  </a:lnTo>
                  <a:cubicBezTo>
                    <a:pt x="1858137" y="1527429"/>
                    <a:pt x="1851660" y="1511828"/>
                    <a:pt x="1845183" y="1496037"/>
                  </a:cubicBezTo>
                  <a:close/>
                  <a:moveTo>
                    <a:pt x="375222" y="547553"/>
                  </a:moveTo>
                  <a:lnTo>
                    <a:pt x="1414272" y="1585267"/>
                  </a:lnTo>
                  <a:lnTo>
                    <a:pt x="1441831" y="1585267"/>
                  </a:lnTo>
                  <a:lnTo>
                    <a:pt x="383730" y="528528"/>
                  </a:lnTo>
                  <a:cubicBezTo>
                    <a:pt x="381000" y="534870"/>
                    <a:pt x="378016" y="541148"/>
                    <a:pt x="375222" y="547553"/>
                  </a:cubicBezTo>
                  <a:close/>
                  <a:moveTo>
                    <a:pt x="400622" y="491111"/>
                  </a:moveTo>
                  <a:lnTo>
                    <a:pt x="1496251" y="1585267"/>
                  </a:lnTo>
                  <a:lnTo>
                    <a:pt x="1524000" y="1585267"/>
                  </a:lnTo>
                  <a:lnTo>
                    <a:pt x="409702" y="472466"/>
                  </a:lnTo>
                  <a:close/>
                  <a:moveTo>
                    <a:pt x="516509" y="278723"/>
                  </a:moveTo>
                  <a:lnTo>
                    <a:pt x="1824609" y="1585140"/>
                  </a:lnTo>
                  <a:lnTo>
                    <a:pt x="1852105" y="1585140"/>
                  </a:lnTo>
                  <a:lnTo>
                    <a:pt x="527685" y="262235"/>
                  </a:lnTo>
                  <a:cubicBezTo>
                    <a:pt x="524002" y="267689"/>
                    <a:pt x="520319" y="273079"/>
                    <a:pt x="516699" y="278723"/>
                  </a:cubicBezTo>
                  <a:close/>
                  <a:moveTo>
                    <a:pt x="484759" y="329458"/>
                  </a:moveTo>
                  <a:lnTo>
                    <a:pt x="1742059" y="1585140"/>
                  </a:lnTo>
                  <a:lnTo>
                    <a:pt x="1769555" y="1585140"/>
                  </a:lnTo>
                  <a:lnTo>
                    <a:pt x="495617" y="312208"/>
                  </a:lnTo>
                  <a:cubicBezTo>
                    <a:pt x="492125" y="317916"/>
                    <a:pt x="488950" y="323814"/>
                    <a:pt x="485267" y="329395"/>
                  </a:cubicBezTo>
                  <a:close/>
                  <a:moveTo>
                    <a:pt x="350076" y="605010"/>
                  </a:moveTo>
                  <a:lnTo>
                    <a:pt x="1331659" y="1585330"/>
                  </a:lnTo>
                  <a:lnTo>
                    <a:pt x="1359154" y="1585330"/>
                  </a:lnTo>
                  <a:lnTo>
                    <a:pt x="358775" y="585668"/>
                  </a:lnTo>
                  <a:close/>
                </a:path>
              </a:pathLst>
            </a:custGeom>
            <a:solidFill>
              <a:srgbClr val="FFC22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10"/>
            <p:cNvSpPr/>
            <p:nvPr/>
          </p:nvSpPr>
          <p:spPr>
            <a:xfrm flipH="1">
              <a:off x="189647" y="898161"/>
              <a:ext cx="710732" cy="708485"/>
            </a:xfrm>
            <a:custGeom>
              <a:avLst/>
              <a:gdLst/>
              <a:ahLst/>
              <a:cxnLst/>
              <a:rect l="l" t="t" r="r" b="b"/>
              <a:pathLst>
                <a:path w="1895284" h="1889294" extrusionOk="0">
                  <a:moveTo>
                    <a:pt x="878205" y="1889294"/>
                  </a:moveTo>
                  <a:lnTo>
                    <a:pt x="931735" y="1889294"/>
                  </a:lnTo>
                  <a:lnTo>
                    <a:pt x="931735" y="14333"/>
                  </a:lnTo>
                  <a:cubicBezTo>
                    <a:pt x="913194" y="20420"/>
                    <a:pt x="895286" y="28190"/>
                    <a:pt x="878205" y="37544"/>
                  </a:cubicBezTo>
                  <a:close/>
                  <a:moveTo>
                    <a:pt x="607695" y="1889294"/>
                  </a:moveTo>
                  <a:lnTo>
                    <a:pt x="661226" y="1889294"/>
                  </a:lnTo>
                  <a:lnTo>
                    <a:pt x="661226" y="256971"/>
                  </a:lnTo>
                  <a:cubicBezTo>
                    <a:pt x="643065" y="284241"/>
                    <a:pt x="625221" y="313223"/>
                    <a:pt x="607695" y="343917"/>
                  </a:cubicBezTo>
                  <a:close/>
                  <a:moveTo>
                    <a:pt x="427419" y="1889294"/>
                  </a:moveTo>
                  <a:lnTo>
                    <a:pt x="480885" y="1889294"/>
                  </a:lnTo>
                  <a:lnTo>
                    <a:pt x="480885" y="601903"/>
                  </a:lnTo>
                  <a:cubicBezTo>
                    <a:pt x="462852" y="643505"/>
                    <a:pt x="445009" y="686357"/>
                    <a:pt x="427419" y="730452"/>
                  </a:cubicBezTo>
                  <a:close/>
                  <a:moveTo>
                    <a:pt x="697865" y="1889294"/>
                  </a:moveTo>
                  <a:lnTo>
                    <a:pt x="751396" y="1889294"/>
                  </a:lnTo>
                  <a:lnTo>
                    <a:pt x="751396" y="140281"/>
                  </a:lnTo>
                  <a:cubicBezTo>
                    <a:pt x="733171" y="160068"/>
                    <a:pt x="715328" y="181651"/>
                    <a:pt x="697865" y="205031"/>
                  </a:cubicBezTo>
                  <a:close/>
                  <a:moveTo>
                    <a:pt x="517525" y="1889294"/>
                  </a:moveTo>
                  <a:lnTo>
                    <a:pt x="571056" y="1889294"/>
                  </a:lnTo>
                  <a:lnTo>
                    <a:pt x="571056" y="411141"/>
                  </a:lnTo>
                  <a:cubicBezTo>
                    <a:pt x="552895" y="445894"/>
                    <a:pt x="535115" y="482296"/>
                    <a:pt x="517525" y="520030"/>
                  </a:cubicBezTo>
                  <a:close/>
                  <a:moveTo>
                    <a:pt x="66675" y="1889294"/>
                  </a:moveTo>
                  <a:lnTo>
                    <a:pt x="120206" y="1889294"/>
                  </a:lnTo>
                  <a:lnTo>
                    <a:pt x="120206" y="1579813"/>
                  </a:lnTo>
                  <a:cubicBezTo>
                    <a:pt x="102489" y="1628309"/>
                    <a:pt x="84646" y="1676037"/>
                    <a:pt x="66675" y="1723011"/>
                  </a:cubicBezTo>
                  <a:close/>
                  <a:moveTo>
                    <a:pt x="30035" y="1889294"/>
                  </a:moveTo>
                  <a:lnTo>
                    <a:pt x="30035" y="1816363"/>
                  </a:lnTo>
                  <a:cubicBezTo>
                    <a:pt x="20066" y="1841014"/>
                    <a:pt x="10096" y="1865322"/>
                    <a:pt x="0" y="1889294"/>
                  </a:cubicBezTo>
                  <a:close/>
                  <a:moveTo>
                    <a:pt x="247015" y="1889294"/>
                  </a:moveTo>
                  <a:lnTo>
                    <a:pt x="300482" y="1889294"/>
                  </a:lnTo>
                  <a:lnTo>
                    <a:pt x="300482" y="1069676"/>
                  </a:lnTo>
                  <a:cubicBezTo>
                    <a:pt x="282639" y="1119986"/>
                    <a:pt x="264858" y="1170721"/>
                    <a:pt x="247015" y="1221880"/>
                  </a:cubicBezTo>
                  <a:close/>
                  <a:moveTo>
                    <a:pt x="337185" y="1889294"/>
                  </a:moveTo>
                  <a:lnTo>
                    <a:pt x="390652" y="1889294"/>
                  </a:lnTo>
                  <a:lnTo>
                    <a:pt x="390652" y="823867"/>
                  </a:lnTo>
                  <a:cubicBezTo>
                    <a:pt x="372682" y="870923"/>
                    <a:pt x="354902" y="918823"/>
                    <a:pt x="337185" y="967573"/>
                  </a:cubicBezTo>
                  <a:close/>
                  <a:moveTo>
                    <a:pt x="156845" y="1889294"/>
                  </a:moveTo>
                  <a:lnTo>
                    <a:pt x="210376" y="1889294"/>
                  </a:lnTo>
                  <a:lnTo>
                    <a:pt x="210376" y="1326393"/>
                  </a:lnTo>
                  <a:cubicBezTo>
                    <a:pt x="192532" y="1377128"/>
                    <a:pt x="174689" y="1427691"/>
                    <a:pt x="156845" y="1478090"/>
                  </a:cubicBezTo>
                  <a:close/>
                  <a:moveTo>
                    <a:pt x="787971" y="1889294"/>
                  </a:moveTo>
                  <a:lnTo>
                    <a:pt x="841502" y="1889294"/>
                  </a:lnTo>
                  <a:lnTo>
                    <a:pt x="841502" y="60184"/>
                  </a:lnTo>
                  <a:cubicBezTo>
                    <a:pt x="822643" y="73317"/>
                    <a:pt x="804799" y="87748"/>
                    <a:pt x="787971" y="103372"/>
                  </a:cubicBezTo>
                  <a:close/>
                  <a:moveTo>
                    <a:pt x="1501902" y="1889294"/>
                  </a:moveTo>
                  <a:lnTo>
                    <a:pt x="1555369" y="1889294"/>
                  </a:lnTo>
                  <a:lnTo>
                    <a:pt x="1555369" y="725442"/>
                  </a:lnTo>
                  <a:cubicBezTo>
                    <a:pt x="1538033" y="671917"/>
                    <a:pt x="1520254" y="620041"/>
                    <a:pt x="1501902" y="570194"/>
                  </a:cubicBezTo>
                  <a:close/>
                  <a:moveTo>
                    <a:pt x="1592008" y="1889294"/>
                  </a:moveTo>
                  <a:lnTo>
                    <a:pt x="1645539" y="1889294"/>
                  </a:lnTo>
                  <a:lnTo>
                    <a:pt x="1645539" y="1026298"/>
                  </a:lnTo>
                  <a:cubicBezTo>
                    <a:pt x="1628013" y="964021"/>
                    <a:pt x="1610234" y="902569"/>
                    <a:pt x="1592008" y="842385"/>
                  </a:cubicBezTo>
                  <a:close/>
                  <a:moveTo>
                    <a:pt x="1682179" y="1889294"/>
                  </a:moveTo>
                  <a:lnTo>
                    <a:pt x="1735709" y="1889294"/>
                  </a:lnTo>
                  <a:lnTo>
                    <a:pt x="1735709" y="1353980"/>
                  </a:lnTo>
                  <a:cubicBezTo>
                    <a:pt x="1717866" y="1288786"/>
                    <a:pt x="1700085" y="1223339"/>
                    <a:pt x="1682179" y="1158272"/>
                  </a:cubicBezTo>
                  <a:close/>
                  <a:moveTo>
                    <a:pt x="1862519" y="1790425"/>
                  </a:moveTo>
                  <a:lnTo>
                    <a:pt x="1862519" y="1889294"/>
                  </a:lnTo>
                  <a:lnTo>
                    <a:pt x="1895284" y="1889294"/>
                  </a:lnTo>
                  <a:cubicBezTo>
                    <a:pt x="1884235" y="1856995"/>
                    <a:pt x="1873314" y="1824037"/>
                    <a:pt x="1862582" y="1790425"/>
                  </a:cubicBezTo>
                  <a:close/>
                  <a:moveTo>
                    <a:pt x="1772348" y="1889294"/>
                  </a:moveTo>
                  <a:lnTo>
                    <a:pt x="1825879" y="1889294"/>
                  </a:lnTo>
                  <a:lnTo>
                    <a:pt x="1825879" y="1671833"/>
                  </a:lnTo>
                  <a:cubicBezTo>
                    <a:pt x="1807718" y="1611205"/>
                    <a:pt x="1789938" y="1549245"/>
                    <a:pt x="1772348" y="1486525"/>
                  </a:cubicBezTo>
                  <a:close/>
                  <a:moveTo>
                    <a:pt x="968375" y="4883"/>
                  </a:moveTo>
                  <a:lnTo>
                    <a:pt x="968375" y="1889294"/>
                  </a:lnTo>
                  <a:lnTo>
                    <a:pt x="1021842" y="1889294"/>
                  </a:lnTo>
                  <a:lnTo>
                    <a:pt x="1021842" y="0"/>
                  </a:lnTo>
                  <a:lnTo>
                    <a:pt x="1020191" y="0"/>
                  </a:lnTo>
                  <a:cubicBezTo>
                    <a:pt x="1002792" y="-8"/>
                    <a:pt x="985457" y="1627"/>
                    <a:pt x="968375" y="4883"/>
                  </a:cubicBezTo>
                  <a:close/>
                  <a:moveTo>
                    <a:pt x="1050925" y="1889294"/>
                  </a:moveTo>
                  <a:lnTo>
                    <a:pt x="1104456" y="1889294"/>
                  </a:lnTo>
                  <a:lnTo>
                    <a:pt x="1104456" y="13318"/>
                  </a:lnTo>
                  <a:cubicBezTo>
                    <a:pt x="1087057" y="7658"/>
                    <a:pt x="1069086" y="3770"/>
                    <a:pt x="1050925" y="1712"/>
                  </a:cubicBezTo>
                  <a:close/>
                  <a:moveTo>
                    <a:pt x="1141096" y="1889294"/>
                  </a:moveTo>
                  <a:lnTo>
                    <a:pt x="1194626" y="1889294"/>
                  </a:lnTo>
                  <a:lnTo>
                    <a:pt x="1194626" y="60564"/>
                  </a:lnTo>
                  <a:cubicBezTo>
                    <a:pt x="1177862" y="48103"/>
                    <a:pt x="1159891" y="37232"/>
                    <a:pt x="1141096" y="28094"/>
                  </a:cubicBezTo>
                  <a:close/>
                  <a:moveTo>
                    <a:pt x="1321435" y="1889294"/>
                  </a:moveTo>
                  <a:lnTo>
                    <a:pt x="1374902" y="1889294"/>
                  </a:lnTo>
                  <a:lnTo>
                    <a:pt x="1374902" y="284304"/>
                  </a:lnTo>
                  <a:cubicBezTo>
                    <a:pt x="1357694" y="253187"/>
                    <a:pt x="1339850" y="224205"/>
                    <a:pt x="1321435" y="197358"/>
                  </a:cubicBezTo>
                  <a:close/>
                  <a:moveTo>
                    <a:pt x="1231265" y="90942"/>
                  </a:moveTo>
                  <a:lnTo>
                    <a:pt x="1231265" y="1889294"/>
                  </a:lnTo>
                  <a:lnTo>
                    <a:pt x="1284732" y="1889294"/>
                  </a:lnTo>
                  <a:lnTo>
                    <a:pt x="1284732" y="148335"/>
                  </a:lnTo>
                  <a:cubicBezTo>
                    <a:pt x="1268349" y="127978"/>
                    <a:pt x="1250569" y="108800"/>
                    <a:pt x="1231456" y="90942"/>
                  </a:cubicBezTo>
                  <a:close/>
                  <a:moveTo>
                    <a:pt x="1411605" y="1889294"/>
                  </a:moveTo>
                  <a:lnTo>
                    <a:pt x="1465072" y="1889294"/>
                  </a:lnTo>
                  <a:lnTo>
                    <a:pt x="1465072" y="475637"/>
                  </a:lnTo>
                  <a:cubicBezTo>
                    <a:pt x="1447800" y="433401"/>
                    <a:pt x="1430021" y="393193"/>
                    <a:pt x="1411605" y="355142"/>
                  </a:cubicBezTo>
                  <a:close/>
                </a:path>
              </a:pathLst>
            </a:custGeom>
            <a:gradFill>
              <a:gsLst>
                <a:gs pos="0">
                  <a:srgbClr val="FF826C">
                    <a:alpha val="49800"/>
                  </a:srgbClr>
                </a:gs>
                <a:gs pos="100000">
                  <a:srgbClr val="FF3E45">
                    <a:alpha val="498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10"/>
            <p:cNvSpPr/>
            <p:nvPr/>
          </p:nvSpPr>
          <p:spPr>
            <a:xfrm flipH="1">
              <a:off x="1410942" y="1569757"/>
              <a:ext cx="46601" cy="36885"/>
            </a:xfrm>
            <a:custGeom>
              <a:avLst/>
              <a:gdLst/>
              <a:ahLst/>
              <a:cxnLst/>
              <a:rect l="l" t="t" r="r" b="b"/>
              <a:pathLst>
                <a:path w="124269" h="98361" extrusionOk="0">
                  <a:moveTo>
                    <a:pt x="0" y="98362"/>
                  </a:moveTo>
                  <a:lnTo>
                    <a:pt x="124269" y="98362"/>
                  </a:lnTo>
                  <a:cubicBezTo>
                    <a:pt x="101409" y="63926"/>
                    <a:pt x="78549" y="30821"/>
                    <a:pt x="55245" y="0"/>
                  </a:cubicBezTo>
                  <a:cubicBezTo>
                    <a:pt x="37020" y="33358"/>
                    <a:pt x="18606" y="66145"/>
                    <a:pt x="0" y="98362"/>
                  </a:cubicBezTo>
                  <a:close/>
                </a:path>
              </a:pathLst>
            </a:custGeom>
            <a:solidFill>
              <a:srgbClr val="AF9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10"/>
            <p:cNvSpPr/>
            <p:nvPr/>
          </p:nvSpPr>
          <p:spPr>
            <a:xfrm flipH="1">
              <a:off x="314972" y="1606642"/>
              <a:ext cx="459581" cy="142691"/>
            </a:xfrm>
            <a:custGeom>
              <a:avLst/>
              <a:gdLst/>
              <a:ahLst/>
              <a:cxnLst/>
              <a:rect l="l" t="t" r="r" b="b"/>
              <a:pathLst>
                <a:path w="1225550" h="380509" extrusionOk="0">
                  <a:moveTo>
                    <a:pt x="607632" y="380510"/>
                  </a:moveTo>
                  <a:cubicBezTo>
                    <a:pt x="862712" y="380510"/>
                    <a:pt x="1059435" y="217271"/>
                    <a:pt x="1225550" y="0"/>
                  </a:cubicBezTo>
                  <a:lnTo>
                    <a:pt x="0" y="0"/>
                  </a:lnTo>
                  <a:cubicBezTo>
                    <a:pt x="173101" y="220442"/>
                    <a:pt x="370078" y="380510"/>
                    <a:pt x="607632" y="380510"/>
                  </a:cubicBezTo>
                  <a:close/>
                </a:path>
              </a:pathLst>
            </a:custGeom>
            <a:solidFill>
              <a:srgbClr val="17A89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10"/>
            <p:cNvSpPr/>
            <p:nvPr/>
          </p:nvSpPr>
          <p:spPr>
            <a:xfrm flipH="1">
              <a:off x="2636739" y="1606143"/>
              <a:ext cx="506206" cy="237366"/>
            </a:xfrm>
            <a:custGeom>
              <a:avLst/>
              <a:gdLst/>
              <a:ahLst/>
              <a:cxnLst/>
              <a:rect l="l" t="t" r="r" b="b"/>
              <a:pathLst>
                <a:path w="1349883" h="632977" extrusionOk="0">
                  <a:moveTo>
                    <a:pt x="617347" y="0"/>
                  </a:moveTo>
                  <a:cubicBezTo>
                    <a:pt x="595535" y="0"/>
                    <a:pt x="577850" y="17662"/>
                    <a:pt x="577850" y="39446"/>
                  </a:cubicBezTo>
                  <a:cubicBezTo>
                    <a:pt x="577850" y="39465"/>
                    <a:pt x="577850" y="39491"/>
                    <a:pt x="577850" y="39509"/>
                  </a:cubicBezTo>
                  <a:lnTo>
                    <a:pt x="577850" y="569877"/>
                  </a:lnTo>
                  <a:cubicBezTo>
                    <a:pt x="577850" y="591661"/>
                    <a:pt x="595535" y="609323"/>
                    <a:pt x="617347" y="609323"/>
                  </a:cubicBezTo>
                  <a:cubicBezTo>
                    <a:pt x="639159" y="609323"/>
                    <a:pt x="656844" y="591661"/>
                    <a:pt x="656844" y="569877"/>
                  </a:cubicBezTo>
                  <a:lnTo>
                    <a:pt x="656844" y="39509"/>
                  </a:lnTo>
                  <a:cubicBezTo>
                    <a:pt x="656876" y="17725"/>
                    <a:pt x="639223" y="38"/>
                    <a:pt x="617411" y="0"/>
                  </a:cubicBezTo>
                  <a:cubicBezTo>
                    <a:pt x="617392" y="0"/>
                    <a:pt x="617366" y="0"/>
                    <a:pt x="617347" y="0"/>
                  </a:cubicBezTo>
                  <a:close/>
                  <a:moveTo>
                    <a:pt x="39497" y="0"/>
                  </a:moveTo>
                  <a:cubicBezTo>
                    <a:pt x="17685" y="0"/>
                    <a:pt x="0" y="17662"/>
                    <a:pt x="0" y="39446"/>
                  </a:cubicBezTo>
                  <a:cubicBezTo>
                    <a:pt x="0" y="39465"/>
                    <a:pt x="0" y="39491"/>
                    <a:pt x="0" y="39509"/>
                  </a:cubicBezTo>
                  <a:lnTo>
                    <a:pt x="0" y="69506"/>
                  </a:lnTo>
                  <a:cubicBezTo>
                    <a:pt x="0" y="91291"/>
                    <a:pt x="17685" y="108953"/>
                    <a:pt x="39497" y="108953"/>
                  </a:cubicBezTo>
                  <a:cubicBezTo>
                    <a:pt x="61309" y="108953"/>
                    <a:pt x="78994" y="91291"/>
                    <a:pt x="78994" y="69506"/>
                  </a:cubicBezTo>
                  <a:lnTo>
                    <a:pt x="78994" y="39509"/>
                  </a:lnTo>
                  <a:cubicBezTo>
                    <a:pt x="79032" y="17821"/>
                    <a:pt x="61532" y="171"/>
                    <a:pt x="39815" y="0"/>
                  </a:cubicBezTo>
                  <a:close/>
                  <a:moveTo>
                    <a:pt x="501523" y="0"/>
                  </a:moveTo>
                  <a:cubicBezTo>
                    <a:pt x="479711" y="0"/>
                    <a:pt x="462026" y="17662"/>
                    <a:pt x="462026" y="39446"/>
                  </a:cubicBezTo>
                  <a:cubicBezTo>
                    <a:pt x="462026" y="39465"/>
                    <a:pt x="462026" y="39491"/>
                    <a:pt x="462026" y="39509"/>
                  </a:cubicBezTo>
                  <a:lnTo>
                    <a:pt x="462026" y="513561"/>
                  </a:lnTo>
                  <a:cubicBezTo>
                    <a:pt x="462026" y="535345"/>
                    <a:pt x="479711" y="553007"/>
                    <a:pt x="501523" y="553007"/>
                  </a:cubicBezTo>
                  <a:cubicBezTo>
                    <a:pt x="523336" y="553007"/>
                    <a:pt x="541020" y="535345"/>
                    <a:pt x="541020" y="513561"/>
                  </a:cubicBezTo>
                  <a:lnTo>
                    <a:pt x="541020" y="39509"/>
                  </a:lnTo>
                  <a:cubicBezTo>
                    <a:pt x="541058" y="17821"/>
                    <a:pt x="523558" y="171"/>
                    <a:pt x="501841" y="0"/>
                  </a:cubicBezTo>
                  <a:close/>
                  <a:moveTo>
                    <a:pt x="386017" y="0"/>
                  </a:moveTo>
                  <a:cubicBezTo>
                    <a:pt x="364205" y="0"/>
                    <a:pt x="346520" y="17662"/>
                    <a:pt x="346520" y="39446"/>
                  </a:cubicBezTo>
                  <a:cubicBezTo>
                    <a:pt x="346520" y="39465"/>
                    <a:pt x="346520" y="39491"/>
                    <a:pt x="346520" y="39509"/>
                  </a:cubicBezTo>
                  <a:lnTo>
                    <a:pt x="346520" y="437206"/>
                  </a:lnTo>
                  <a:cubicBezTo>
                    <a:pt x="346520" y="458990"/>
                    <a:pt x="364205" y="476652"/>
                    <a:pt x="386017" y="476652"/>
                  </a:cubicBezTo>
                  <a:cubicBezTo>
                    <a:pt x="407829" y="476652"/>
                    <a:pt x="425514" y="458990"/>
                    <a:pt x="425514" y="437206"/>
                  </a:cubicBezTo>
                  <a:lnTo>
                    <a:pt x="425514" y="39509"/>
                  </a:lnTo>
                  <a:cubicBezTo>
                    <a:pt x="425552" y="17821"/>
                    <a:pt x="408051" y="171"/>
                    <a:pt x="386334" y="0"/>
                  </a:cubicBezTo>
                  <a:close/>
                  <a:moveTo>
                    <a:pt x="155004" y="0"/>
                  </a:moveTo>
                  <a:cubicBezTo>
                    <a:pt x="133191" y="0"/>
                    <a:pt x="115507" y="17662"/>
                    <a:pt x="115507" y="39446"/>
                  </a:cubicBezTo>
                  <a:cubicBezTo>
                    <a:pt x="115507" y="39465"/>
                    <a:pt x="115507" y="39491"/>
                    <a:pt x="115507" y="39509"/>
                  </a:cubicBezTo>
                  <a:lnTo>
                    <a:pt x="115507" y="171356"/>
                  </a:lnTo>
                  <a:cubicBezTo>
                    <a:pt x="115507" y="193140"/>
                    <a:pt x="133191" y="210802"/>
                    <a:pt x="155004" y="210802"/>
                  </a:cubicBezTo>
                  <a:cubicBezTo>
                    <a:pt x="176816" y="210802"/>
                    <a:pt x="194501" y="193140"/>
                    <a:pt x="194501" y="171356"/>
                  </a:cubicBezTo>
                  <a:lnTo>
                    <a:pt x="194501" y="39509"/>
                  </a:lnTo>
                  <a:cubicBezTo>
                    <a:pt x="194539" y="17821"/>
                    <a:pt x="177038" y="171"/>
                    <a:pt x="155321" y="0"/>
                  </a:cubicBezTo>
                  <a:close/>
                  <a:moveTo>
                    <a:pt x="270510" y="0"/>
                  </a:moveTo>
                  <a:cubicBezTo>
                    <a:pt x="248698" y="0"/>
                    <a:pt x="231013" y="17662"/>
                    <a:pt x="231013" y="39446"/>
                  </a:cubicBezTo>
                  <a:cubicBezTo>
                    <a:pt x="231013" y="39465"/>
                    <a:pt x="231013" y="39491"/>
                    <a:pt x="231013" y="39509"/>
                  </a:cubicBezTo>
                  <a:lnTo>
                    <a:pt x="231013" y="322355"/>
                  </a:lnTo>
                  <a:cubicBezTo>
                    <a:pt x="231013" y="344139"/>
                    <a:pt x="248698" y="361801"/>
                    <a:pt x="270510" y="361801"/>
                  </a:cubicBezTo>
                  <a:cubicBezTo>
                    <a:pt x="292322" y="361801"/>
                    <a:pt x="310007" y="344139"/>
                    <a:pt x="310007" y="322355"/>
                  </a:cubicBezTo>
                  <a:lnTo>
                    <a:pt x="310007" y="39509"/>
                  </a:lnTo>
                  <a:cubicBezTo>
                    <a:pt x="310045" y="17821"/>
                    <a:pt x="292545" y="171"/>
                    <a:pt x="270828" y="0"/>
                  </a:cubicBezTo>
                  <a:close/>
                  <a:moveTo>
                    <a:pt x="848360" y="0"/>
                  </a:moveTo>
                  <a:cubicBezTo>
                    <a:pt x="826548" y="0"/>
                    <a:pt x="808863" y="17662"/>
                    <a:pt x="808863" y="39446"/>
                  </a:cubicBezTo>
                  <a:cubicBezTo>
                    <a:pt x="808863" y="39465"/>
                    <a:pt x="808863" y="39491"/>
                    <a:pt x="808863" y="39509"/>
                  </a:cubicBezTo>
                  <a:lnTo>
                    <a:pt x="808863" y="580911"/>
                  </a:lnTo>
                  <a:cubicBezTo>
                    <a:pt x="808863" y="602696"/>
                    <a:pt x="826548" y="620358"/>
                    <a:pt x="848360" y="620358"/>
                  </a:cubicBezTo>
                  <a:cubicBezTo>
                    <a:pt x="870172" y="620358"/>
                    <a:pt x="887857" y="602696"/>
                    <a:pt x="887857" y="580911"/>
                  </a:cubicBezTo>
                  <a:lnTo>
                    <a:pt x="887857" y="39509"/>
                  </a:lnTo>
                  <a:cubicBezTo>
                    <a:pt x="887889" y="17725"/>
                    <a:pt x="870236" y="38"/>
                    <a:pt x="848424" y="0"/>
                  </a:cubicBezTo>
                  <a:cubicBezTo>
                    <a:pt x="848405" y="0"/>
                    <a:pt x="848379" y="0"/>
                    <a:pt x="848360" y="0"/>
                  </a:cubicBezTo>
                  <a:close/>
                  <a:moveTo>
                    <a:pt x="1194880" y="0"/>
                  </a:moveTo>
                  <a:cubicBezTo>
                    <a:pt x="1173068" y="0"/>
                    <a:pt x="1155383" y="17662"/>
                    <a:pt x="1155383" y="39446"/>
                  </a:cubicBezTo>
                  <a:cubicBezTo>
                    <a:pt x="1155383" y="39465"/>
                    <a:pt x="1155383" y="39491"/>
                    <a:pt x="1155383" y="39509"/>
                  </a:cubicBezTo>
                  <a:lnTo>
                    <a:pt x="1155383" y="236106"/>
                  </a:lnTo>
                  <a:cubicBezTo>
                    <a:pt x="1155383" y="257890"/>
                    <a:pt x="1173068" y="275552"/>
                    <a:pt x="1194880" y="275552"/>
                  </a:cubicBezTo>
                  <a:cubicBezTo>
                    <a:pt x="1216692" y="275552"/>
                    <a:pt x="1234377" y="257890"/>
                    <a:pt x="1234377" y="236106"/>
                  </a:cubicBezTo>
                  <a:lnTo>
                    <a:pt x="1234377" y="39509"/>
                  </a:lnTo>
                  <a:cubicBezTo>
                    <a:pt x="1234408" y="17725"/>
                    <a:pt x="1216756" y="38"/>
                    <a:pt x="1194943" y="0"/>
                  </a:cubicBezTo>
                  <a:cubicBezTo>
                    <a:pt x="1194924" y="0"/>
                    <a:pt x="1194899" y="0"/>
                    <a:pt x="1194880" y="0"/>
                  </a:cubicBezTo>
                  <a:close/>
                  <a:moveTo>
                    <a:pt x="1310386" y="0"/>
                  </a:moveTo>
                  <a:cubicBezTo>
                    <a:pt x="1288574" y="0"/>
                    <a:pt x="1270889" y="17662"/>
                    <a:pt x="1270889" y="39446"/>
                  </a:cubicBezTo>
                  <a:cubicBezTo>
                    <a:pt x="1270889" y="39465"/>
                    <a:pt x="1270889" y="39491"/>
                    <a:pt x="1270889" y="39509"/>
                  </a:cubicBezTo>
                  <a:lnTo>
                    <a:pt x="1270889" y="71219"/>
                  </a:lnTo>
                  <a:cubicBezTo>
                    <a:pt x="1270889" y="93003"/>
                    <a:pt x="1288574" y="110665"/>
                    <a:pt x="1310386" y="110665"/>
                  </a:cubicBezTo>
                  <a:cubicBezTo>
                    <a:pt x="1332199" y="110665"/>
                    <a:pt x="1349883" y="93003"/>
                    <a:pt x="1349883" y="71219"/>
                  </a:cubicBezTo>
                  <a:lnTo>
                    <a:pt x="1349883" y="39509"/>
                  </a:lnTo>
                  <a:cubicBezTo>
                    <a:pt x="1349915" y="17725"/>
                    <a:pt x="1332262" y="38"/>
                    <a:pt x="1310450" y="0"/>
                  </a:cubicBezTo>
                  <a:cubicBezTo>
                    <a:pt x="1310431" y="0"/>
                    <a:pt x="1310405" y="0"/>
                    <a:pt x="1310386" y="0"/>
                  </a:cubicBezTo>
                  <a:close/>
                  <a:moveTo>
                    <a:pt x="732536" y="0"/>
                  </a:moveTo>
                  <a:cubicBezTo>
                    <a:pt x="710724" y="0"/>
                    <a:pt x="693039" y="17662"/>
                    <a:pt x="693039" y="39446"/>
                  </a:cubicBezTo>
                  <a:cubicBezTo>
                    <a:pt x="693039" y="39465"/>
                    <a:pt x="693039" y="39491"/>
                    <a:pt x="693039" y="39509"/>
                  </a:cubicBezTo>
                  <a:lnTo>
                    <a:pt x="693039" y="593532"/>
                  </a:lnTo>
                  <a:cubicBezTo>
                    <a:pt x="693039" y="615316"/>
                    <a:pt x="710724" y="632978"/>
                    <a:pt x="732536" y="632978"/>
                  </a:cubicBezTo>
                  <a:cubicBezTo>
                    <a:pt x="754349" y="632978"/>
                    <a:pt x="772033" y="615316"/>
                    <a:pt x="772033" y="593532"/>
                  </a:cubicBezTo>
                  <a:lnTo>
                    <a:pt x="772033" y="39509"/>
                  </a:lnTo>
                  <a:cubicBezTo>
                    <a:pt x="772072" y="17821"/>
                    <a:pt x="754571" y="171"/>
                    <a:pt x="732854" y="0"/>
                  </a:cubicBezTo>
                  <a:close/>
                  <a:moveTo>
                    <a:pt x="1079056" y="0"/>
                  </a:moveTo>
                  <a:cubicBezTo>
                    <a:pt x="1057244" y="0"/>
                    <a:pt x="1039559" y="17662"/>
                    <a:pt x="1039559" y="39446"/>
                  </a:cubicBezTo>
                  <a:cubicBezTo>
                    <a:pt x="1039559" y="39465"/>
                    <a:pt x="1039559" y="39491"/>
                    <a:pt x="1039559" y="39509"/>
                  </a:cubicBezTo>
                  <a:lnTo>
                    <a:pt x="1039559" y="411141"/>
                  </a:lnTo>
                  <a:cubicBezTo>
                    <a:pt x="1039559" y="432925"/>
                    <a:pt x="1057244" y="450587"/>
                    <a:pt x="1079056" y="450587"/>
                  </a:cubicBezTo>
                  <a:cubicBezTo>
                    <a:pt x="1100868" y="450587"/>
                    <a:pt x="1118553" y="432925"/>
                    <a:pt x="1118553" y="411141"/>
                  </a:cubicBezTo>
                  <a:lnTo>
                    <a:pt x="1118553" y="39509"/>
                  </a:lnTo>
                  <a:cubicBezTo>
                    <a:pt x="1118591" y="17821"/>
                    <a:pt x="1101090" y="171"/>
                    <a:pt x="1079373" y="0"/>
                  </a:cubicBezTo>
                  <a:close/>
                  <a:moveTo>
                    <a:pt x="963549" y="0"/>
                  </a:moveTo>
                  <a:lnTo>
                    <a:pt x="963549" y="0"/>
                  </a:lnTo>
                  <a:cubicBezTo>
                    <a:pt x="941737" y="0"/>
                    <a:pt x="924052" y="17662"/>
                    <a:pt x="924052" y="39446"/>
                  </a:cubicBezTo>
                  <a:cubicBezTo>
                    <a:pt x="924052" y="39465"/>
                    <a:pt x="924052" y="39491"/>
                    <a:pt x="924052" y="39509"/>
                  </a:cubicBezTo>
                  <a:lnTo>
                    <a:pt x="924052" y="524913"/>
                  </a:lnTo>
                  <a:cubicBezTo>
                    <a:pt x="924014" y="546697"/>
                    <a:pt x="941674" y="564391"/>
                    <a:pt x="963486" y="564423"/>
                  </a:cubicBezTo>
                  <a:cubicBezTo>
                    <a:pt x="963594" y="564423"/>
                    <a:pt x="963695" y="564423"/>
                    <a:pt x="963803" y="564423"/>
                  </a:cubicBezTo>
                  <a:lnTo>
                    <a:pt x="963803" y="564423"/>
                  </a:lnTo>
                  <a:cubicBezTo>
                    <a:pt x="985615" y="564423"/>
                    <a:pt x="1003300" y="546761"/>
                    <a:pt x="1003300" y="524977"/>
                  </a:cubicBezTo>
                  <a:cubicBezTo>
                    <a:pt x="1003300" y="524957"/>
                    <a:pt x="1003300" y="524932"/>
                    <a:pt x="1003300" y="524913"/>
                  </a:cubicBezTo>
                  <a:lnTo>
                    <a:pt x="1003300" y="39509"/>
                  </a:lnTo>
                  <a:cubicBezTo>
                    <a:pt x="1003332" y="17725"/>
                    <a:pt x="985679" y="38"/>
                    <a:pt x="963867" y="0"/>
                  </a:cubicBezTo>
                  <a:cubicBezTo>
                    <a:pt x="963848" y="0"/>
                    <a:pt x="963822" y="0"/>
                    <a:pt x="963803" y="0"/>
                  </a:cubicBezTo>
                  <a:close/>
                </a:path>
              </a:pathLst>
            </a:custGeom>
            <a:solidFill>
              <a:srgbClr val="7DFF29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10"/>
            <p:cNvSpPr/>
            <p:nvPr/>
          </p:nvSpPr>
          <p:spPr>
            <a:xfrm flipH="1">
              <a:off x="3650389" y="1606595"/>
              <a:ext cx="693848" cy="513616"/>
            </a:xfrm>
            <a:custGeom>
              <a:avLst/>
              <a:gdLst/>
              <a:ahLst/>
              <a:cxnLst/>
              <a:rect l="l" t="t" r="r" b="b"/>
              <a:pathLst>
                <a:path w="1850262" h="1369644" extrusionOk="0">
                  <a:moveTo>
                    <a:pt x="750570" y="896291"/>
                  </a:moveTo>
                  <a:cubicBezTo>
                    <a:pt x="720268" y="896291"/>
                    <a:pt x="695706" y="920821"/>
                    <a:pt x="695706" y="951084"/>
                  </a:cubicBezTo>
                  <a:cubicBezTo>
                    <a:pt x="695706" y="981347"/>
                    <a:pt x="720268" y="1005877"/>
                    <a:pt x="750570" y="1005877"/>
                  </a:cubicBezTo>
                  <a:cubicBezTo>
                    <a:pt x="780872" y="1005877"/>
                    <a:pt x="805434" y="981347"/>
                    <a:pt x="805434" y="951084"/>
                  </a:cubicBezTo>
                  <a:cubicBezTo>
                    <a:pt x="805434" y="920821"/>
                    <a:pt x="780872" y="896291"/>
                    <a:pt x="750570" y="896291"/>
                  </a:cubicBezTo>
                  <a:close/>
                  <a:moveTo>
                    <a:pt x="750570" y="1261643"/>
                  </a:moveTo>
                  <a:cubicBezTo>
                    <a:pt x="720268" y="1261643"/>
                    <a:pt x="695706" y="1286173"/>
                    <a:pt x="695706" y="1316437"/>
                  </a:cubicBezTo>
                  <a:cubicBezTo>
                    <a:pt x="695700" y="1325842"/>
                    <a:pt x="698151" y="1335088"/>
                    <a:pt x="702818" y="1343263"/>
                  </a:cubicBezTo>
                  <a:cubicBezTo>
                    <a:pt x="722274" y="1353473"/>
                    <a:pt x="742436" y="1362294"/>
                    <a:pt x="763143" y="1369645"/>
                  </a:cubicBezTo>
                  <a:cubicBezTo>
                    <a:pt x="792499" y="1362288"/>
                    <a:pt x="810324" y="1332558"/>
                    <a:pt x="802964" y="1303239"/>
                  </a:cubicBezTo>
                  <a:cubicBezTo>
                    <a:pt x="796906" y="1279128"/>
                    <a:pt x="775335" y="1262119"/>
                    <a:pt x="750443" y="1261833"/>
                  </a:cubicBezTo>
                  <a:close/>
                  <a:moveTo>
                    <a:pt x="527939" y="127"/>
                  </a:moveTo>
                  <a:cubicBezTo>
                    <a:pt x="507054" y="22050"/>
                    <a:pt x="507924" y="56734"/>
                    <a:pt x="529876" y="77592"/>
                  </a:cubicBezTo>
                  <a:cubicBezTo>
                    <a:pt x="551828" y="98450"/>
                    <a:pt x="586556" y="97582"/>
                    <a:pt x="607441" y="75658"/>
                  </a:cubicBezTo>
                  <a:cubicBezTo>
                    <a:pt x="627590" y="54502"/>
                    <a:pt x="627590" y="21283"/>
                    <a:pt x="607441" y="127"/>
                  </a:cubicBezTo>
                  <a:close/>
                  <a:moveTo>
                    <a:pt x="567690" y="348357"/>
                  </a:moveTo>
                  <a:cubicBezTo>
                    <a:pt x="537388" y="348357"/>
                    <a:pt x="512826" y="372887"/>
                    <a:pt x="512826" y="403150"/>
                  </a:cubicBezTo>
                  <a:cubicBezTo>
                    <a:pt x="512731" y="405008"/>
                    <a:pt x="512731" y="406873"/>
                    <a:pt x="512826" y="408731"/>
                  </a:cubicBezTo>
                  <a:cubicBezTo>
                    <a:pt x="515912" y="438835"/>
                    <a:pt x="542855" y="460740"/>
                    <a:pt x="572999" y="457652"/>
                  </a:cubicBezTo>
                  <a:cubicBezTo>
                    <a:pt x="598875" y="455007"/>
                    <a:pt x="619328" y="434574"/>
                    <a:pt x="621983" y="408731"/>
                  </a:cubicBezTo>
                  <a:cubicBezTo>
                    <a:pt x="622186" y="406879"/>
                    <a:pt x="622294" y="405014"/>
                    <a:pt x="622300" y="403150"/>
                  </a:cubicBezTo>
                  <a:cubicBezTo>
                    <a:pt x="622300" y="372988"/>
                    <a:pt x="597891" y="348496"/>
                    <a:pt x="567690" y="348357"/>
                  </a:cubicBezTo>
                  <a:close/>
                  <a:moveTo>
                    <a:pt x="750570" y="165712"/>
                  </a:moveTo>
                  <a:cubicBezTo>
                    <a:pt x="720268" y="165712"/>
                    <a:pt x="695706" y="190242"/>
                    <a:pt x="695706" y="220505"/>
                  </a:cubicBezTo>
                  <a:cubicBezTo>
                    <a:pt x="695706" y="250769"/>
                    <a:pt x="720268" y="275299"/>
                    <a:pt x="750570" y="275299"/>
                  </a:cubicBezTo>
                  <a:cubicBezTo>
                    <a:pt x="780872" y="275299"/>
                    <a:pt x="805434" y="250769"/>
                    <a:pt x="805434" y="220505"/>
                  </a:cubicBezTo>
                  <a:cubicBezTo>
                    <a:pt x="805434" y="220486"/>
                    <a:pt x="805434" y="220461"/>
                    <a:pt x="805434" y="220442"/>
                  </a:cubicBezTo>
                  <a:cubicBezTo>
                    <a:pt x="805472" y="190179"/>
                    <a:pt x="780936" y="165623"/>
                    <a:pt x="750634" y="165585"/>
                  </a:cubicBezTo>
                  <a:cubicBezTo>
                    <a:pt x="750615" y="165585"/>
                    <a:pt x="750589" y="165585"/>
                    <a:pt x="750570" y="165585"/>
                  </a:cubicBezTo>
                  <a:close/>
                  <a:moveTo>
                    <a:pt x="933450" y="1078935"/>
                  </a:moveTo>
                  <a:cubicBezTo>
                    <a:pt x="931583" y="1078942"/>
                    <a:pt x="929716" y="1079049"/>
                    <a:pt x="927862" y="1079252"/>
                  </a:cubicBezTo>
                  <a:cubicBezTo>
                    <a:pt x="899884" y="1082112"/>
                    <a:pt x="878605" y="1105641"/>
                    <a:pt x="878586" y="1133729"/>
                  </a:cubicBezTo>
                  <a:cubicBezTo>
                    <a:pt x="878491" y="1135587"/>
                    <a:pt x="878491" y="1137451"/>
                    <a:pt x="878586" y="1139309"/>
                  </a:cubicBezTo>
                  <a:cubicBezTo>
                    <a:pt x="881272" y="1165159"/>
                    <a:pt x="901725" y="1185586"/>
                    <a:pt x="927608" y="1188268"/>
                  </a:cubicBezTo>
                  <a:cubicBezTo>
                    <a:pt x="929462" y="1188471"/>
                    <a:pt x="931329" y="1188579"/>
                    <a:pt x="933196" y="1188585"/>
                  </a:cubicBezTo>
                  <a:cubicBezTo>
                    <a:pt x="961333" y="1188535"/>
                    <a:pt x="984879" y="1167264"/>
                    <a:pt x="987743" y="1139309"/>
                  </a:cubicBezTo>
                  <a:cubicBezTo>
                    <a:pt x="987838" y="1137451"/>
                    <a:pt x="987838" y="1135587"/>
                    <a:pt x="987743" y="1133729"/>
                  </a:cubicBezTo>
                  <a:cubicBezTo>
                    <a:pt x="987812" y="1103637"/>
                    <a:pt x="963574" y="1079119"/>
                    <a:pt x="933450" y="1078808"/>
                  </a:cubicBezTo>
                  <a:close/>
                  <a:moveTo>
                    <a:pt x="750570" y="531001"/>
                  </a:moveTo>
                  <a:cubicBezTo>
                    <a:pt x="720268" y="531001"/>
                    <a:pt x="695706" y="555531"/>
                    <a:pt x="695706" y="585795"/>
                  </a:cubicBezTo>
                  <a:cubicBezTo>
                    <a:pt x="695706" y="616058"/>
                    <a:pt x="720268" y="640588"/>
                    <a:pt x="750570" y="640588"/>
                  </a:cubicBezTo>
                  <a:cubicBezTo>
                    <a:pt x="780872" y="640588"/>
                    <a:pt x="805434" y="616058"/>
                    <a:pt x="805434" y="585795"/>
                  </a:cubicBezTo>
                  <a:cubicBezTo>
                    <a:pt x="805434" y="555531"/>
                    <a:pt x="780872" y="531001"/>
                    <a:pt x="750570" y="531001"/>
                  </a:cubicBezTo>
                  <a:close/>
                  <a:moveTo>
                    <a:pt x="567690" y="713646"/>
                  </a:moveTo>
                  <a:cubicBezTo>
                    <a:pt x="537388" y="713646"/>
                    <a:pt x="512826" y="738176"/>
                    <a:pt x="512826" y="768439"/>
                  </a:cubicBezTo>
                  <a:cubicBezTo>
                    <a:pt x="512826" y="798702"/>
                    <a:pt x="537388" y="823233"/>
                    <a:pt x="567690" y="823233"/>
                  </a:cubicBezTo>
                  <a:cubicBezTo>
                    <a:pt x="597992" y="823233"/>
                    <a:pt x="622554" y="798702"/>
                    <a:pt x="622554" y="768439"/>
                  </a:cubicBezTo>
                  <a:cubicBezTo>
                    <a:pt x="622554" y="738176"/>
                    <a:pt x="597992" y="713646"/>
                    <a:pt x="567690" y="713646"/>
                  </a:cubicBezTo>
                  <a:close/>
                  <a:moveTo>
                    <a:pt x="384810" y="896291"/>
                  </a:moveTo>
                  <a:cubicBezTo>
                    <a:pt x="367494" y="896291"/>
                    <a:pt x="351193" y="904478"/>
                    <a:pt x="340868" y="918360"/>
                  </a:cubicBezTo>
                  <a:cubicBezTo>
                    <a:pt x="356699" y="948376"/>
                    <a:pt x="372872" y="977466"/>
                    <a:pt x="389382" y="1005624"/>
                  </a:cubicBezTo>
                  <a:cubicBezTo>
                    <a:pt x="419583" y="1003639"/>
                    <a:pt x="442455" y="977580"/>
                    <a:pt x="440461" y="947418"/>
                  </a:cubicBezTo>
                  <a:cubicBezTo>
                    <a:pt x="438544" y="918271"/>
                    <a:pt x="414052" y="895770"/>
                    <a:pt x="384810" y="896291"/>
                  </a:cubicBezTo>
                  <a:close/>
                  <a:moveTo>
                    <a:pt x="201930" y="348357"/>
                  </a:moveTo>
                  <a:cubicBezTo>
                    <a:pt x="171628" y="348357"/>
                    <a:pt x="147066" y="372887"/>
                    <a:pt x="147066" y="403150"/>
                  </a:cubicBezTo>
                  <a:cubicBezTo>
                    <a:pt x="146971" y="405008"/>
                    <a:pt x="146971" y="406873"/>
                    <a:pt x="147066" y="408731"/>
                  </a:cubicBezTo>
                  <a:cubicBezTo>
                    <a:pt x="150152" y="438835"/>
                    <a:pt x="177095" y="460740"/>
                    <a:pt x="207239" y="457652"/>
                  </a:cubicBezTo>
                  <a:cubicBezTo>
                    <a:pt x="233115" y="455007"/>
                    <a:pt x="253568" y="434574"/>
                    <a:pt x="256222" y="408731"/>
                  </a:cubicBezTo>
                  <a:cubicBezTo>
                    <a:pt x="256426" y="406879"/>
                    <a:pt x="256534" y="405014"/>
                    <a:pt x="256540" y="403150"/>
                  </a:cubicBezTo>
                  <a:cubicBezTo>
                    <a:pt x="256540" y="372988"/>
                    <a:pt x="232131" y="348496"/>
                    <a:pt x="201930" y="348357"/>
                  </a:cubicBezTo>
                  <a:close/>
                  <a:moveTo>
                    <a:pt x="19050" y="165585"/>
                  </a:moveTo>
                  <a:cubicBezTo>
                    <a:pt x="12548" y="165591"/>
                    <a:pt x="6098" y="166752"/>
                    <a:pt x="0" y="169010"/>
                  </a:cubicBezTo>
                  <a:cubicBezTo>
                    <a:pt x="15791" y="201226"/>
                    <a:pt x="31350" y="234077"/>
                    <a:pt x="46672" y="267562"/>
                  </a:cubicBezTo>
                  <a:cubicBezTo>
                    <a:pt x="72803" y="252303"/>
                    <a:pt x="81597" y="218787"/>
                    <a:pt x="66319" y="192690"/>
                  </a:cubicBezTo>
                  <a:cubicBezTo>
                    <a:pt x="56496" y="175916"/>
                    <a:pt x="38506" y="165598"/>
                    <a:pt x="19050" y="165585"/>
                  </a:cubicBezTo>
                  <a:close/>
                  <a:moveTo>
                    <a:pt x="162179" y="0"/>
                  </a:moveTo>
                  <a:cubicBezTo>
                    <a:pt x="141294" y="21924"/>
                    <a:pt x="142164" y="56607"/>
                    <a:pt x="164116" y="77465"/>
                  </a:cubicBezTo>
                  <a:cubicBezTo>
                    <a:pt x="186068" y="98324"/>
                    <a:pt x="220796" y="97455"/>
                    <a:pt x="241681" y="75531"/>
                  </a:cubicBezTo>
                  <a:cubicBezTo>
                    <a:pt x="261830" y="54375"/>
                    <a:pt x="261830" y="21156"/>
                    <a:pt x="241681" y="0"/>
                  </a:cubicBezTo>
                  <a:close/>
                  <a:moveTo>
                    <a:pt x="567690" y="1078808"/>
                  </a:moveTo>
                  <a:cubicBezTo>
                    <a:pt x="537388" y="1078808"/>
                    <a:pt x="512826" y="1103339"/>
                    <a:pt x="512826" y="1133602"/>
                  </a:cubicBezTo>
                  <a:cubicBezTo>
                    <a:pt x="512731" y="1135460"/>
                    <a:pt x="512731" y="1137324"/>
                    <a:pt x="512826" y="1139182"/>
                  </a:cubicBezTo>
                  <a:cubicBezTo>
                    <a:pt x="515912" y="1169287"/>
                    <a:pt x="542855" y="1191192"/>
                    <a:pt x="572999" y="1188103"/>
                  </a:cubicBezTo>
                  <a:cubicBezTo>
                    <a:pt x="598875" y="1185459"/>
                    <a:pt x="619328" y="1165026"/>
                    <a:pt x="621983" y="1139182"/>
                  </a:cubicBezTo>
                  <a:cubicBezTo>
                    <a:pt x="622186" y="1137331"/>
                    <a:pt x="622294" y="1135466"/>
                    <a:pt x="622300" y="1133602"/>
                  </a:cubicBezTo>
                  <a:cubicBezTo>
                    <a:pt x="622300" y="1103440"/>
                    <a:pt x="597891" y="1078948"/>
                    <a:pt x="567690" y="1078808"/>
                  </a:cubicBezTo>
                  <a:close/>
                  <a:moveTo>
                    <a:pt x="384810" y="165585"/>
                  </a:moveTo>
                  <a:cubicBezTo>
                    <a:pt x="354508" y="165585"/>
                    <a:pt x="329946" y="190115"/>
                    <a:pt x="329946" y="220379"/>
                  </a:cubicBezTo>
                  <a:cubicBezTo>
                    <a:pt x="329946" y="250642"/>
                    <a:pt x="354508" y="275172"/>
                    <a:pt x="384810" y="275172"/>
                  </a:cubicBezTo>
                  <a:cubicBezTo>
                    <a:pt x="415112" y="275172"/>
                    <a:pt x="439674" y="250642"/>
                    <a:pt x="439674" y="220379"/>
                  </a:cubicBezTo>
                  <a:cubicBezTo>
                    <a:pt x="439674" y="220359"/>
                    <a:pt x="439674" y="220334"/>
                    <a:pt x="439674" y="220315"/>
                  </a:cubicBezTo>
                  <a:cubicBezTo>
                    <a:pt x="439674" y="190090"/>
                    <a:pt x="415138" y="165585"/>
                    <a:pt x="384874" y="165585"/>
                  </a:cubicBezTo>
                  <a:cubicBezTo>
                    <a:pt x="384854" y="165585"/>
                    <a:pt x="384829" y="165585"/>
                    <a:pt x="384810" y="165585"/>
                  </a:cubicBezTo>
                  <a:close/>
                  <a:moveTo>
                    <a:pt x="933450" y="713519"/>
                  </a:moveTo>
                  <a:cubicBezTo>
                    <a:pt x="931590" y="713424"/>
                    <a:pt x="929723" y="713424"/>
                    <a:pt x="927862" y="713519"/>
                  </a:cubicBezTo>
                  <a:cubicBezTo>
                    <a:pt x="897700" y="716772"/>
                    <a:pt x="875894" y="743827"/>
                    <a:pt x="879151" y="773950"/>
                  </a:cubicBezTo>
                  <a:cubicBezTo>
                    <a:pt x="881920" y="799584"/>
                    <a:pt x="902195" y="819827"/>
                    <a:pt x="927862" y="822599"/>
                  </a:cubicBezTo>
                  <a:cubicBezTo>
                    <a:pt x="929704" y="822599"/>
                    <a:pt x="931545" y="822599"/>
                    <a:pt x="933450" y="822599"/>
                  </a:cubicBezTo>
                  <a:cubicBezTo>
                    <a:pt x="963752" y="822599"/>
                    <a:pt x="988314" y="798068"/>
                    <a:pt x="988314" y="767805"/>
                  </a:cubicBezTo>
                  <a:cubicBezTo>
                    <a:pt x="988314" y="737542"/>
                    <a:pt x="963752" y="713012"/>
                    <a:pt x="933450" y="713012"/>
                  </a:cubicBezTo>
                  <a:close/>
                  <a:moveTo>
                    <a:pt x="384810" y="530874"/>
                  </a:moveTo>
                  <a:cubicBezTo>
                    <a:pt x="354508" y="530874"/>
                    <a:pt x="329946" y="555404"/>
                    <a:pt x="329946" y="585668"/>
                  </a:cubicBezTo>
                  <a:cubicBezTo>
                    <a:pt x="329946" y="615931"/>
                    <a:pt x="354508" y="640461"/>
                    <a:pt x="384810" y="640461"/>
                  </a:cubicBezTo>
                  <a:cubicBezTo>
                    <a:pt x="415112" y="640461"/>
                    <a:pt x="439674" y="615931"/>
                    <a:pt x="439674" y="585668"/>
                  </a:cubicBezTo>
                  <a:cubicBezTo>
                    <a:pt x="439604" y="555455"/>
                    <a:pt x="415061" y="531001"/>
                    <a:pt x="384810" y="531001"/>
                  </a:cubicBezTo>
                  <a:close/>
                  <a:moveTo>
                    <a:pt x="1847850" y="165585"/>
                  </a:moveTo>
                  <a:cubicBezTo>
                    <a:pt x="1817586" y="165420"/>
                    <a:pt x="1792916" y="189786"/>
                    <a:pt x="1792745" y="220011"/>
                  </a:cubicBezTo>
                  <a:cubicBezTo>
                    <a:pt x="1792662" y="235485"/>
                    <a:pt x="1799139" y="250274"/>
                    <a:pt x="1810576" y="260712"/>
                  </a:cubicBezTo>
                  <a:cubicBezTo>
                    <a:pt x="1823911" y="229048"/>
                    <a:pt x="1837138" y="197440"/>
                    <a:pt x="1850263" y="165902"/>
                  </a:cubicBezTo>
                  <a:close/>
                  <a:moveTo>
                    <a:pt x="1427226" y="951084"/>
                  </a:moveTo>
                  <a:cubicBezTo>
                    <a:pt x="1427232" y="966767"/>
                    <a:pt x="1433982" y="981690"/>
                    <a:pt x="1445768" y="992052"/>
                  </a:cubicBezTo>
                  <a:cubicBezTo>
                    <a:pt x="1464818" y="962563"/>
                    <a:pt x="1483868" y="931868"/>
                    <a:pt x="1502346" y="900222"/>
                  </a:cubicBezTo>
                  <a:cubicBezTo>
                    <a:pt x="1474292" y="888978"/>
                    <a:pt x="1442422" y="902582"/>
                    <a:pt x="1431163" y="930600"/>
                  </a:cubicBezTo>
                  <a:cubicBezTo>
                    <a:pt x="1428560" y="937075"/>
                    <a:pt x="1427226" y="943981"/>
                    <a:pt x="1427226" y="950957"/>
                  </a:cubicBezTo>
                  <a:close/>
                  <a:moveTo>
                    <a:pt x="1482090" y="531001"/>
                  </a:moveTo>
                  <a:cubicBezTo>
                    <a:pt x="1451788" y="531001"/>
                    <a:pt x="1427226" y="555531"/>
                    <a:pt x="1427226" y="585795"/>
                  </a:cubicBezTo>
                  <a:cubicBezTo>
                    <a:pt x="1427226" y="616058"/>
                    <a:pt x="1451788" y="640588"/>
                    <a:pt x="1482090" y="640588"/>
                  </a:cubicBezTo>
                  <a:cubicBezTo>
                    <a:pt x="1512392" y="640588"/>
                    <a:pt x="1536954" y="616058"/>
                    <a:pt x="1536954" y="585795"/>
                  </a:cubicBezTo>
                  <a:cubicBezTo>
                    <a:pt x="1536954" y="555531"/>
                    <a:pt x="1512392" y="531001"/>
                    <a:pt x="1482090" y="531001"/>
                  </a:cubicBezTo>
                  <a:close/>
                  <a:moveTo>
                    <a:pt x="1259459" y="127"/>
                  </a:moveTo>
                  <a:cubicBezTo>
                    <a:pt x="1238574" y="22050"/>
                    <a:pt x="1239444" y="56734"/>
                    <a:pt x="1261396" y="77592"/>
                  </a:cubicBezTo>
                  <a:cubicBezTo>
                    <a:pt x="1283348" y="98450"/>
                    <a:pt x="1318076" y="97582"/>
                    <a:pt x="1338961" y="75658"/>
                  </a:cubicBezTo>
                  <a:cubicBezTo>
                    <a:pt x="1359110" y="54502"/>
                    <a:pt x="1359110" y="21283"/>
                    <a:pt x="1338961" y="127"/>
                  </a:cubicBezTo>
                  <a:close/>
                  <a:moveTo>
                    <a:pt x="1482090" y="165585"/>
                  </a:moveTo>
                  <a:cubicBezTo>
                    <a:pt x="1451788" y="165585"/>
                    <a:pt x="1427226" y="190115"/>
                    <a:pt x="1427226" y="220379"/>
                  </a:cubicBezTo>
                  <a:cubicBezTo>
                    <a:pt x="1427226" y="250642"/>
                    <a:pt x="1451788" y="275172"/>
                    <a:pt x="1482090" y="275172"/>
                  </a:cubicBezTo>
                  <a:cubicBezTo>
                    <a:pt x="1512392" y="275172"/>
                    <a:pt x="1536954" y="250642"/>
                    <a:pt x="1536954" y="220379"/>
                  </a:cubicBezTo>
                  <a:cubicBezTo>
                    <a:pt x="1536954" y="220359"/>
                    <a:pt x="1536954" y="220334"/>
                    <a:pt x="1536954" y="220315"/>
                  </a:cubicBezTo>
                  <a:cubicBezTo>
                    <a:pt x="1536922" y="190077"/>
                    <a:pt x="1512367" y="165585"/>
                    <a:pt x="1482090" y="165585"/>
                  </a:cubicBezTo>
                  <a:close/>
                  <a:moveTo>
                    <a:pt x="1625219" y="0"/>
                  </a:moveTo>
                  <a:cubicBezTo>
                    <a:pt x="1604334" y="21924"/>
                    <a:pt x="1605204" y="56607"/>
                    <a:pt x="1627156" y="77465"/>
                  </a:cubicBezTo>
                  <a:cubicBezTo>
                    <a:pt x="1649108" y="98324"/>
                    <a:pt x="1683836" y="97455"/>
                    <a:pt x="1704721" y="75531"/>
                  </a:cubicBezTo>
                  <a:cubicBezTo>
                    <a:pt x="1724870" y="54375"/>
                    <a:pt x="1724870" y="21156"/>
                    <a:pt x="1704721" y="0"/>
                  </a:cubicBezTo>
                  <a:close/>
                  <a:moveTo>
                    <a:pt x="1299210" y="348230"/>
                  </a:moveTo>
                  <a:cubicBezTo>
                    <a:pt x="1268908" y="348230"/>
                    <a:pt x="1244346" y="372760"/>
                    <a:pt x="1244346" y="403023"/>
                  </a:cubicBezTo>
                  <a:cubicBezTo>
                    <a:pt x="1244251" y="404881"/>
                    <a:pt x="1244251" y="406746"/>
                    <a:pt x="1244346" y="408604"/>
                  </a:cubicBezTo>
                  <a:cubicBezTo>
                    <a:pt x="1247604" y="438728"/>
                    <a:pt x="1274693" y="460505"/>
                    <a:pt x="1304855" y="457252"/>
                  </a:cubicBezTo>
                  <a:cubicBezTo>
                    <a:pt x="1330522" y="454487"/>
                    <a:pt x="1350791" y="434238"/>
                    <a:pt x="1353566" y="408604"/>
                  </a:cubicBezTo>
                  <a:cubicBezTo>
                    <a:pt x="1353566" y="406765"/>
                    <a:pt x="1353566" y="404926"/>
                    <a:pt x="1353566" y="403023"/>
                  </a:cubicBezTo>
                  <a:cubicBezTo>
                    <a:pt x="1353496" y="373007"/>
                    <a:pt x="1329265" y="348636"/>
                    <a:pt x="1299210" y="348357"/>
                  </a:cubicBezTo>
                  <a:close/>
                  <a:moveTo>
                    <a:pt x="1664970" y="348230"/>
                  </a:moveTo>
                  <a:cubicBezTo>
                    <a:pt x="1634668" y="348230"/>
                    <a:pt x="1610106" y="372760"/>
                    <a:pt x="1610106" y="403023"/>
                  </a:cubicBezTo>
                  <a:cubicBezTo>
                    <a:pt x="1610106" y="404926"/>
                    <a:pt x="1610106" y="406765"/>
                    <a:pt x="1610106" y="408604"/>
                  </a:cubicBezTo>
                  <a:cubicBezTo>
                    <a:pt x="1613192" y="438708"/>
                    <a:pt x="1640135" y="460613"/>
                    <a:pt x="1670279" y="457525"/>
                  </a:cubicBezTo>
                  <a:cubicBezTo>
                    <a:pt x="1696155" y="454880"/>
                    <a:pt x="1716608" y="434447"/>
                    <a:pt x="1719263" y="408604"/>
                  </a:cubicBezTo>
                  <a:cubicBezTo>
                    <a:pt x="1719466" y="406752"/>
                    <a:pt x="1719574" y="404888"/>
                    <a:pt x="1719580" y="403023"/>
                  </a:cubicBezTo>
                  <a:cubicBezTo>
                    <a:pt x="1719510" y="372912"/>
                    <a:pt x="1695120" y="348496"/>
                    <a:pt x="1664970" y="348357"/>
                  </a:cubicBezTo>
                  <a:close/>
                  <a:moveTo>
                    <a:pt x="1299210" y="713519"/>
                  </a:moveTo>
                  <a:cubicBezTo>
                    <a:pt x="1268908" y="713519"/>
                    <a:pt x="1244346" y="738049"/>
                    <a:pt x="1244346" y="768312"/>
                  </a:cubicBezTo>
                  <a:cubicBezTo>
                    <a:pt x="1244346" y="798576"/>
                    <a:pt x="1268908" y="823106"/>
                    <a:pt x="1299210" y="823106"/>
                  </a:cubicBezTo>
                  <a:cubicBezTo>
                    <a:pt x="1329512" y="823106"/>
                    <a:pt x="1354074" y="798576"/>
                    <a:pt x="1354074" y="768312"/>
                  </a:cubicBezTo>
                  <a:cubicBezTo>
                    <a:pt x="1354004" y="738100"/>
                    <a:pt x="1329462" y="713646"/>
                    <a:pt x="1299210" y="713646"/>
                  </a:cubicBezTo>
                  <a:close/>
                  <a:moveTo>
                    <a:pt x="1116330" y="1261516"/>
                  </a:moveTo>
                  <a:cubicBezTo>
                    <a:pt x="1086066" y="1261478"/>
                    <a:pt x="1061498" y="1285951"/>
                    <a:pt x="1061466" y="1316183"/>
                  </a:cubicBezTo>
                  <a:cubicBezTo>
                    <a:pt x="1061447" y="1331936"/>
                    <a:pt x="1068229" y="1346934"/>
                    <a:pt x="1080071" y="1357342"/>
                  </a:cubicBezTo>
                  <a:cubicBezTo>
                    <a:pt x="1111701" y="1342628"/>
                    <a:pt x="1141838" y="1324897"/>
                    <a:pt x="1170051" y="1304387"/>
                  </a:cubicBezTo>
                  <a:cubicBezTo>
                    <a:pt x="1164438" y="1279293"/>
                    <a:pt x="1142073" y="1261504"/>
                    <a:pt x="1116330" y="1261643"/>
                  </a:cubicBezTo>
                  <a:close/>
                  <a:moveTo>
                    <a:pt x="933450" y="348293"/>
                  </a:moveTo>
                  <a:cubicBezTo>
                    <a:pt x="931590" y="348198"/>
                    <a:pt x="929723" y="348198"/>
                    <a:pt x="927862" y="348293"/>
                  </a:cubicBezTo>
                  <a:cubicBezTo>
                    <a:pt x="899859" y="351160"/>
                    <a:pt x="878567" y="374719"/>
                    <a:pt x="878586" y="402833"/>
                  </a:cubicBezTo>
                  <a:cubicBezTo>
                    <a:pt x="878491" y="404691"/>
                    <a:pt x="878491" y="406556"/>
                    <a:pt x="878586" y="408414"/>
                  </a:cubicBezTo>
                  <a:cubicBezTo>
                    <a:pt x="881297" y="434250"/>
                    <a:pt x="901738" y="454665"/>
                    <a:pt x="927608" y="457373"/>
                  </a:cubicBezTo>
                  <a:cubicBezTo>
                    <a:pt x="929469" y="457468"/>
                    <a:pt x="931335" y="457468"/>
                    <a:pt x="933196" y="457373"/>
                  </a:cubicBezTo>
                  <a:cubicBezTo>
                    <a:pt x="961320" y="457353"/>
                    <a:pt x="984879" y="436102"/>
                    <a:pt x="987743" y="408160"/>
                  </a:cubicBezTo>
                  <a:cubicBezTo>
                    <a:pt x="987838" y="406302"/>
                    <a:pt x="987838" y="404437"/>
                    <a:pt x="987743" y="402579"/>
                  </a:cubicBezTo>
                  <a:cubicBezTo>
                    <a:pt x="987431" y="372760"/>
                    <a:pt x="963308" y="348667"/>
                    <a:pt x="933450" y="348357"/>
                  </a:cubicBezTo>
                  <a:close/>
                  <a:moveTo>
                    <a:pt x="1116330" y="896227"/>
                  </a:moveTo>
                  <a:cubicBezTo>
                    <a:pt x="1086028" y="896227"/>
                    <a:pt x="1061466" y="920757"/>
                    <a:pt x="1061466" y="951021"/>
                  </a:cubicBezTo>
                  <a:cubicBezTo>
                    <a:pt x="1061466" y="981284"/>
                    <a:pt x="1086028" y="1005814"/>
                    <a:pt x="1116330" y="1005814"/>
                  </a:cubicBezTo>
                  <a:cubicBezTo>
                    <a:pt x="1146632" y="1005814"/>
                    <a:pt x="1171194" y="981284"/>
                    <a:pt x="1171194" y="951021"/>
                  </a:cubicBezTo>
                  <a:cubicBezTo>
                    <a:pt x="1171156" y="920783"/>
                    <a:pt x="1146607" y="896291"/>
                    <a:pt x="1116330" y="896291"/>
                  </a:cubicBezTo>
                  <a:close/>
                  <a:moveTo>
                    <a:pt x="893636" y="127"/>
                  </a:moveTo>
                  <a:cubicBezTo>
                    <a:pt x="872788" y="22088"/>
                    <a:pt x="873709" y="56766"/>
                    <a:pt x="895699" y="77586"/>
                  </a:cubicBezTo>
                  <a:cubicBezTo>
                    <a:pt x="904494" y="85919"/>
                    <a:pt x="915803" y="91107"/>
                    <a:pt x="927862" y="92337"/>
                  </a:cubicBezTo>
                  <a:cubicBezTo>
                    <a:pt x="929716" y="92540"/>
                    <a:pt x="931583" y="92648"/>
                    <a:pt x="933450" y="92654"/>
                  </a:cubicBezTo>
                  <a:cubicBezTo>
                    <a:pt x="963752" y="92635"/>
                    <a:pt x="988301" y="68092"/>
                    <a:pt x="988282" y="37829"/>
                  </a:cubicBezTo>
                  <a:cubicBezTo>
                    <a:pt x="988276" y="23794"/>
                    <a:pt x="982878" y="10299"/>
                    <a:pt x="973201" y="127"/>
                  </a:cubicBezTo>
                  <a:close/>
                  <a:moveTo>
                    <a:pt x="1299210" y="1078808"/>
                  </a:moveTo>
                  <a:cubicBezTo>
                    <a:pt x="1268908" y="1078808"/>
                    <a:pt x="1244346" y="1103339"/>
                    <a:pt x="1244346" y="1133602"/>
                  </a:cubicBezTo>
                  <a:cubicBezTo>
                    <a:pt x="1244251" y="1135460"/>
                    <a:pt x="1244251" y="1137324"/>
                    <a:pt x="1244346" y="1139182"/>
                  </a:cubicBezTo>
                  <a:cubicBezTo>
                    <a:pt x="1247140" y="1166345"/>
                    <a:pt x="1269536" y="1187304"/>
                    <a:pt x="1296861" y="1188332"/>
                  </a:cubicBezTo>
                  <a:cubicBezTo>
                    <a:pt x="1315739" y="1167575"/>
                    <a:pt x="1334326" y="1145569"/>
                    <a:pt x="1352614" y="1122313"/>
                  </a:cubicBezTo>
                  <a:cubicBezTo>
                    <a:pt x="1347311" y="1097048"/>
                    <a:pt x="1325055" y="1078916"/>
                    <a:pt x="1299210" y="1078808"/>
                  </a:cubicBezTo>
                  <a:close/>
                  <a:moveTo>
                    <a:pt x="1116330" y="530874"/>
                  </a:moveTo>
                  <a:cubicBezTo>
                    <a:pt x="1086028" y="530874"/>
                    <a:pt x="1061466" y="555404"/>
                    <a:pt x="1061466" y="585668"/>
                  </a:cubicBezTo>
                  <a:cubicBezTo>
                    <a:pt x="1061466" y="615931"/>
                    <a:pt x="1086028" y="640461"/>
                    <a:pt x="1116330" y="640461"/>
                  </a:cubicBezTo>
                  <a:cubicBezTo>
                    <a:pt x="1146632" y="640461"/>
                    <a:pt x="1171194" y="615931"/>
                    <a:pt x="1171194" y="585668"/>
                  </a:cubicBezTo>
                  <a:cubicBezTo>
                    <a:pt x="1171124" y="555455"/>
                    <a:pt x="1146581" y="531001"/>
                    <a:pt x="1116330" y="531001"/>
                  </a:cubicBezTo>
                  <a:close/>
                  <a:moveTo>
                    <a:pt x="1116330" y="165585"/>
                  </a:moveTo>
                  <a:cubicBezTo>
                    <a:pt x="1086028" y="165585"/>
                    <a:pt x="1061466" y="190115"/>
                    <a:pt x="1061466" y="220379"/>
                  </a:cubicBezTo>
                  <a:cubicBezTo>
                    <a:pt x="1061466" y="250642"/>
                    <a:pt x="1086028" y="275172"/>
                    <a:pt x="1116330" y="275172"/>
                  </a:cubicBezTo>
                  <a:cubicBezTo>
                    <a:pt x="1146632" y="275172"/>
                    <a:pt x="1171194" y="250642"/>
                    <a:pt x="1171194" y="220379"/>
                  </a:cubicBezTo>
                  <a:cubicBezTo>
                    <a:pt x="1171194" y="220359"/>
                    <a:pt x="1171194" y="220334"/>
                    <a:pt x="1171194" y="220315"/>
                  </a:cubicBezTo>
                  <a:cubicBezTo>
                    <a:pt x="1171156" y="190077"/>
                    <a:pt x="1146607" y="165585"/>
                    <a:pt x="1116330" y="165585"/>
                  </a:cubicBezTo>
                  <a:close/>
                </a:path>
              </a:pathLst>
            </a:custGeom>
            <a:solidFill>
              <a:srgbClr val="FFFFFF">
                <a:alpha val="2626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10"/>
            <p:cNvSpPr/>
            <p:nvPr/>
          </p:nvSpPr>
          <p:spPr>
            <a:xfrm>
              <a:off x="4799544" y="1606595"/>
              <a:ext cx="693848" cy="513616"/>
            </a:xfrm>
            <a:custGeom>
              <a:avLst/>
              <a:gdLst/>
              <a:ahLst/>
              <a:cxnLst/>
              <a:rect l="l" t="t" r="r" b="b"/>
              <a:pathLst>
                <a:path w="1850262" h="1369644" extrusionOk="0">
                  <a:moveTo>
                    <a:pt x="750570" y="896291"/>
                  </a:moveTo>
                  <a:cubicBezTo>
                    <a:pt x="720268" y="896291"/>
                    <a:pt x="695706" y="920821"/>
                    <a:pt x="695706" y="951084"/>
                  </a:cubicBezTo>
                  <a:cubicBezTo>
                    <a:pt x="695706" y="981347"/>
                    <a:pt x="720268" y="1005877"/>
                    <a:pt x="750570" y="1005877"/>
                  </a:cubicBezTo>
                  <a:cubicBezTo>
                    <a:pt x="780872" y="1005877"/>
                    <a:pt x="805434" y="981347"/>
                    <a:pt x="805434" y="951084"/>
                  </a:cubicBezTo>
                  <a:cubicBezTo>
                    <a:pt x="805434" y="920821"/>
                    <a:pt x="780872" y="896291"/>
                    <a:pt x="750570" y="896291"/>
                  </a:cubicBezTo>
                  <a:close/>
                  <a:moveTo>
                    <a:pt x="750570" y="1261643"/>
                  </a:moveTo>
                  <a:cubicBezTo>
                    <a:pt x="720268" y="1261643"/>
                    <a:pt x="695706" y="1286173"/>
                    <a:pt x="695706" y="1316437"/>
                  </a:cubicBezTo>
                  <a:cubicBezTo>
                    <a:pt x="695700" y="1325842"/>
                    <a:pt x="698151" y="1335088"/>
                    <a:pt x="702818" y="1343263"/>
                  </a:cubicBezTo>
                  <a:cubicBezTo>
                    <a:pt x="722274" y="1353473"/>
                    <a:pt x="742436" y="1362294"/>
                    <a:pt x="763143" y="1369645"/>
                  </a:cubicBezTo>
                  <a:cubicBezTo>
                    <a:pt x="792499" y="1362288"/>
                    <a:pt x="810324" y="1332558"/>
                    <a:pt x="802964" y="1303239"/>
                  </a:cubicBezTo>
                  <a:cubicBezTo>
                    <a:pt x="796906" y="1279128"/>
                    <a:pt x="775335" y="1262119"/>
                    <a:pt x="750443" y="1261833"/>
                  </a:cubicBezTo>
                  <a:close/>
                  <a:moveTo>
                    <a:pt x="527939" y="127"/>
                  </a:moveTo>
                  <a:cubicBezTo>
                    <a:pt x="507054" y="22050"/>
                    <a:pt x="507924" y="56734"/>
                    <a:pt x="529876" y="77592"/>
                  </a:cubicBezTo>
                  <a:cubicBezTo>
                    <a:pt x="551828" y="98450"/>
                    <a:pt x="586556" y="97582"/>
                    <a:pt x="607441" y="75658"/>
                  </a:cubicBezTo>
                  <a:cubicBezTo>
                    <a:pt x="627590" y="54502"/>
                    <a:pt x="627590" y="21283"/>
                    <a:pt x="607441" y="127"/>
                  </a:cubicBezTo>
                  <a:close/>
                  <a:moveTo>
                    <a:pt x="567690" y="348357"/>
                  </a:moveTo>
                  <a:cubicBezTo>
                    <a:pt x="537388" y="348357"/>
                    <a:pt x="512826" y="372887"/>
                    <a:pt x="512826" y="403150"/>
                  </a:cubicBezTo>
                  <a:cubicBezTo>
                    <a:pt x="512731" y="405008"/>
                    <a:pt x="512731" y="406873"/>
                    <a:pt x="512826" y="408731"/>
                  </a:cubicBezTo>
                  <a:cubicBezTo>
                    <a:pt x="515912" y="438835"/>
                    <a:pt x="542855" y="460740"/>
                    <a:pt x="572999" y="457652"/>
                  </a:cubicBezTo>
                  <a:cubicBezTo>
                    <a:pt x="598875" y="455007"/>
                    <a:pt x="619328" y="434574"/>
                    <a:pt x="621983" y="408731"/>
                  </a:cubicBezTo>
                  <a:cubicBezTo>
                    <a:pt x="622186" y="406879"/>
                    <a:pt x="622294" y="405014"/>
                    <a:pt x="622300" y="403150"/>
                  </a:cubicBezTo>
                  <a:cubicBezTo>
                    <a:pt x="622300" y="372988"/>
                    <a:pt x="597891" y="348496"/>
                    <a:pt x="567690" y="348357"/>
                  </a:cubicBezTo>
                  <a:close/>
                  <a:moveTo>
                    <a:pt x="750570" y="165712"/>
                  </a:moveTo>
                  <a:cubicBezTo>
                    <a:pt x="720268" y="165712"/>
                    <a:pt x="695706" y="190242"/>
                    <a:pt x="695706" y="220505"/>
                  </a:cubicBezTo>
                  <a:cubicBezTo>
                    <a:pt x="695706" y="250769"/>
                    <a:pt x="720268" y="275299"/>
                    <a:pt x="750570" y="275299"/>
                  </a:cubicBezTo>
                  <a:cubicBezTo>
                    <a:pt x="780872" y="275299"/>
                    <a:pt x="805434" y="250769"/>
                    <a:pt x="805434" y="220505"/>
                  </a:cubicBezTo>
                  <a:cubicBezTo>
                    <a:pt x="805434" y="220486"/>
                    <a:pt x="805434" y="220461"/>
                    <a:pt x="805434" y="220442"/>
                  </a:cubicBezTo>
                  <a:cubicBezTo>
                    <a:pt x="805472" y="190179"/>
                    <a:pt x="780936" y="165623"/>
                    <a:pt x="750634" y="165585"/>
                  </a:cubicBezTo>
                  <a:cubicBezTo>
                    <a:pt x="750615" y="165585"/>
                    <a:pt x="750589" y="165585"/>
                    <a:pt x="750570" y="165585"/>
                  </a:cubicBezTo>
                  <a:close/>
                  <a:moveTo>
                    <a:pt x="933450" y="1078935"/>
                  </a:moveTo>
                  <a:cubicBezTo>
                    <a:pt x="931583" y="1078942"/>
                    <a:pt x="929716" y="1079049"/>
                    <a:pt x="927862" y="1079252"/>
                  </a:cubicBezTo>
                  <a:cubicBezTo>
                    <a:pt x="899884" y="1082112"/>
                    <a:pt x="878605" y="1105641"/>
                    <a:pt x="878586" y="1133729"/>
                  </a:cubicBezTo>
                  <a:cubicBezTo>
                    <a:pt x="878491" y="1135587"/>
                    <a:pt x="878491" y="1137451"/>
                    <a:pt x="878586" y="1139309"/>
                  </a:cubicBezTo>
                  <a:cubicBezTo>
                    <a:pt x="881272" y="1165159"/>
                    <a:pt x="901725" y="1185586"/>
                    <a:pt x="927608" y="1188268"/>
                  </a:cubicBezTo>
                  <a:cubicBezTo>
                    <a:pt x="929462" y="1188471"/>
                    <a:pt x="931329" y="1188579"/>
                    <a:pt x="933196" y="1188585"/>
                  </a:cubicBezTo>
                  <a:cubicBezTo>
                    <a:pt x="961333" y="1188535"/>
                    <a:pt x="984879" y="1167264"/>
                    <a:pt x="987743" y="1139309"/>
                  </a:cubicBezTo>
                  <a:cubicBezTo>
                    <a:pt x="987838" y="1137451"/>
                    <a:pt x="987838" y="1135587"/>
                    <a:pt x="987743" y="1133729"/>
                  </a:cubicBezTo>
                  <a:cubicBezTo>
                    <a:pt x="987812" y="1103637"/>
                    <a:pt x="963574" y="1079119"/>
                    <a:pt x="933450" y="1078808"/>
                  </a:cubicBezTo>
                  <a:close/>
                  <a:moveTo>
                    <a:pt x="750570" y="531001"/>
                  </a:moveTo>
                  <a:cubicBezTo>
                    <a:pt x="720268" y="531001"/>
                    <a:pt x="695706" y="555531"/>
                    <a:pt x="695706" y="585795"/>
                  </a:cubicBezTo>
                  <a:cubicBezTo>
                    <a:pt x="695706" y="616058"/>
                    <a:pt x="720268" y="640588"/>
                    <a:pt x="750570" y="640588"/>
                  </a:cubicBezTo>
                  <a:cubicBezTo>
                    <a:pt x="780872" y="640588"/>
                    <a:pt x="805434" y="616058"/>
                    <a:pt x="805434" y="585795"/>
                  </a:cubicBezTo>
                  <a:cubicBezTo>
                    <a:pt x="805434" y="555531"/>
                    <a:pt x="780872" y="531001"/>
                    <a:pt x="750570" y="531001"/>
                  </a:cubicBezTo>
                  <a:close/>
                  <a:moveTo>
                    <a:pt x="567690" y="713646"/>
                  </a:moveTo>
                  <a:cubicBezTo>
                    <a:pt x="537388" y="713646"/>
                    <a:pt x="512826" y="738176"/>
                    <a:pt x="512826" y="768439"/>
                  </a:cubicBezTo>
                  <a:cubicBezTo>
                    <a:pt x="512826" y="798702"/>
                    <a:pt x="537388" y="823233"/>
                    <a:pt x="567690" y="823233"/>
                  </a:cubicBezTo>
                  <a:cubicBezTo>
                    <a:pt x="597992" y="823233"/>
                    <a:pt x="622554" y="798702"/>
                    <a:pt x="622554" y="768439"/>
                  </a:cubicBezTo>
                  <a:cubicBezTo>
                    <a:pt x="622554" y="738176"/>
                    <a:pt x="597992" y="713646"/>
                    <a:pt x="567690" y="713646"/>
                  </a:cubicBezTo>
                  <a:close/>
                  <a:moveTo>
                    <a:pt x="384810" y="896291"/>
                  </a:moveTo>
                  <a:cubicBezTo>
                    <a:pt x="367494" y="896291"/>
                    <a:pt x="351193" y="904478"/>
                    <a:pt x="340868" y="918360"/>
                  </a:cubicBezTo>
                  <a:cubicBezTo>
                    <a:pt x="356699" y="948376"/>
                    <a:pt x="372872" y="977466"/>
                    <a:pt x="389382" y="1005624"/>
                  </a:cubicBezTo>
                  <a:cubicBezTo>
                    <a:pt x="419583" y="1003639"/>
                    <a:pt x="442455" y="977580"/>
                    <a:pt x="440461" y="947418"/>
                  </a:cubicBezTo>
                  <a:cubicBezTo>
                    <a:pt x="438544" y="918271"/>
                    <a:pt x="414052" y="895770"/>
                    <a:pt x="384810" y="896291"/>
                  </a:cubicBezTo>
                  <a:close/>
                  <a:moveTo>
                    <a:pt x="201930" y="348357"/>
                  </a:moveTo>
                  <a:cubicBezTo>
                    <a:pt x="171628" y="348357"/>
                    <a:pt x="147066" y="372887"/>
                    <a:pt x="147066" y="403150"/>
                  </a:cubicBezTo>
                  <a:cubicBezTo>
                    <a:pt x="146971" y="405008"/>
                    <a:pt x="146971" y="406873"/>
                    <a:pt x="147066" y="408731"/>
                  </a:cubicBezTo>
                  <a:cubicBezTo>
                    <a:pt x="150152" y="438835"/>
                    <a:pt x="177095" y="460740"/>
                    <a:pt x="207239" y="457652"/>
                  </a:cubicBezTo>
                  <a:cubicBezTo>
                    <a:pt x="233115" y="455007"/>
                    <a:pt x="253568" y="434574"/>
                    <a:pt x="256222" y="408731"/>
                  </a:cubicBezTo>
                  <a:cubicBezTo>
                    <a:pt x="256426" y="406879"/>
                    <a:pt x="256534" y="405014"/>
                    <a:pt x="256540" y="403150"/>
                  </a:cubicBezTo>
                  <a:cubicBezTo>
                    <a:pt x="256540" y="372988"/>
                    <a:pt x="232131" y="348496"/>
                    <a:pt x="201930" y="348357"/>
                  </a:cubicBezTo>
                  <a:close/>
                  <a:moveTo>
                    <a:pt x="19050" y="165585"/>
                  </a:moveTo>
                  <a:cubicBezTo>
                    <a:pt x="12548" y="165591"/>
                    <a:pt x="6098" y="166752"/>
                    <a:pt x="0" y="169010"/>
                  </a:cubicBezTo>
                  <a:cubicBezTo>
                    <a:pt x="15791" y="201226"/>
                    <a:pt x="31350" y="234077"/>
                    <a:pt x="46672" y="267562"/>
                  </a:cubicBezTo>
                  <a:cubicBezTo>
                    <a:pt x="72803" y="252303"/>
                    <a:pt x="81597" y="218787"/>
                    <a:pt x="66319" y="192690"/>
                  </a:cubicBezTo>
                  <a:cubicBezTo>
                    <a:pt x="56496" y="175916"/>
                    <a:pt x="38506" y="165598"/>
                    <a:pt x="19050" y="165585"/>
                  </a:cubicBezTo>
                  <a:close/>
                  <a:moveTo>
                    <a:pt x="162179" y="0"/>
                  </a:moveTo>
                  <a:cubicBezTo>
                    <a:pt x="141294" y="21924"/>
                    <a:pt x="142164" y="56607"/>
                    <a:pt x="164116" y="77465"/>
                  </a:cubicBezTo>
                  <a:cubicBezTo>
                    <a:pt x="186068" y="98324"/>
                    <a:pt x="220796" y="97455"/>
                    <a:pt x="241681" y="75531"/>
                  </a:cubicBezTo>
                  <a:cubicBezTo>
                    <a:pt x="261830" y="54375"/>
                    <a:pt x="261830" y="21156"/>
                    <a:pt x="241681" y="0"/>
                  </a:cubicBezTo>
                  <a:close/>
                  <a:moveTo>
                    <a:pt x="567690" y="1078808"/>
                  </a:moveTo>
                  <a:cubicBezTo>
                    <a:pt x="537388" y="1078808"/>
                    <a:pt x="512826" y="1103339"/>
                    <a:pt x="512826" y="1133602"/>
                  </a:cubicBezTo>
                  <a:cubicBezTo>
                    <a:pt x="512731" y="1135460"/>
                    <a:pt x="512731" y="1137324"/>
                    <a:pt x="512826" y="1139182"/>
                  </a:cubicBezTo>
                  <a:cubicBezTo>
                    <a:pt x="515912" y="1169287"/>
                    <a:pt x="542855" y="1191192"/>
                    <a:pt x="572999" y="1188103"/>
                  </a:cubicBezTo>
                  <a:cubicBezTo>
                    <a:pt x="598875" y="1185459"/>
                    <a:pt x="619328" y="1165026"/>
                    <a:pt x="621983" y="1139182"/>
                  </a:cubicBezTo>
                  <a:cubicBezTo>
                    <a:pt x="622186" y="1137331"/>
                    <a:pt x="622294" y="1135466"/>
                    <a:pt x="622300" y="1133602"/>
                  </a:cubicBezTo>
                  <a:cubicBezTo>
                    <a:pt x="622300" y="1103440"/>
                    <a:pt x="597891" y="1078948"/>
                    <a:pt x="567690" y="1078808"/>
                  </a:cubicBezTo>
                  <a:close/>
                  <a:moveTo>
                    <a:pt x="384810" y="165585"/>
                  </a:moveTo>
                  <a:cubicBezTo>
                    <a:pt x="354508" y="165585"/>
                    <a:pt x="329946" y="190115"/>
                    <a:pt x="329946" y="220379"/>
                  </a:cubicBezTo>
                  <a:cubicBezTo>
                    <a:pt x="329946" y="250642"/>
                    <a:pt x="354508" y="275172"/>
                    <a:pt x="384810" y="275172"/>
                  </a:cubicBezTo>
                  <a:cubicBezTo>
                    <a:pt x="415112" y="275172"/>
                    <a:pt x="439674" y="250642"/>
                    <a:pt x="439674" y="220379"/>
                  </a:cubicBezTo>
                  <a:cubicBezTo>
                    <a:pt x="439674" y="220359"/>
                    <a:pt x="439674" y="220334"/>
                    <a:pt x="439674" y="220315"/>
                  </a:cubicBezTo>
                  <a:cubicBezTo>
                    <a:pt x="439674" y="190090"/>
                    <a:pt x="415138" y="165585"/>
                    <a:pt x="384874" y="165585"/>
                  </a:cubicBezTo>
                  <a:cubicBezTo>
                    <a:pt x="384854" y="165585"/>
                    <a:pt x="384829" y="165585"/>
                    <a:pt x="384810" y="165585"/>
                  </a:cubicBezTo>
                  <a:close/>
                  <a:moveTo>
                    <a:pt x="933450" y="713519"/>
                  </a:moveTo>
                  <a:cubicBezTo>
                    <a:pt x="931590" y="713424"/>
                    <a:pt x="929723" y="713424"/>
                    <a:pt x="927862" y="713519"/>
                  </a:cubicBezTo>
                  <a:cubicBezTo>
                    <a:pt x="897700" y="716772"/>
                    <a:pt x="875894" y="743827"/>
                    <a:pt x="879151" y="773950"/>
                  </a:cubicBezTo>
                  <a:cubicBezTo>
                    <a:pt x="881920" y="799584"/>
                    <a:pt x="902195" y="819827"/>
                    <a:pt x="927862" y="822599"/>
                  </a:cubicBezTo>
                  <a:cubicBezTo>
                    <a:pt x="929704" y="822599"/>
                    <a:pt x="931545" y="822599"/>
                    <a:pt x="933450" y="822599"/>
                  </a:cubicBezTo>
                  <a:cubicBezTo>
                    <a:pt x="963752" y="822599"/>
                    <a:pt x="988314" y="798068"/>
                    <a:pt x="988314" y="767805"/>
                  </a:cubicBezTo>
                  <a:cubicBezTo>
                    <a:pt x="988314" y="737542"/>
                    <a:pt x="963752" y="713012"/>
                    <a:pt x="933450" y="713012"/>
                  </a:cubicBezTo>
                  <a:close/>
                  <a:moveTo>
                    <a:pt x="384810" y="530874"/>
                  </a:moveTo>
                  <a:cubicBezTo>
                    <a:pt x="354508" y="530874"/>
                    <a:pt x="329946" y="555404"/>
                    <a:pt x="329946" y="585668"/>
                  </a:cubicBezTo>
                  <a:cubicBezTo>
                    <a:pt x="329946" y="615931"/>
                    <a:pt x="354508" y="640461"/>
                    <a:pt x="384810" y="640461"/>
                  </a:cubicBezTo>
                  <a:cubicBezTo>
                    <a:pt x="415112" y="640461"/>
                    <a:pt x="439674" y="615931"/>
                    <a:pt x="439674" y="585668"/>
                  </a:cubicBezTo>
                  <a:cubicBezTo>
                    <a:pt x="439604" y="555455"/>
                    <a:pt x="415061" y="531001"/>
                    <a:pt x="384810" y="531001"/>
                  </a:cubicBezTo>
                  <a:close/>
                  <a:moveTo>
                    <a:pt x="1847850" y="165585"/>
                  </a:moveTo>
                  <a:cubicBezTo>
                    <a:pt x="1817586" y="165420"/>
                    <a:pt x="1792916" y="189786"/>
                    <a:pt x="1792745" y="220011"/>
                  </a:cubicBezTo>
                  <a:cubicBezTo>
                    <a:pt x="1792662" y="235485"/>
                    <a:pt x="1799139" y="250274"/>
                    <a:pt x="1810576" y="260712"/>
                  </a:cubicBezTo>
                  <a:cubicBezTo>
                    <a:pt x="1823911" y="229048"/>
                    <a:pt x="1837138" y="197440"/>
                    <a:pt x="1850263" y="165902"/>
                  </a:cubicBezTo>
                  <a:close/>
                  <a:moveTo>
                    <a:pt x="1427226" y="951084"/>
                  </a:moveTo>
                  <a:cubicBezTo>
                    <a:pt x="1427232" y="966767"/>
                    <a:pt x="1433982" y="981690"/>
                    <a:pt x="1445768" y="992052"/>
                  </a:cubicBezTo>
                  <a:cubicBezTo>
                    <a:pt x="1464818" y="962563"/>
                    <a:pt x="1483868" y="931868"/>
                    <a:pt x="1502346" y="900222"/>
                  </a:cubicBezTo>
                  <a:cubicBezTo>
                    <a:pt x="1474292" y="888978"/>
                    <a:pt x="1442422" y="902582"/>
                    <a:pt x="1431163" y="930600"/>
                  </a:cubicBezTo>
                  <a:cubicBezTo>
                    <a:pt x="1428560" y="937075"/>
                    <a:pt x="1427226" y="943981"/>
                    <a:pt x="1427226" y="950957"/>
                  </a:cubicBezTo>
                  <a:close/>
                  <a:moveTo>
                    <a:pt x="1482090" y="531001"/>
                  </a:moveTo>
                  <a:cubicBezTo>
                    <a:pt x="1451788" y="531001"/>
                    <a:pt x="1427226" y="555531"/>
                    <a:pt x="1427226" y="585795"/>
                  </a:cubicBezTo>
                  <a:cubicBezTo>
                    <a:pt x="1427226" y="616058"/>
                    <a:pt x="1451788" y="640588"/>
                    <a:pt x="1482090" y="640588"/>
                  </a:cubicBezTo>
                  <a:cubicBezTo>
                    <a:pt x="1512392" y="640588"/>
                    <a:pt x="1536954" y="616058"/>
                    <a:pt x="1536954" y="585795"/>
                  </a:cubicBezTo>
                  <a:cubicBezTo>
                    <a:pt x="1536954" y="555531"/>
                    <a:pt x="1512392" y="531001"/>
                    <a:pt x="1482090" y="531001"/>
                  </a:cubicBezTo>
                  <a:close/>
                  <a:moveTo>
                    <a:pt x="1259459" y="127"/>
                  </a:moveTo>
                  <a:cubicBezTo>
                    <a:pt x="1238574" y="22050"/>
                    <a:pt x="1239444" y="56734"/>
                    <a:pt x="1261396" y="77592"/>
                  </a:cubicBezTo>
                  <a:cubicBezTo>
                    <a:pt x="1283348" y="98450"/>
                    <a:pt x="1318076" y="97582"/>
                    <a:pt x="1338961" y="75658"/>
                  </a:cubicBezTo>
                  <a:cubicBezTo>
                    <a:pt x="1359110" y="54502"/>
                    <a:pt x="1359110" y="21283"/>
                    <a:pt x="1338961" y="127"/>
                  </a:cubicBezTo>
                  <a:close/>
                  <a:moveTo>
                    <a:pt x="1482090" y="165585"/>
                  </a:moveTo>
                  <a:cubicBezTo>
                    <a:pt x="1451788" y="165585"/>
                    <a:pt x="1427226" y="190115"/>
                    <a:pt x="1427226" y="220379"/>
                  </a:cubicBezTo>
                  <a:cubicBezTo>
                    <a:pt x="1427226" y="250642"/>
                    <a:pt x="1451788" y="275172"/>
                    <a:pt x="1482090" y="275172"/>
                  </a:cubicBezTo>
                  <a:cubicBezTo>
                    <a:pt x="1512392" y="275172"/>
                    <a:pt x="1536954" y="250642"/>
                    <a:pt x="1536954" y="220379"/>
                  </a:cubicBezTo>
                  <a:cubicBezTo>
                    <a:pt x="1536954" y="220359"/>
                    <a:pt x="1536954" y="220334"/>
                    <a:pt x="1536954" y="220315"/>
                  </a:cubicBezTo>
                  <a:cubicBezTo>
                    <a:pt x="1536922" y="190077"/>
                    <a:pt x="1512367" y="165585"/>
                    <a:pt x="1482090" y="165585"/>
                  </a:cubicBezTo>
                  <a:close/>
                  <a:moveTo>
                    <a:pt x="1625219" y="0"/>
                  </a:moveTo>
                  <a:cubicBezTo>
                    <a:pt x="1604334" y="21924"/>
                    <a:pt x="1605204" y="56607"/>
                    <a:pt x="1627156" y="77465"/>
                  </a:cubicBezTo>
                  <a:cubicBezTo>
                    <a:pt x="1649108" y="98324"/>
                    <a:pt x="1683836" y="97455"/>
                    <a:pt x="1704721" y="75531"/>
                  </a:cubicBezTo>
                  <a:cubicBezTo>
                    <a:pt x="1724870" y="54375"/>
                    <a:pt x="1724870" y="21156"/>
                    <a:pt x="1704721" y="0"/>
                  </a:cubicBezTo>
                  <a:close/>
                  <a:moveTo>
                    <a:pt x="1299210" y="348230"/>
                  </a:moveTo>
                  <a:cubicBezTo>
                    <a:pt x="1268908" y="348230"/>
                    <a:pt x="1244346" y="372760"/>
                    <a:pt x="1244346" y="403023"/>
                  </a:cubicBezTo>
                  <a:cubicBezTo>
                    <a:pt x="1244251" y="404881"/>
                    <a:pt x="1244251" y="406746"/>
                    <a:pt x="1244346" y="408604"/>
                  </a:cubicBezTo>
                  <a:cubicBezTo>
                    <a:pt x="1247604" y="438728"/>
                    <a:pt x="1274693" y="460505"/>
                    <a:pt x="1304855" y="457252"/>
                  </a:cubicBezTo>
                  <a:cubicBezTo>
                    <a:pt x="1330522" y="454487"/>
                    <a:pt x="1350791" y="434238"/>
                    <a:pt x="1353566" y="408604"/>
                  </a:cubicBezTo>
                  <a:cubicBezTo>
                    <a:pt x="1353566" y="406765"/>
                    <a:pt x="1353566" y="404926"/>
                    <a:pt x="1353566" y="403023"/>
                  </a:cubicBezTo>
                  <a:cubicBezTo>
                    <a:pt x="1353496" y="373007"/>
                    <a:pt x="1329265" y="348636"/>
                    <a:pt x="1299210" y="348357"/>
                  </a:cubicBezTo>
                  <a:close/>
                  <a:moveTo>
                    <a:pt x="1664970" y="348230"/>
                  </a:moveTo>
                  <a:cubicBezTo>
                    <a:pt x="1634668" y="348230"/>
                    <a:pt x="1610106" y="372760"/>
                    <a:pt x="1610106" y="403023"/>
                  </a:cubicBezTo>
                  <a:cubicBezTo>
                    <a:pt x="1610106" y="404926"/>
                    <a:pt x="1610106" y="406765"/>
                    <a:pt x="1610106" y="408604"/>
                  </a:cubicBezTo>
                  <a:cubicBezTo>
                    <a:pt x="1613192" y="438708"/>
                    <a:pt x="1640135" y="460613"/>
                    <a:pt x="1670279" y="457525"/>
                  </a:cubicBezTo>
                  <a:cubicBezTo>
                    <a:pt x="1696155" y="454880"/>
                    <a:pt x="1716608" y="434447"/>
                    <a:pt x="1719263" y="408604"/>
                  </a:cubicBezTo>
                  <a:cubicBezTo>
                    <a:pt x="1719466" y="406752"/>
                    <a:pt x="1719574" y="404888"/>
                    <a:pt x="1719580" y="403023"/>
                  </a:cubicBezTo>
                  <a:cubicBezTo>
                    <a:pt x="1719510" y="372912"/>
                    <a:pt x="1695120" y="348496"/>
                    <a:pt x="1664970" y="348357"/>
                  </a:cubicBezTo>
                  <a:close/>
                  <a:moveTo>
                    <a:pt x="1299210" y="713519"/>
                  </a:moveTo>
                  <a:cubicBezTo>
                    <a:pt x="1268908" y="713519"/>
                    <a:pt x="1244346" y="738049"/>
                    <a:pt x="1244346" y="768312"/>
                  </a:cubicBezTo>
                  <a:cubicBezTo>
                    <a:pt x="1244346" y="798576"/>
                    <a:pt x="1268908" y="823106"/>
                    <a:pt x="1299210" y="823106"/>
                  </a:cubicBezTo>
                  <a:cubicBezTo>
                    <a:pt x="1329512" y="823106"/>
                    <a:pt x="1354074" y="798576"/>
                    <a:pt x="1354074" y="768312"/>
                  </a:cubicBezTo>
                  <a:cubicBezTo>
                    <a:pt x="1354004" y="738100"/>
                    <a:pt x="1329462" y="713646"/>
                    <a:pt x="1299210" y="713646"/>
                  </a:cubicBezTo>
                  <a:close/>
                  <a:moveTo>
                    <a:pt x="1116330" y="1261516"/>
                  </a:moveTo>
                  <a:cubicBezTo>
                    <a:pt x="1086066" y="1261478"/>
                    <a:pt x="1061498" y="1285951"/>
                    <a:pt x="1061466" y="1316183"/>
                  </a:cubicBezTo>
                  <a:cubicBezTo>
                    <a:pt x="1061447" y="1331936"/>
                    <a:pt x="1068229" y="1346934"/>
                    <a:pt x="1080071" y="1357342"/>
                  </a:cubicBezTo>
                  <a:cubicBezTo>
                    <a:pt x="1111701" y="1342628"/>
                    <a:pt x="1141838" y="1324897"/>
                    <a:pt x="1170051" y="1304387"/>
                  </a:cubicBezTo>
                  <a:cubicBezTo>
                    <a:pt x="1164438" y="1279293"/>
                    <a:pt x="1142073" y="1261504"/>
                    <a:pt x="1116330" y="1261643"/>
                  </a:cubicBezTo>
                  <a:close/>
                  <a:moveTo>
                    <a:pt x="933450" y="348293"/>
                  </a:moveTo>
                  <a:cubicBezTo>
                    <a:pt x="931590" y="348198"/>
                    <a:pt x="929723" y="348198"/>
                    <a:pt x="927862" y="348293"/>
                  </a:cubicBezTo>
                  <a:cubicBezTo>
                    <a:pt x="899859" y="351160"/>
                    <a:pt x="878567" y="374719"/>
                    <a:pt x="878586" y="402833"/>
                  </a:cubicBezTo>
                  <a:cubicBezTo>
                    <a:pt x="878491" y="404691"/>
                    <a:pt x="878491" y="406556"/>
                    <a:pt x="878586" y="408414"/>
                  </a:cubicBezTo>
                  <a:cubicBezTo>
                    <a:pt x="881297" y="434250"/>
                    <a:pt x="901738" y="454665"/>
                    <a:pt x="927608" y="457373"/>
                  </a:cubicBezTo>
                  <a:cubicBezTo>
                    <a:pt x="929469" y="457468"/>
                    <a:pt x="931335" y="457468"/>
                    <a:pt x="933196" y="457373"/>
                  </a:cubicBezTo>
                  <a:cubicBezTo>
                    <a:pt x="961320" y="457353"/>
                    <a:pt x="984879" y="436102"/>
                    <a:pt x="987743" y="408160"/>
                  </a:cubicBezTo>
                  <a:cubicBezTo>
                    <a:pt x="987838" y="406302"/>
                    <a:pt x="987838" y="404437"/>
                    <a:pt x="987743" y="402579"/>
                  </a:cubicBezTo>
                  <a:cubicBezTo>
                    <a:pt x="987431" y="372760"/>
                    <a:pt x="963308" y="348667"/>
                    <a:pt x="933450" y="348357"/>
                  </a:cubicBezTo>
                  <a:close/>
                  <a:moveTo>
                    <a:pt x="1116330" y="896227"/>
                  </a:moveTo>
                  <a:cubicBezTo>
                    <a:pt x="1086028" y="896227"/>
                    <a:pt x="1061466" y="920757"/>
                    <a:pt x="1061466" y="951021"/>
                  </a:cubicBezTo>
                  <a:cubicBezTo>
                    <a:pt x="1061466" y="981284"/>
                    <a:pt x="1086028" y="1005814"/>
                    <a:pt x="1116330" y="1005814"/>
                  </a:cubicBezTo>
                  <a:cubicBezTo>
                    <a:pt x="1146632" y="1005814"/>
                    <a:pt x="1171194" y="981284"/>
                    <a:pt x="1171194" y="951021"/>
                  </a:cubicBezTo>
                  <a:cubicBezTo>
                    <a:pt x="1171156" y="920783"/>
                    <a:pt x="1146607" y="896291"/>
                    <a:pt x="1116330" y="896291"/>
                  </a:cubicBezTo>
                  <a:close/>
                  <a:moveTo>
                    <a:pt x="893636" y="127"/>
                  </a:moveTo>
                  <a:cubicBezTo>
                    <a:pt x="872788" y="22088"/>
                    <a:pt x="873709" y="56766"/>
                    <a:pt x="895699" y="77586"/>
                  </a:cubicBezTo>
                  <a:cubicBezTo>
                    <a:pt x="904494" y="85919"/>
                    <a:pt x="915803" y="91107"/>
                    <a:pt x="927862" y="92337"/>
                  </a:cubicBezTo>
                  <a:cubicBezTo>
                    <a:pt x="929716" y="92540"/>
                    <a:pt x="931583" y="92648"/>
                    <a:pt x="933450" y="92654"/>
                  </a:cubicBezTo>
                  <a:cubicBezTo>
                    <a:pt x="963752" y="92635"/>
                    <a:pt x="988301" y="68092"/>
                    <a:pt x="988282" y="37829"/>
                  </a:cubicBezTo>
                  <a:cubicBezTo>
                    <a:pt x="988276" y="23794"/>
                    <a:pt x="982878" y="10299"/>
                    <a:pt x="973201" y="127"/>
                  </a:cubicBezTo>
                  <a:close/>
                  <a:moveTo>
                    <a:pt x="1299210" y="1078808"/>
                  </a:moveTo>
                  <a:cubicBezTo>
                    <a:pt x="1268908" y="1078808"/>
                    <a:pt x="1244346" y="1103339"/>
                    <a:pt x="1244346" y="1133602"/>
                  </a:cubicBezTo>
                  <a:cubicBezTo>
                    <a:pt x="1244251" y="1135460"/>
                    <a:pt x="1244251" y="1137324"/>
                    <a:pt x="1244346" y="1139182"/>
                  </a:cubicBezTo>
                  <a:cubicBezTo>
                    <a:pt x="1247140" y="1166345"/>
                    <a:pt x="1269536" y="1187304"/>
                    <a:pt x="1296861" y="1188332"/>
                  </a:cubicBezTo>
                  <a:cubicBezTo>
                    <a:pt x="1315739" y="1167575"/>
                    <a:pt x="1334326" y="1145569"/>
                    <a:pt x="1352614" y="1122313"/>
                  </a:cubicBezTo>
                  <a:cubicBezTo>
                    <a:pt x="1347311" y="1097048"/>
                    <a:pt x="1325055" y="1078916"/>
                    <a:pt x="1299210" y="1078808"/>
                  </a:cubicBezTo>
                  <a:close/>
                  <a:moveTo>
                    <a:pt x="1116330" y="530874"/>
                  </a:moveTo>
                  <a:cubicBezTo>
                    <a:pt x="1086028" y="530874"/>
                    <a:pt x="1061466" y="555404"/>
                    <a:pt x="1061466" y="585668"/>
                  </a:cubicBezTo>
                  <a:cubicBezTo>
                    <a:pt x="1061466" y="615931"/>
                    <a:pt x="1086028" y="640461"/>
                    <a:pt x="1116330" y="640461"/>
                  </a:cubicBezTo>
                  <a:cubicBezTo>
                    <a:pt x="1146632" y="640461"/>
                    <a:pt x="1171194" y="615931"/>
                    <a:pt x="1171194" y="585668"/>
                  </a:cubicBezTo>
                  <a:cubicBezTo>
                    <a:pt x="1171124" y="555455"/>
                    <a:pt x="1146581" y="531001"/>
                    <a:pt x="1116330" y="531001"/>
                  </a:cubicBezTo>
                  <a:close/>
                  <a:moveTo>
                    <a:pt x="1116330" y="165585"/>
                  </a:moveTo>
                  <a:cubicBezTo>
                    <a:pt x="1086028" y="165585"/>
                    <a:pt x="1061466" y="190115"/>
                    <a:pt x="1061466" y="220379"/>
                  </a:cubicBezTo>
                  <a:cubicBezTo>
                    <a:pt x="1061466" y="250642"/>
                    <a:pt x="1086028" y="275172"/>
                    <a:pt x="1116330" y="275172"/>
                  </a:cubicBezTo>
                  <a:cubicBezTo>
                    <a:pt x="1146632" y="275172"/>
                    <a:pt x="1171194" y="250642"/>
                    <a:pt x="1171194" y="220379"/>
                  </a:cubicBezTo>
                  <a:cubicBezTo>
                    <a:pt x="1171194" y="220359"/>
                    <a:pt x="1171194" y="220334"/>
                    <a:pt x="1171194" y="220315"/>
                  </a:cubicBezTo>
                  <a:cubicBezTo>
                    <a:pt x="1171156" y="190077"/>
                    <a:pt x="1146607" y="165585"/>
                    <a:pt x="1116330" y="165585"/>
                  </a:cubicBezTo>
                  <a:close/>
                </a:path>
              </a:pathLst>
            </a:custGeom>
            <a:solidFill>
              <a:srgbClr val="04152C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10"/>
            <p:cNvSpPr/>
            <p:nvPr/>
          </p:nvSpPr>
          <p:spPr>
            <a:xfrm rot="10800000" flipH="1">
              <a:off x="4377375" y="1454281"/>
              <a:ext cx="389112" cy="153155"/>
            </a:xfrm>
            <a:custGeom>
              <a:avLst/>
              <a:gdLst/>
              <a:ahLst/>
              <a:cxnLst/>
              <a:rect l="l" t="t" r="r" b="b"/>
              <a:pathLst>
                <a:path w="1225550" h="380509" extrusionOk="0">
                  <a:moveTo>
                    <a:pt x="607632" y="380510"/>
                  </a:moveTo>
                  <a:cubicBezTo>
                    <a:pt x="862712" y="380510"/>
                    <a:pt x="1059435" y="217271"/>
                    <a:pt x="1225550" y="0"/>
                  </a:cubicBezTo>
                  <a:lnTo>
                    <a:pt x="0" y="0"/>
                  </a:lnTo>
                  <a:cubicBezTo>
                    <a:pt x="173101" y="220442"/>
                    <a:pt x="370078" y="380510"/>
                    <a:pt x="607632" y="380510"/>
                  </a:cubicBezTo>
                  <a:close/>
                </a:path>
              </a:pathLst>
            </a:custGeom>
            <a:solidFill>
              <a:srgbClr val="17A89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10"/>
            <p:cNvSpPr/>
            <p:nvPr/>
          </p:nvSpPr>
          <p:spPr>
            <a:xfrm flipH="1">
              <a:off x="774577" y="1131008"/>
              <a:ext cx="683038" cy="475637"/>
            </a:xfrm>
            <a:custGeom>
              <a:avLst/>
              <a:gdLst/>
              <a:ahLst/>
              <a:cxnLst/>
              <a:rect l="l" t="t" r="r" b="b"/>
              <a:pathLst>
                <a:path w="1821434" h="1268365" extrusionOk="0">
                  <a:moveTo>
                    <a:pt x="840804" y="0"/>
                  </a:moveTo>
                  <a:cubicBezTo>
                    <a:pt x="537718" y="0"/>
                    <a:pt x="314134" y="728422"/>
                    <a:pt x="0" y="1268366"/>
                  </a:cubicBezTo>
                  <a:lnTo>
                    <a:pt x="1821435" y="1268366"/>
                  </a:lnTo>
                  <a:cubicBezTo>
                    <a:pt x="1438784" y="781440"/>
                    <a:pt x="1172337" y="0"/>
                    <a:pt x="840804" y="0"/>
                  </a:cubicBezTo>
                  <a:close/>
                </a:path>
              </a:pathLst>
            </a:custGeom>
            <a:gradFill>
              <a:gsLst>
                <a:gs pos="0">
                  <a:srgbClr val="C182FF">
                    <a:alpha val="53333"/>
                  </a:srgbClr>
                </a:gs>
                <a:gs pos="100000">
                  <a:srgbClr val="002FFF">
                    <a:alpha val="5843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10"/>
            <p:cNvSpPr/>
            <p:nvPr/>
          </p:nvSpPr>
          <p:spPr>
            <a:xfrm>
              <a:off x="4571564" y="989079"/>
              <a:ext cx="4572000" cy="1110066"/>
            </a:xfrm>
            <a:custGeom>
              <a:avLst/>
              <a:gdLst/>
              <a:ahLst/>
              <a:cxnLst/>
              <a:rect l="l" t="t" r="r" b="b"/>
              <a:pathLst>
                <a:path w="12192000" h="2960175" extrusionOk="0">
                  <a:moveTo>
                    <a:pt x="0" y="333390"/>
                  </a:moveTo>
                  <a:cubicBezTo>
                    <a:pt x="514350" y="333390"/>
                    <a:pt x="699072" y="1437375"/>
                    <a:pt x="1490980" y="1437375"/>
                  </a:cubicBezTo>
                  <a:cubicBezTo>
                    <a:pt x="2642870" y="1437375"/>
                    <a:pt x="2642870" y="0"/>
                    <a:pt x="3794697" y="0"/>
                  </a:cubicBezTo>
                  <a:cubicBezTo>
                    <a:pt x="4946523" y="0"/>
                    <a:pt x="4946650" y="2960175"/>
                    <a:pt x="6098413" y="2960175"/>
                  </a:cubicBezTo>
                  <a:cubicBezTo>
                    <a:pt x="7250176" y="2960175"/>
                    <a:pt x="7250303" y="571082"/>
                    <a:pt x="8402130" y="571082"/>
                  </a:cubicBezTo>
                  <a:cubicBezTo>
                    <a:pt x="9553956" y="571082"/>
                    <a:pt x="9490519" y="2769920"/>
                    <a:pt x="10642600" y="2769920"/>
                  </a:cubicBezTo>
                  <a:cubicBezTo>
                    <a:pt x="11588052" y="2769920"/>
                    <a:pt x="11586337" y="903964"/>
                    <a:pt x="12192000" y="235155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10"/>
            <p:cNvSpPr/>
            <p:nvPr/>
          </p:nvSpPr>
          <p:spPr>
            <a:xfrm flipH="1">
              <a:off x="218" y="989079"/>
              <a:ext cx="4572000" cy="1110066"/>
            </a:xfrm>
            <a:custGeom>
              <a:avLst/>
              <a:gdLst/>
              <a:ahLst/>
              <a:cxnLst/>
              <a:rect l="l" t="t" r="r" b="b"/>
              <a:pathLst>
                <a:path w="12192000" h="2960175" extrusionOk="0">
                  <a:moveTo>
                    <a:pt x="0" y="333390"/>
                  </a:moveTo>
                  <a:cubicBezTo>
                    <a:pt x="514350" y="333390"/>
                    <a:pt x="699072" y="1437375"/>
                    <a:pt x="1490980" y="1437375"/>
                  </a:cubicBezTo>
                  <a:cubicBezTo>
                    <a:pt x="2642870" y="1437375"/>
                    <a:pt x="2642870" y="0"/>
                    <a:pt x="3794697" y="0"/>
                  </a:cubicBezTo>
                  <a:cubicBezTo>
                    <a:pt x="4946523" y="0"/>
                    <a:pt x="4946650" y="2960175"/>
                    <a:pt x="6098413" y="2960175"/>
                  </a:cubicBezTo>
                  <a:cubicBezTo>
                    <a:pt x="7250176" y="2960175"/>
                    <a:pt x="7250303" y="571082"/>
                    <a:pt x="8402130" y="571082"/>
                  </a:cubicBezTo>
                  <a:cubicBezTo>
                    <a:pt x="9553956" y="571082"/>
                    <a:pt x="9490519" y="2769920"/>
                    <a:pt x="10642600" y="2769920"/>
                  </a:cubicBezTo>
                  <a:cubicBezTo>
                    <a:pt x="11588052" y="2769920"/>
                    <a:pt x="11586337" y="903964"/>
                    <a:pt x="12192000" y="235155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6" name="Google Shape;626;p10"/>
          <p:cNvGrpSpPr/>
          <p:nvPr/>
        </p:nvGrpSpPr>
        <p:grpSpPr>
          <a:xfrm>
            <a:off x="138350" y="3775000"/>
            <a:ext cx="8847940" cy="1250750"/>
            <a:chOff x="138350" y="260325"/>
            <a:chExt cx="8847940" cy="1250750"/>
          </a:xfrm>
        </p:grpSpPr>
        <p:sp>
          <p:nvSpPr>
            <p:cNvPr id="627" name="Google Shape;627;p10"/>
            <p:cNvSpPr/>
            <p:nvPr/>
          </p:nvSpPr>
          <p:spPr>
            <a:xfrm>
              <a:off x="1499675" y="1250550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0"/>
            <p:cNvSpPr/>
            <p:nvPr/>
          </p:nvSpPr>
          <p:spPr>
            <a:xfrm>
              <a:off x="2661090" y="1269602"/>
              <a:ext cx="58200" cy="5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0"/>
            <p:cNvSpPr/>
            <p:nvPr/>
          </p:nvSpPr>
          <p:spPr>
            <a:xfrm>
              <a:off x="964725" y="136487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0"/>
            <p:cNvSpPr/>
            <p:nvPr/>
          </p:nvSpPr>
          <p:spPr>
            <a:xfrm>
              <a:off x="2853765" y="1433827"/>
              <a:ext cx="58200" cy="5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0"/>
            <p:cNvSpPr/>
            <p:nvPr/>
          </p:nvSpPr>
          <p:spPr>
            <a:xfrm>
              <a:off x="6511800" y="26032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0"/>
            <p:cNvSpPr/>
            <p:nvPr/>
          </p:nvSpPr>
          <p:spPr>
            <a:xfrm>
              <a:off x="922865" y="385427"/>
              <a:ext cx="58200" cy="5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0"/>
            <p:cNvSpPr/>
            <p:nvPr/>
          </p:nvSpPr>
          <p:spPr>
            <a:xfrm>
              <a:off x="1669300" y="352130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0"/>
            <p:cNvSpPr/>
            <p:nvPr/>
          </p:nvSpPr>
          <p:spPr>
            <a:xfrm>
              <a:off x="138350" y="36637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0"/>
            <p:cNvSpPr/>
            <p:nvPr/>
          </p:nvSpPr>
          <p:spPr>
            <a:xfrm>
              <a:off x="5813290" y="1086177"/>
              <a:ext cx="58200" cy="5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0"/>
            <p:cNvSpPr/>
            <p:nvPr/>
          </p:nvSpPr>
          <p:spPr>
            <a:xfrm>
              <a:off x="8192200" y="352130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0"/>
            <p:cNvSpPr/>
            <p:nvPr/>
          </p:nvSpPr>
          <p:spPr>
            <a:xfrm>
              <a:off x="3083050" y="588050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0"/>
            <p:cNvSpPr/>
            <p:nvPr/>
          </p:nvSpPr>
          <p:spPr>
            <a:xfrm>
              <a:off x="5905390" y="1269602"/>
              <a:ext cx="58200" cy="5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0"/>
            <p:cNvSpPr/>
            <p:nvPr/>
          </p:nvSpPr>
          <p:spPr>
            <a:xfrm>
              <a:off x="3321725" y="1144805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0"/>
            <p:cNvSpPr/>
            <p:nvPr/>
          </p:nvSpPr>
          <p:spPr>
            <a:xfrm>
              <a:off x="5550600" y="1250550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0"/>
            <p:cNvSpPr/>
            <p:nvPr/>
          </p:nvSpPr>
          <p:spPr>
            <a:xfrm>
              <a:off x="7715565" y="1178102"/>
              <a:ext cx="58200" cy="58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0"/>
            <p:cNvSpPr/>
            <p:nvPr/>
          </p:nvSpPr>
          <p:spPr>
            <a:xfrm>
              <a:off x="7255125" y="462680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0"/>
            <p:cNvSpPr/>
            <p:nvPr/>
          </p:nvSpPr>
          <p:spPr>
            <a:xfrm>
              <a:off x="8774600" y="141477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0"/>
            <p:cNvSpPr/>
            <p:nvPr/>
          </p:nvSpPr>
          <p:spPr>
            <a:xfrm>
              <a:off x="8928090" y="1269602"/>
              <a:ext cx="58200" cy="5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0"/>
            <p:cNvSpPr/>
            <p:nvPr/>
          </p:nvSpPr>
          <p:spPr>
            <a:xfrm>
              <a:off x="7494550" y="1350630"/>
              <a:ext cx="124800" cy="124800"/>
            </a:xfrm>
            <a:prstGeom prst="donut">
              <a:avLst>
                <a:gd name="adj" fmla="val 13795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0"/>
            <p:cNvSpPr/>
            <p:nvPr/>
          </p:nvSpPr>
          <p:spPr>
            <a:xfrm>
              <a:off x="4147815" y="607102"/>
              <a:ext cx="58200" cy="5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0"/>
            <p:cNvSpPr/>
            <p:nvPr/>
          </p:nvSpPr>
          <p:spPr>
            <a:xfrm>
              <a:off x="4901365" y="385427"/>
              <a:ext cx="58200" cy="5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0"/>
            <p:cNvSpPr/>
            <p:nvPr/>
          </p:nvSpPr>
          <p:spPr>
            <a:xfrm>
              <a:off x="5055300" y="476925"/>
              <a:ext cx="96300" cy="96300"/>
            </a:xfrm>
            <a:prstGeom prst="donut">
              <a:avLst>
                <a:gd name="adj" fmla="val 22068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0"/>
            <p:cNvSpPr/>
            <p:nvPr/>
          </p:nvSpPr>
          <p:spPr>
            <a:xfrm>
              <a:off x="8316990" y="260327"/>
              <a:ext cx="58200" cy="5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0"/>
            <p:cNvSpPr/>
            <p:nvPr/>
          </p:nvSpPr>
          <p:spPr>
            <a:xfrm>
              <a:off x="364940" y="1433827"/>
              <a:ext cx="58200" cy="5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0"/>
            <p:cNvSpPr/>
            <p:nvPr/>
          </p:nvSpPr>
          <p:spPr>
            <a:xfrm>
              <a:off x="194015" y="1269602"/>
              <a:ext cx="58200" cy="58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ly Blank">
  <p:cSld name="BLANK_1"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1"/>
          <p:cNvSpPr txBox="1">
            <a:spLocks noGrp="1"/>
          </p:cNvSpPr>
          <p:nvPr>
            <p:ph type="sldNum" idx="12"/>
          </p:nvPr>
        </p:nvSpPr>
        <p:spPr>
          <a:xfrm>
            <a:off x="4297650" y="4413799"/>
            <a:ext cx="548700" cy="72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rgbClr val="043577"/>
            </a:gs>
            <a:gs pos="21000">
              <a:srgbClr val="062550"/>
            </a:gs>
            <a:gs pos="61000">
              <a:schemeClr val="lt1"/>
            </a:gs>
            <a:gs pos="100000">
              <a:schemeClr val="lt1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241875" y="455000"/>
            <a:ext cx="66603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241875" y="1125350"/>
            <a:ext cx="6660300" cy="29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tamaran Thin"/>
              <a:buChar char="▹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1pPr>
            <a:lvl2pPr marL="914400" lvl="1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tamaran Thin"/>
              <a:buChar char="▸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2pPr>
            <a:lvl3pPr marL="1371600" lvl="2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tamaran Thin"/>
              <a:buChar char="■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3pPr>
            <a:lvl4pPr marL="1828800" lvl="3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●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4pPr>
            <a:lvl5pPr marL="2286000" lvl="4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○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5pPr>
            <a:lvl6pPr marL="2743200" lvl="5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■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6pPr>
            <a:lvl7pPr marL="3200400" lvl="6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●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7pPr>
            <a:lvl8pPr marL="3657600" lvl="7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○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8pPr>
            <a:lvl9pPr marL="4114800" lvl="8" indent="-381000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400"/>
              <a:buFont typeface="Catamaran Thin"/>
              <a:buChar char="■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0" y="4413799"/>
            <a:ext cx="548700" cy="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buNone/>
              <a:defRPr sz="13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algn="ctr" rtl="0">
              <a:buNone/>
              <a:defRPr sz="13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algn="ctr" rtl="0">
              <a:buNone/>
              <a:defRPr sz="13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algn="ctr" rtl="0">
              <a:buNone/>
              <a:defRPr sz="13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algn="ctr" rtl="0">
              <a:buNone/>
              <a:defRPr sz="13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algn="ctr" rtl="0">
              <a:buNone/>
              <a:defRPr sz="13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algn="ctr" rtl="0">
              <a:buNone/>
              <a:defRPr sz="13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algn="ctr" rtl="0">
              <a:buNone/>
              <a:defRPr sz="13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6" r:id="rId6"/>
    <p:sldLayoutId id="2147483657" r:id="rId7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2"/>
          <p:cNvSpPr txBox="1">
            <a:spLocks noGrp="1"/>
          </p:cNvSpPr>
          <p:nvPr>
            <p:ph type="ctrTitle"/>
          </p:nvPr>
        </p:nvSpPr>
        <p:spPr>
          <a:xfrm>
            <a:off x="855300" y="948348"/>
            <a:ext cx="7433400" cy="1350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Density Functional Theory</a:t>
            </a:r>
            <a:endParaRPr dirty="0"/>
          </a:p>
        </p:txBody>
      </p:sp>
      <p:sp>
        <p:nvSpPr>
          <p:cNvPr id="2" name="Google Shape;728;p15">
            <a:extLst>
              <a:ext uri="{FF2B5EF4-FFF2-40B4-BE49-F238E27FC236}">
                <a16:creationId xmlns:a16="http://schemas.microsoft.com/office/drawing/2014/main" id="{B08F7C28-D5F8-FD68-7401-D9357B29A037}"/>
              </a:ext>
            </a:extLst>
          </p:cNvPr>
          <p:cNvSpPr txBox="1">
            <a:spLocks/>
          </p:cNvSpPr>
          <p:nvPr/>
        </p:nvSpPr>
        <p:spPr>
          <a:xfrm>
            <a:off x="855300" y="2288175"/>
            <a:ext cx="7433400" cy="35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spcAft>
                <a:spcPts val="800"/>
              </a:spcAft>
            </a:pPr>
            <a:r>
              <a:rPr lang="en-US" dirty="0">
                <a:solidFill>
                  <a:schemeClr val="accent1"/>
                </a:solidFill>
              </a:rPr>
              <a:t>Physics Toolbox 1 – Emily Aitken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5"/>
          <p:cNvSpPr txBox="1">
            <a:spLocks noGrp="1"/>
          </p:cNvSpPr>
          <p:nvPr>
            <p:ph type="ctrTitle"/>
          </p:nvPr>
        </p:nvSpPr>
        <p:spPr>
          <a:xfrm>
            <a:off x="855300" y="1114800"/>
            <a:ext cx="7433400" cy="1018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1.</a:t>
            </a:r>
            <a:endParaRPr dirty="0"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Density Functional Theory?</a:t>
            </a:r>
            <a:endParaRPr dirty="0"/>
          </a:p>
        </p:txBody>
      </p:sp>
      <p:sp>
        <p:nvSpPr>
          <p:cNvPr id="728" name="Google Shape;728;p15"/>
          <p:cNvSpPr txBox="1">
            <a:spLocks noGrp="1"/>
          </p:cNvSpPr>
          <p:nvPr>
            <p:ph type="subTitle" idx="1"/>
          </p:nvPr>
        </p:nvSpPr>
        <p:spPr>
          <a:xfrm>
            <a:off x="855300" y="2117602"/>
            <a:ext cx="7433400" cy="35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dirty="0"/>
              <a:t>(as far as I understand)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3"/>
          <p:cNvSpPr txBox="1">
            <a:spLocks noGrp="1"/>
          </p:cNvSpPr>
          <p:nvPr>
            <p:ph type="title"/>
          </p:nvPr>
        </p:nvSpPr>
        <p:spPr>
          <a:xfrm>
            <a:off x="1241875" y="455000"/>
            <a:ext cx="66603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 first take the (time-dependent) Schrödinger equation….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" name="Google Shape;665;p13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105694" y="1522901"/>
                <a:ext cx="2932611" cy="1302403"/>
              </a:xfrm>
              <a:prstGeom prst="rect">
                <a:avLst/>
              </a:prstGeom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4000" dirty="0"/>
                  <a:t>Hѱ = 𝑖</a:t>
                </a:r>
                <a:r>
                  <a:rPr lang="en-US" sz="4000" dirty="0" err="1"/>
                  <a:t>ħ</a:t>
                </a:r>
                <a:r>
                  <a:rPr lang="en-US" sz="4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sz="4000" dirty="0" err="1"/>
                  <a:t>ѱ</a:t>
                </a:r>
                <a:endParaRPr sz="4000" dirty="0"/>
              </a:p>
            </p:txBody>
          </p:sp>
        </mc:Choice>
        <mc:Fallback xmlns="">
          <p:sp>
            <p:nvSpPr>
              <p:cNvPr id="665" name="Google Shape;665;p1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05694" y="1522901"/>
                <a:ext cx="2932611" cy="1302403"/>
              </a:xfrm>
              <a:prstGeom prst="rect">
                <a:avLst/>
              </a:prstGeom>
              <a:blipFill>
                <a:blip r:embed="rId3"/>
                <a:stretch>
                  <a:fillRect l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FAC5B6B-C0FE-91BC-CBE6-515CB5B2C22B}"/>
              </a:ext>
            </a:extLst>
          </p:cNvPr>
          <p:cNvSpPr txBox="1"/>
          <p:nvPr/>
        </p:nvSpPr>
        <p:spPr>
          <a:xfrm>
            <a:off x="1633265" y="3019386"/>
            <a:ext cx="64261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Where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tamaran Thin"/>
                <a:cs typeface="Catamaran Thin"/>
                <a:sym typeface="Catamaran Thin"/>
              </a:rPr>
              <a:t>ѱ</a:t>
            </a:r>
            <a:r>
              <a:rPr lang="en-US" sz="2000" dirty="0">
                <a:solidFill>
                  <a:srgbClr val="FFFFFF"/>
                </a:solidFill>
                <a:latin typeface="Catamaran Thin"/>
                <a:cs typeface="Catamaran Thin"/>
                <a:sym typeface="Catamaran Thin"/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is dependent on each particle in the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>
          <a:extLst>
            <a:ext uri="{FF2B5EF4-FFF2-40B4-BE49-F238E27FC236}">
              <a16:creationId xmlns:a16="http://schemas.microsoft.com/office/drawing/2014/main" id="{C1238ABD-E819-CA54-F1AE-9775AB81C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3">
            <a:extLst>
              <a:ext uri="{FF2B5EF4-FFF2-40B4-BE49-F238E27FC236}">
                <a16:creationId xmlns:a16="http://schemas.microsoft.com/office/drawing/2014/main" id="{8B669636-C537-A3CA-76C3-09C68B4B29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1875" y="455000"/>
            <a:ext cx="66603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 first take the (time-dependent) Schrödinger equation….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849FA0-56AC-1140-B873-59F0C5706808}"/>
              </a:ext>
            </a:extLst>
          </p:cNvPr>
          <p:cNvSpPr txBox="1"/>
          <p:nvPr/>
        </p:nvSpPr>
        <p:spPr>
          <a:xfrm>
            <a:off x="1313589" y="2063918"/>
            <a:ext cx="65168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But if you have a large system with many particles, the wavefunction and hence the solution to the equation can become quite complicated. </a:t>
            </a:r>
          </a:p>
        </p:txBody>
      </p:sp>
    </p:spTree>
    <p:extLst>
      <p:ext uri="{BB962C8B-B14F-4D97-AF65-F5344CB8AC3E}">
        <p14:creationId xmlns:p14="http://schemas.microsoft.com/office/powerpoint/2010/main" val="3591610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>
          <a:extLst>
            <a:ext uri="{FF2B5EF4-FFF2-40B4-BE49-F238E27FC236}">
              <a16:creationId xmlns:a16="http://schemas.microsoft.com/office/drawing/2014/main" id="{38C8DDAA-8591-17E5-7B09-E9DAA6B37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3">
            <a:extLst>
              <a:ext uri="{FF2B5EF4-FFF2-40B4-BE49-F238E27FC236}">
                <a16:creationId xmlns:a16="http://schemas.microsoft.com/office/drawing/2014/main" id="{311A33E9-B5A4-945B-99A0-74F4936D17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1875" y="455000"/>
            <a:ext cx="66603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 first take the (time-dependent) Schrödinger equation….</a:t>
            </a:r>
            <a:endParaRPr dirty="0"/>
          </a:p>
        </p:txBody>
      </p:sp>
      <p:pic>
        <p:nvPicPr>
          <p:cNvPr id="3" name="Picture 2" descr="A math equation with numbers and symbols&#10;&#10;AI-generated content may be incorrect.">
            <a:extLst>
              <a:ext uri="{FF2B5EF4-FFF2-40B4-BE49-F238E27FC236}">
                <a16:creationId xmlns:a16="http://schemas.microsoft.com/office/drawing/2014/main" id="{1D0045EA-DFBA-DAA9-0212-6541E30ED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875" y="2517762"/>
            <a:ext cx="6516822" cy="15448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EF57A6-5F08-ACDA-C514-755AD423093A}"/>
              </a:ext>
            </a:extLst>
          </p:cNvPr>
          <p:cNvSpPr txBox="1"/>
          <p:nvPr/>
        </p:nvSpPr>
        <p:spPr>
          <a:xfrm>
            <a:off x="1313589" y="1326525"/>
            <a:ext cx="65168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Slater determinants can be used to determine the wave function for an N particle system of electrons (or bosons but don’t worry about bosons)….but this is….a lot</a:t>
            </a:r>
          </a:p>
        </p:txBody>
      </p:sp>
    </p:spTree>
    <p:extLst>
      <p:ext uri="{BB962C8B-B14F-4D97-AF65-F5344CB8AC3E}">
        <p14:creationId xmlns:p14="http://schemas.microsoft.com/office/powerpoint/2010/main" val="1172952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>
          <a:extLst>
            <a:ext uri="{FF2B5EF4-FFF2-40B4-BE49-F238E27FC236}">
              <a16:creationId xmlns:a16="http://schemas.microsoft.com/office/drawing/2014/main" id="{CA7E5D51-CCAD-6457-5FC7-C8178F28F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3">
            <a:extLst>
              <a:ext uri="{FF2B5EF4-FFF2-40B4-BE49-F238E27FC236}">
                <a16:creationId xmlns:a16="http://schemas.microsoft.com/office/drawing/2014/main" id="{5DAA3E97-C6E4-9CA4-BDD3-1B6CD8BB1A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1875" y="455000"/>
            <a:ext cx="66603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 first take the (time-dependent) Schrödinger equation….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58CBCF-D2C4-F6D0-788B-01F06A261161}"/>
              </a:ext>
            </a:extLst>
          </p:cNvPr>
          <p:cNvSpPr txBox="1"/>
          <p:nvPr/>
        </p:nvSpPr>
        <p:spPr>
          <a:xfrm>
            <a:off x="1385353" y="1165987"/>
            <a:ext cx="651682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So instead of considering individual particles, we just consider the electron density functional which depends on a couple terms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Ion-Ion PE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Ion-electron PE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Electron-Electron interactions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Kinetic energy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Exchange-correlation energy</a:t>
            </a:r>
          </a:p>
        </p:txBody>
      </p:sp>
    </p:spTree>
    <p:extLst>
      <p:ext uri="{BB962C8B-B14F-4D97-AF65-F5344CB8AC3E}">
        <p14:creationId xmlns:p14="http://schemas.microsoft.com/office/powerpoint/2010/main" val="2713331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>
          <a:extLst>
            <a:ext uri="{FF2B5EF4-FFF2-40B4-BE49-F238E27FC236}">
              <a16:creationId xmlns:a16="http://schemas.microsoft.com/office/drawing/2014/main" id="{D92756FA-BE6B-7F77-3354-3ED57B7F9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3">
            <a:extLst>
              <a:ext uri="{FF2B5EF4-FFF2-40B4-BE49-F238E27FC236}">
                <a16:creationId xmlns:a16="http://schemas.microsoft.com/office/drawing/2014/main" id="{0E7173D5-EC55-6CC4-180A-2F3E32C77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1875" y="455000"/>
            <a:ext cx="66603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 first take the (time-dependent) Schrödinger equation….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05F089-8A43-8F8E-60E2-B229630229CD}"/>
              </a:ext>
            </a:extLst>
          </p:cNvPr>
          <p:cNvSpPr txBox="1"/>
          <p:nvPr/>
        </p:nvSpPr>
        <p:spPr>
          <a:xfrm>
            <a:off x="1385353" y="1165987"/>
            <a:ext cx="651682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So instead of considering individual particles, we just consider the electron density functional which depends on a couple terms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Ion-Ion PE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Ion-electron PE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Electron-Electron interactions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highlight>
                  <a:srgbClr val="808080"/>
                </a:highlight>
              </a:rPr>
              <a:t>Kinetic energy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highlight>
                  <a:srgbClr val="808080"/>
                </a:highlight>
              </a:rPr>
              <a:t>Exchange-correlation energy</a:t>
            </a:r>
          </a:p>
        </p:txBody>
      </p:sp>
    </p:spTree>
    <p:extLst>
      <p:ext uri="{BB962C8B-B14F-4D97-AF65-F5344CB8AC3E}">
        <p14:creationId xmlns:p14="http://schemas.microsoft.com/office/powerpoint/2010/main" val="2025803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>
          <a:extLst>
            <a:ext uri="{FF2B5EF4-FFF2-40B4-BE49-F238E27FC236}">
              <a16:creationId xmlns:a16="http://schemas.microsoft.com/office/drawing/2014/main" id="{53B528C3-7434-3E8F-3820-2D61E29A9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3">
            <a:extLst>
              <a:ext uri="{FF2B5EF4-FFF2-40B4-BE49-F238E27FC236}">
                <a16:creationId xmlns:a16="http://schemas.microsoft.com/office/drawing/2014/main" id="{FB72BAD6-07A8-A2E9-0009-26C6D0C9A6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1875" y="455000"/>
            <a:ext cx="66603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 these two guys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9B8660-8C35-A4D1-AABB-85CC4F021095}"/>
              </a:ext>
            </a:extLst>
          </p:cNvPr>
          <p:cNvSpPr txBox="1"/>
          <p:nvPr/>
        </p:nvSpPr>
        <p:spPr>
          <a:xfrm>
            <a:off x="2775005" y="1210985"/>
            <a:ext cx="332723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Came up with the solutions for the missing component of exact energy exchange that other approximations for exchange energy frequently underestimate (Like LDA) </a:t>
            </a:r>
            <a:endParaRPr lang="en-US" sz="2000" dirty="0">
              <a:solidFill>
                <a:schemeClr val="tx1"/>
              </a:solidFill>
              <a:highlight>
                <a:srgbClr val="808080"/>
              </a:highlight>
            </a:endParaRPr>
          </a:p>
        </p:txBody>
      </p:sp>
      <p:sp>
        <p:nvSpPr>
          <p:cNvPr id="4" name="Google Shape;663;p13">
            <a:extLst>
              <a:ext uri="{FF2B5EF4-FFF2-40B4-BE49-F238E27FC236}">
                <a16:creationId xmlns:a16="http://schemas.microsoft.com/office/drawing/2014/main" id="{A8B8A557-593F-A8DB-9EC9-6B48965DE932}"/>
              </a:ext>
            </a:extLst>
          </p:cNvPr>
          <p:cNvSpPr txBox="1">
            <a:spLocks/>
          </p:cNvSpPr>
          <p:nvPr/>
        </p:nvSpPr>
        <p:spPr>
          <a:xfrm>
            <a:off x="874046" y="270697"/>
            <a:ext cx="1376784" cy="3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r>
              <a:rPr lang="en-US" dirty="0"/>
              <a:t>Hartree</a:t>
            </a:r>
          </a:p>
        </p:txBody>
      </p:sp>
      <p:sp>
        <p:nvSpPr>
          <p:cNvPr id="5" name="Google Shape;663;p13">
            <a:extLst>
              <a:ext uri="{FF2B5EF4-FFF2-40B4-BE49-F238E27FC236}">
                <a16:creationId xmlns:a16="http://schemas.microsoft.com/office/drawing/2014/main" id="{DD0218DD-625A-5E2B-0EEF-EECB1B03632A}"/>
              </a:ext>
            </a:extLst>
          </p:cNvPr>
          <p:cNvSpPr txBox="1">
            <a:spLocks/>
          </p:cNvSpPr>
          <p:nvPr/>
        </p:nvSpPr>
        <p:spPr>
          <a:xfrm>
            <a:off x="6859190" y="301500"/>
            <a:ext cx="1376784" cy="3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r>
              <a:rPr lang="en-US" dirty="0"/>
              <a:t>Fock</a:t>
            </a:r>
          </a:p>
        </p:txBody>
      </p:sp>
      <p:pic>
        <p:nvPicPr>
          <p:cNvPr id="2050" name="Picture 2" descr="Douglas Hartree - Wikipedia">
            <a:extLst>
              <a:ext uri="{FF2B5EF4-FFF2-40B4-BE49-F238E27FC236}">
                <a16:creationId xmlns:a16="http://schemas.microsoft.com/office/drawing/2014/main" id="{DF9CF0B0-16AD-4BC9-AF6E-68FD412A4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688" y="608500"/>
            <a:ext cx="2349500" cy="345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BDD15B9-F878-8C8B-EE52-FF9CB52C7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4803" y="653150"/>
            <a:ext cx="2201509" cy="345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4488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>
          <a:extLst>
            <a:ext uri="{FF2B5EF4-FFF2-40B4-BE49-F238E27FC236}">
              <a16:creationId xmlns:a16="http://schemas.microsoft.com/office/drawing/2014/main" id="{8EF573B0-E9FE-8195-7C3A-6E6CBA4F8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3">
            <a:extLst>
              <a:ext uri="{FF2B5EF4-FFF2-40B4-BE49-F238E27FC236}">
                <a16:creationId xmlns:a16="http://schemas.microsoft.com/office/drawing/2014/main" id="{78CA24BE-E92A-67FC-3767-CE730D9FB9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1875" y="455000"/>
            <a:ext cx="66603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And these two guys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BCB230F-2739-7974-7EB2-A339520BC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530" y="577697"/>
            <a:ext cx="2313816" cy="3239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f SHAM, Lu Jeu | Honorary Graduates | People | Our Department |  Department of Physics, Hong Kong Baptist University">
            <a:extLst>
              <a:ext uri="{FF2B5EF4-FFF2-40B4-BE49-F238E27FC236}">
                <a16:creationId xmlns:a16="http://schemas.microsoft.com/office/drawing/2014/main" id="{6F92902A-BAED-A64E-D2CE-0155C0669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2239" y="653150"/>
            <a:ext cx="2890686" cy="2890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ECB968-4326-1578-D9B0-BED62F91CC1E}"/>
              </a:ext>
            </a:extLst>
          </p:cNvPr>
          <p:cNvSpPr txBox="1"/>
          <p:nvPr/>
        </p:nvSpPr>
        <p:spPr>
          <a:xfrm>
            <a:off x="2755126" y="1140589"/>
            <a:ext cx="332723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Came up with a fictitious system of non-interacting particles that produce the same density as interacting particles, which can be used to calculate the potential energy term. Which is the model used today for solving DFT</a:t>
            </a:r>
            <a:endParaRPr lang="en-US" sz="2000" dirty="0">
              <a:solidFill>
                <a:schemeClr val="tx1"/>
              </a:solidFill>
              <a:highlight>
                <a:srgbClr val="808080"/>
              </a:highlight>
            </a:endParaRPr>
          </a:p>
        </p:txBody>
      </p:sp>
      <p:sp>
        <p:nvSpPr>
          <p:cNvPr id="4" name="Google Shape;663;p13">
            <a:extLst>
              <a:ext uri="{FF2B5EF4-FFF2-40B4-BE49-F238E27FC236}">
                <a16:creationId xmlns:a16="http://schemas.microsoft.com/office/drawing/2014/main" id="{7D27F3C7-497D-453E-8CBA-42E4279867C1}"/>
              </a:ext>
            </a:extLst>
          </p:cNvPr>
          <p:cNvSpPr txBox="1">
            <a:spLocks/>
          </p:cNvSpPr>
          <p:nvPr/>
        </p:nvSpPr>
        <p:spPr>
          <a:xfrm>
            <a:off x="874046" y="270697"/>
            <a:ext cx="1376784" cy="3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r>
              <a:rPr lang="en-US" dirty="0"/>
              <a:t>Kohn</a:t>
            </a:r>
          </a:p>
        </p:txBody>
      </p:sp>
      <p:sp>
        <p:nvSpPr>
          <p:cNvPr id="5" name="Google Shape;663;p13">
            <a:extLst>
              <a:ext uri="{FF2B5EF4-FFF2-40B4-BE49-F238E27FC236}">
                <a16:creationId xmlns:a16="http://schemas.microsoft.com/office/drawing/2014/main" id="{FB024A33-9DDE-9E5E-97AE-13583AC04E0D}"/>
              </a:ext>
            </a:extLst>
          </p:cNvPr>
          <p:cNvSpPr txBox="1">
            <a:spLocks/>
          </p:cNvSpPr>
          <p:nvPr/>
        </p:nvSpPr>
        <p:spPr>
          <a:xfrm>
            <a:off x="6859190" y="301500"/>
            <a:ext cx="1376784" cy="3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r>
              <a:rPr lang="en-US" dirty="0"/>
              <a:t>Sham</a:t>
            </a:r>
          </a:p>
        </p:txBody>
      </p:sp>
    </p:spTree>
    <p:extLst>
      <p:ext uri="{BB962C8B-B14F-4D97-AF65-F5344CB8AC3E}">
        <p14:creationId xmlns:p14="http://schemas.microsoft.com/office/powerpoint/2010/main" val="1280894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2" name="Google Shape;672;p14"/>
          <p:cNvGrpSpPr/>
          <p:nvPr/>
        </p:nvGrpSpPr>
        <p:grpSpPr>
          <a:xfrm>
            <a:off x="218" y="1955909"/>
            <a:ext cx="9143345" cy="1231682"/>
            <a:chOff x="218" y="898161"/>
            <a:chExt cx="9143345" cy="1231682"/>
          </a:xfrm>
        </p:grpSpPr>
        <p:sp>
          <p:nvSpPr>
            <p:cNvPr id="673" name="Google Shape;673;p14"/>
            <p:cNvSpPr/>
            <p:nvPr/>
          </p:nvSpPr>
          <p:spPr>
            <a:xfrm>
              <a:off x="4567150" y="1374616"/>
              <a:ext cx="236742" cy="232824"/>
            </a:xfrm>
            <a:custGeom>
              <a:avLst/>
              <a:gdLst/>
              <a:ahLst/>
              <a:cxnLst/>
              <a:rect l="l" t="t" r="r" b="b"/>
              <a:pathLst>
                <a:path w="618934" h="620864" extrusionOk="0">
                  <a:moveTo>
                    <a:pt x="0" y="0"/>
                  </a:moveTo>
                  <a:lnTo>
                    <a:pt x="0" y="620865"/>
                  </a:lnTo>
                  <a:lnTo>
                    <a:pt x="618935" y="620865"/>
                  </a:lnTo>
                  <a:cubicBezTo>
                    <a:pt x="480632" y="309101"/>
                    <a:pt x="339535" y="1459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FFC229"/>
                </a:gs>
                <a:gs pos="100000">
                  <a:srgbClr val="FF826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14"/>
            <p:cNvSpPr/>
            <p:nvPr/>
          </p:nvSpPr>
          <p:spPr>
            <a:xfrm flipH="1">
              <a:off x="4340118" y="1374612"/>
              <a:ext cx="232100" cy="232824"/>
            </a:xfrm>
            <a:custGeom>
              <a:avLst/>
              <a:gdLst/>
              <a:ahLst/>
              <a:cxnLst/>
              <a:rect l="l" t="t" r="r" b="b"/>
              <a:pathLst>
                <a:path w="618934" h="620864" extrusionOk="0">
                  <a:moveTo>
                    <a:pt x="0" y="0"/>
                  </a:moveTo>
                  <a:lnTo>
                    <a:pt x="0" y="620865"/>
                  </a:lnTo>
                  <a:lnTo>
                    <a:pt x="618935" y="620865"/>
                  </a:lnTo>
                  <a:cubicBezTo>
                    <a:pt x="480632" y="309101"/>
                    <a:pt x="339535" y="1459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BEF176"/>
                </a:gs>
                <a:gs pos="100000">
                  <a:srgbClr val="FFC229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14"/>
            <p:cNvSpPr/>
            <p:nvPr/>
          </p:nvSpPr>
          <p:spPr>
            <a:xfrm>
              <a:off x="4765540" y="1606642"/>
              <a:ext cx="753451" cy="523201"/>
            </a:xfrm>
            <a:custGeom>
              <a:avLst/>
              <a:gdLst/>
              <a:ahLst/>
              <a:cxnLst/>
              <a:rect l="l" t="t" r="r" b="b"/>
              <a:pathLst>
                <a:path w="2009203" h="1395202" extrusionOk="0">
                  <a:moveTo>
                    <a:pt x="1005142" y="1395202"/>
                  </a:moveTo>
                  <a:cubicBezTo>
                    <a:pt x="1434656" y="1395202"/>
                    <a:pt x="1742377" y="650418"/>
                    <a:pt x="2009204" y="0"/>
                  </a:cubicBezTo>
                  <a:lnTo>
                    <a:pt x="0" y="0"/>
                  </a:lnTo>
                  <a:cubicBezTo>
                    <a:pt x="310706" y="521742"/>
                    <a:pt x="470408" y="1395202"/>
                    <a:pt x="1005142" y="1395202"/>
                  </a:cubicBezTo>
                  <a:close/>
                </a:path>
              </a:pathLst>
            </a:custGeom>
            <a:gradFill>
              <a:gsLst>
                <a:gs pos="0">
                  <a:srgbClr val="FF826C"/>
                </a:gs>
                <a:gs pos="100000">
                  <a:srgbClr val="FF3E4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14"/>
            <p:cNvSpPr/>
            <p:nvPr/>
          </p:nvSpPr>
          <p:spPr>
            <a:xfrm>
              <a:off x="4803711" y="1606642"/>
              <a:ext cx="426243" cy="242789"/>
            </a:xfrm>
            <a:custGeom>
              <a:avLst/>
              <a:gdLst/>
              <a:ahLst/>
              <a:cxnLst/>
              <a:rect l="l" t="t" r="r" b="b"/>
              <a:pathLst>
                <a:path w="1136649" h="647437" extrusionOk="0">
                  <a:moveTo>
                    <a:pt x="632968" y="647437"/>
                  </a:moveTo>
                  <a:cubicBezTo>
                    <a:pt x="884492" y="647437"/>
                    <a:pt x="1023684" y="362626"/>
                    <a:pt x="1136650" y="0"/>
                  </a:cubicBezTo>
                  <a:lnTo>
                    <a:pt x="0" y="0"/>
                  </a:lnTo>
                  <a:cubicBezTo>
                    <a:pt x="142494" y="321467"/>
                    <a:pt x="282067" y="647437"/>
                    <a:pt x="632968" y="647437"/>
                  </a:cubicBezTo>
                  <a:close/>
                </a:path>
              </a:pathLst>
            </a:custGeom>
            <a:solidFill>
              <a:srgbClr val="33E7FF">
                <a:alpha val="597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14"/>
            <p:cNvSpPr/>
            <p:nvPr/>
          </p:nvSpPr>
          <p:spPr>
            <a:xfrm>
              <a:off x="5519015" y="1249917"/>
              <a:ext cx="481965" cy="356728"/>
            </a:xfrm>
            <a:custGeom>
              <a:avLst/>
              <a:gdLst/>
              <a:ahLst/>
              <a:cxnLst/>
              <a:rect l="l" t="t" r="r" b="b"/>
              <a:pathLst>
                <a:path w="1285240" h="951274" extrusionOk="0">
                  <a:moveTo>
                    <a:pt x="584200" y="0"/>
                  </a:moveTo>
                  <a:cubicBezTo>
                    <a:pt x="388938" y="0"/>
                    <a:pt x="206692" y="447289"/>
                    <a:pt x="0" y="951274"/>
                  </a:cubicBezTo>
                  <a:lnTo>
                    <a:pt x="1285240" y="951274"/>
                  </a:lnTo>
                  <a:cubicBezTo>
                    <a:pt x="1028509" y="509883"/>
                    <a:pt x="837755" y="0"/>
                    <a:pt x="584200" y="0"/>
                  </a:cubicBezTo>
                  <a:close/>
                </a:path>
              </a:pathLst>
            </a:custGeom>
            <a:solidFill>
              <a:srgbClr val="83288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14"/>
            <p:cNvSpPr/>
            <p:nvPr/>
          </p:nvSpPr>
          <p:spPr>
            <a:xfrm>
              <a:off x="5229955" y="1040852"/>
              <a:ext cx="686062" cy="565794"/>
            </a:xfrm>
            <a:custGeom>
              <a:avLst/>
              <a:gdLst/>
              <a:ahLst/>
              <a:cxnLst/>
              <a:rect l="l" t="t" r="r" b="b"/>
              <a:pathLst>
                <a:path w="1829498" h="1508784" extrusionOk="0">
                  <a:moveTo>
                    <a:pt x="815658" y="0"/>
                  </a:moveTo>
                  <a:cubicBezTo>
                    <a:pt x="315468" y="0"/>
                    <a:pt x="197866" y="873714"/>
                    <a:pt x="0" y="1508784"/>
                  </a:cubicBezTo>
                  <a:lnTo>
                    <a:pt x="1829498" y="1508784"/>
                  </a:lnTo>
                  <a:cubicBezTo>
                    <a:pt x="1541526" y="928000"/>
                    <a:pt x="1355789" y="0"/>
                    <a:pt x="815658" y="0"/>
                  </a:cubicBezTo>
                  <a:close/>
                </a:path>
              </a:pathLst>
            </a:custGeom>
            <a:solidFill>
              <a:srgbClr val="FFA22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14"/>
            <p:cNvSpPr/>
            <p:nvPr/>
          </p:nvSpPr>
          <p:spPr>
            <a:xfrm>
              <a:off x="5916017" y="1606642"/>
              <a:ext cx="392906" cy="171443"/>
            </a:xfrm>
            <a:custGeom>
              <a:avLst/>
              <a:gdLst/>
              <a:ahLst/>
              <a:cxnLst/>
              <a:rect l="l" t="t" r="r" b="b"/>
              <a:pathLst>
                <a:path w="1047750" h="457182" extrusionOk="0">
                  <a:moveTo>
                    <a:pt x="500190" y="457182"/>
                  </a:moveTo>
                  <a:cubicBezTo>
                    <a:pt x="745744" y="457182"/>
                    <a:pt x="914019" y="257605"/>
                    <a:pt x="1047750" y="0"/>
                  </a:cubicBezTo>
                  <a:lnTo>
                    <a:pt x="0" y="0"/>
                  </a:lnTo>
                  <a:cubicBezTo>
                    <a:pt x="131191" y="264645"/>
                    <a:pt x="283528" y="457182"/>
                    <a:pt x="500190" y="457182"/>
                  </a:cubicBezTo>
                  <a:close/>
                </a:path>
              </a:pathLst>
            </a:custGeom>
            <a:gradFill>
              <a:gsLst>
                <a:gs pos="0">
                  <a:srgbClr val="A54FA6"/>
                </a:gs>
                <a:gs pos="100000">
                  <a:srgbClr val="F702A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14"/>
            <p:cNvSpPr/>
            <p:nvPr/>
          </p:nvSpPr>
          <p:spPr>
            <a:xfrm>
              <a:off x="7745341" y="1606642"/>
              <a:ext cx="493657" cy="242765"/>
            </a:xfrm>
            <a:custGeom>
              <a:avLst/>
              <a:gdLst/>
              <a:ahLst/>
              <a:cxnLst/>
              <a:rect l="l" t="t" r="r" b="b"/>
              <a:pathLst>
                <a:path w="1316418" h="647373" extrusionOk="0">
                  <a:moveTo>
                    <a:pt x="475298" y="345376"/>
                  </a:moveTo>
                  <a:cubicBezTo>
                    <a:pt x="465201" y="345376"/>
                    <a:pt x="457010" y="353551"/>
                    <a:pt x="457010" y="363640"/>
                  </a:cubicBezTo>
                  <a:cubicBezTo>
                    <a:pt x="457010" y="373730"/>
                    <a:pt x="465201" y="381905"/>
                    <a:pt x="475298" y="381905"/>
                  </a:cubicBezTo>
                  <a:cubicBezTo>
                    <a:pt x="485394" y="381905"/>
                    <a:pt x="493586" y="373730"/>
                    <a:pt x="493586" y="363640"/>
                  </a:cubicBezTo>
                  <a:cubicBezTo>
                    <a:pt x="493586" y="353551"/>
                    <a:pt x="485394" y="345376"/>
                    <a:pt x="475298" y="345376"/>
                  </a:cubicBezTo>
                  <a:close/>
                  <a:moveTo>
                    <a:pt x="475298" y="436698"/>
                  </a:moveTo>
                  <a:cubicBezTo>
                    <a:pt x="465201" y="436698"/>
                    <a:pt x="457010" y="444873"/>
                    <a:pt x="457010" y="454963"/>
                  </a:cubicBezTo>
                  <a:cubicBezTo>
                    <a:pt x="457010" y="465053"/>
                    <a:pt x="465201" y="473227"/>
                    <a:pt x="475298" y="473227"/>
                  </a:cubicBezTo>
                  <a:cubicBezTo>
                    <a:pt x="485394" y="473227"/>
                    <a:pt x="493586" y="465053"/>
                    <a:pt x="493586" y="454963"/>
                  </a:cubicBezTo>
                  <a:cubicBezTo>
                    <a:pt x="493586" y="444873"/>
                    <a:pt x="485394" y="436698"/>
                    <a:pt x="475298" y="436698"/>
                  </a:cubicBezTo>
                  <a:close/>
                  <a:moveTo>
                    <a:pt x="475298" y="528021"/>
                  </a:moveTo>
                  <a:cubicBezTo>
                    <a:pt x="465138" y="527983"/>
                    <a:pt x="456947" y="536164"/>
                    <a:pt x="456883" y="546285"/>
                  </a:cubicBezTo>
                  <a:cubicBezTo>
                    <a:pt x="456819" y="556407"/>
                    <a:pt x="465011" y="564638"/>
                    <a:pt x="475171" y="564676"/>
                  </a:cubicBezTo>
                  <a:cubicBezTo>
                    <a:pt x="485331" y="564714"/>
                    <a:pt x="493523" y="556533"/>
                    <a:pt x="493586" y="546412"/>
                  </a:cubicBezTo>
                  <a:cubicBezTo>
                    <a:pt x="493586" y="546367"/>
                    <a:pt x="493586" y="546330"/>
                    <a:pt x="493586" y="546285"/>
                  </a:cubicBezTo>
                  <a:cubicBezTo>
                    <a:pt x="493586" y="536195"/>
                    <a:pt x="485394" y="528021"/>
                    <a:pt x="475298" y="528021"/>
                  </a:cubicBezTo>
                  <a:close/>
                  <a:moveTo>
                    <a:pt x="429578" y="25748"/>
                  </a:moveTo>
                  <a:cubicBezTo>
                    <a:pt x="419481" y="25748"/>
                    <a:pt x="411290" y="33922"/>
                    <a:pt x="411290" y="44012"/>
                  </a:cubicBezTo>
                  <a:cubicBezTo>
                    <a:pt x="411290" y="54102"/>
                    <a:pt x="419481" y="62277"/>
                    <a:pt x="429578" y="62277"/>
                  </a:cubicBezTo>
                  <a:cubicBezTo>
                    <a:pt x="439675" y="62277"/>
                    <a:pt x="447866" y="54102"/>
                    <a:pt x="447866" y="44012"/>
                  </a:cubicBezTo>
                  <a:cubicBezTo>
                    <a:pt x="447739" y="33998"/>
                    <a:pt x="439611" y="25938"/>
                    <a:pt x="429578" y="25938"/>
                  </a:cubicBezTo>
                  <a:close/>
                  <a:moveTo>
                    <a:pt x="475298" y="162731"/>
                  </a:moveTo>
                  <a:cubicBezTo>
                    <a:pt x="465201" y="162731"/>
                    <a:pt x="457010" y="170906"/>
                    <a:pt x="457010" y="180996"/>
                  </a:cubicBezTo>
                  <a:cubicBezTo>
                    <a:pt x="457010" y="191086"/>
                    <a:pt x="465201" y="199260"/>
                    <a:pt x="475298" y="199260"/>
                  </a:cubicBezTo>
                  <a:cubicBezTo>
                    <a:pt x="485394" y="199260"/>
                    <a:pt x="493586" y="191086"/>
                    <a:pt x="493586" y="180996"/>
                  </a:cubicBezTo>
                  <a:cubicBezTo>
                    <a:pt x="493586" y="170906"/>
                    <a:pt x="485394" y="162731"/>
                    <a:pt x="475298" y="162731"/>
                  </a:cubicBezTo>
                  <a:close/>
                  <a:moveTo>
                    <a:pt x="521018" y="573682"/>
                  </a:moveTo>
                  <a:cubicBezTo>
                    <a:pt x="510922" y="573682"/>
                    <a:pt x="502730" y="581856"/>
                    <a:pt x="502730" y="591946"/>
                  </a:cubicBezTo>
                  <a:cubicBezTo>
                    <a:pt x="502730" y="591946"/>
                    <a:pt x="502730" y="591946"/>
                    <a:pt x="502730" y="592263"/>
                  </a:cubicBezTo>
                  <a:cubicBezTo>
                    <a:pt x="512826" y="596747"/>
                    <a:pt x="523113" y="600971"/>
                    <a:pt x="533591" y="604947"/>
                  </a:cubicBezTo>
                  <a:cubicBezTo>
                    <a:pt x="541020" y="598123"/>
                    <a:pt x="541528" y="586568"/>
                    <a:pt x="534670" y="579142"/>
                  </a:cubicBezTo>
                  <a:cubicBezTo>
                    <a:pt x="531114" y="575293"/>
                    <a:pt x="526098" y="573143"/>
                    <a:pt x="520891" y="573238"/>
                  </a:cubicBezTo>
                  <a:close/>
                  <a:moveTo>
                    <a:pt x="475298" y="254054"/>
                  </a:moveTo>
                  <a:cubicBezTo>
                    <a:pt x="465201" y="254054"/>
                    <a:pt x="457010" y="262228"/>
                    <a:pt x="457010" y="272318"/>
                  </a:cubicBezTo>
                  <a:cubicBezTo>
                    <a:pt x="457010" y="282408"/>
                    <a:pt x="465201" y="290583"/>
                    <a:pt x="475298" y="290583"/>
                  </a:cubicBezTo>
                  <a:cubicBezTo>
                    <a:pt x="485394" y="290583"/>
                    <a:pt x="493586" y="282408"/>
                    <a:pt x="493586" y="272318"/>
                  </a:cubicBezTo>
                  <a:cubicBezTo>
                    <a:pt x="493459" y="262304"/>
                    <a:pt x="485331" y="254244"/>
                    <a:pt x="475298" y="254244"/>
                  </a:cubicBezTo>
                  <a:close/>
                  <a:moveTo>
                    <a:pt x="475298" y="71409"/>
                  </a:moveTo>
                  <a:cubicBezTo>
                    <a:pt x="465201" y="71409"/>
                    <a:pt x="457010" y="79584"/>
                    <a:pt x="457010" y="89673"/>
                  </a:cubicBezTo>
                  <a:cubicBezTo>
                    <a:pt x="457010" y="99763"/>
                    <a:pt x="465201" y="107938"/>
                    <a:pt x="475298" y="107938"/>
                  </a:cubicBezTo>
                  <a:cubicBezTo>
                    <a:pt x="485394" y="107938"/>
                    <a:pt x="493586" y="99763"/>
                    <a:pt x="493586" y="89673"/>
                  </a:cubicBezTo>
                  <a:cubicBezTo>
                    <a:pt x="493586" y="79584"/>
                    <a:pt x="485394" y="71409"/>
                    <a:pt x="475298" y="71409"/>
                  </a:cubicBezTo>
                  <a:close/>
                  <a:moveTo>
                    <a:pt x="521018" y="482359"/>
                  </a:moveTo>
                  <a:cubicBezTo>
                    <a:pt x="510922" y="482359"/>
                    <a:pt x="502730" y="490534"/>
                    <a:pt x="502730" y="500624"/>
                  </a:cubicBezTo>
                  <a:cubicBezTo>
                    <a:pt x="502730" y="510714"/>
                    <a:pt x="510922" y="518888"/>
                    <a:pt x="521018" y="518888"/>
                  </a:cubicBezTo>
                  <a:cubicBezTo>
                    <a:pt x="531114" y="518888"/>
                    <a:pt x="539306" y="510714"/>
                    <a:pt x="539306" y="500624"/>
                  </a:cubicBezTo>
                  <a:cubicBezTo>
                    <a:pt x="539179" y="490610"/>
                    <a:pt x="531051" y="482550"/>
                    <a:pt x="521018" y="482550"/>
                  </a:cubicBezTo>
                  <a:close/>
                  <a:moveTo>
                    <a:pt x="383858" y="162731"/>
                  </a:moveTo>
                  <a:cubicBezTo>
                    <a:pt x="373762" y="162731"/>
                    <a:pt x="365570" y="170906"/>
                    <a:pt x="365570" y="180996"/>
                  </a:cubicBezTo>
                  <a:cubicBezTo>
                    <a:pt x="365570" y="191086"/>
                    <a:pt x="373762" y="199260"/>
                    <a:pt x="383858" y="199260"/>
                  </a:cubicBezTo>
                  <a:cubicBezTo>
                    <a:pt x="393954" y="199260"/>
                    <a:pt x="402146" y="191086"/>
                    <a:pt x="402146" y="180996"/>
                  </a:cubicBezTo>
                  <a:cubicBezTo>
                    <a:pt x="402146" y="170906"/>
                    <a:pt x="393954" y="162731"/>
                    <a:pt x="383858" y="162731"/>
                  </a:cubicBezTo>
                  <a:close/>
                  <a:moveTo>
                    <a:pt x="383858" y="254054"/>
                  </a:moveTo>
                  <a:cubicBezTo>
                    <a:pt x="373762" y="254054"/>
                    <a:pt x="365570" y="262228"/>
                    <a:pt x="365570" y="272318"/>
                  </a:cubicBezTo>
                  <a:cubicBezTo>
                    <a:pt x="365570" y="282408"/>
                    <a:pt x="373762" y="290583"/>
                    <a:pt x="383858" y="290583"/>
                  </a:cubicBezTo>
                  <a:cubicBezTo>
                    <a:pt x="393954" y="290583"/>
                    <a:pt x="402146" y="282408"/>
                    <a:pt x="402146" y="272318"/>
                  </a:cubicBezTo>
                  <a:cubicBezTo>
                    <a:pt x="402019" y="262304"/>
                    <a:pt x="393891" y="254244"/>
                    <a:pt x="383858" y="254244"/>
                  </a:cubicBezTo>
                  <a:close/>
                  <a:moveTo>
                    <a:pt x="383858" y="71409"/>
                  </a:moveTo>
                  <a:cubicBezTo>
                    <a:pt x="373762" y="71409"/>
                    <a:pt x="365570" y="79584"/>
                    <a:pt x="365570" y="89673"/>
                  </a:cubicBezTo>
                  <a:cubicBezTo>
                    <a:pt x="365570" y="99763"/>
                    <a:pt x="373762" y="107938"/>
                    <a:pt x="383858" y="107938"/>
                  </a:cubicBezTo>
                  <a:cubicBezTo>
                    <a:pt x="393954" y="107938"/>
                    <a:pt x="402146" y="99763"/>
                    <a:pt x="402146" y="89673"/>
                  </a:cubicBezTo>
                  <a:cubicBezTo>
                    <a:pt x="402146" y="79584"/>
                    <a:pt x="393954" y="71409"/>
                    <a:pt x="383858" y="71409"/>
                  </a:cubicBezTo>
                  <a:close/>
                  <a:moveTo>
                    <a:pt x="383858" y="345376"/>
                  </a:moveTo>
                  <a:cubicBezTo>
                    <a:pt x="373762" y="345376"/>
                    <a:pt x="365570" y="353551"/>
                    <a:pt x="365570" y="363640"/>
                  </a:cubicBezTo>
                  <a:cubicBezTo>
                    <a:pt x="365570" y="373730"/>
                    <a:pt x="373762" y="381905"/>
                    <a:pt x="383858" y="381905"/>
                  </a:cubicBezTo>
                  <a:cubicBezTo>
                    <a:pt x="393954" y="381905"/>
                    <a:pt x="402146" y="373730"/>
                    <a:pt x="402146" y="363640"/>
                  </a:cubicBezTo>
                  <a:cubicBezTo>
                    <a:pt x="402146" y="353551"/>
                    <a:pt x="393954" y="345376"/>
                    <a:pt x="383858" y="345376"/>
                  </a:cubicBezTo>
                  <a:close/>
                  <a:moveTo>
                    <a:pt x="429578" y="208392"/>
                  </a:moveTo>
                  <a:cubicBezTo>
                    <a:pt x="419481" y="208392"/>
                    <a:pt x="411290" y="216567"/>
                    <a:pt x="411290" y="226657"/>
                  </a:cubicBezTo>
                  <a:cubicBezTo>
                    <a:pt x="411290" y="236747"/>
                    <a:pt x="419481" y="244921"/>
                    <a:pt x="429578" y="244921"/>
                  </a:cubicBezTo>
                  <a:cubicBezTo>
                    <a:pt x="439675" y="244921"/>
                    <a:pt x="447866" y="236747"/>
                    <a:pt x="447866" y="226657"/>
                  </a:cubicBezTo>
                  <a:cubicBezTo>
                    <a:pt x="447866" y="216567"/>
                    <a:pt x="439675" y="208392"/>
                    <a:pt x="429578" y="208392"/>
                  </a:cubicBezTo>
                  <a:close/>
                  <a:moveTo>
                    <a:pt x="429578" y="117070"/>
                  </a:moveTo>
                  <a:cubicBezTo>
                    <a:pt x="419481" y="117070"/>
                    <a:pt x="411290" y="125245"/>
                    <a:pt x="411290" y="135335"/>
                  </a:cubicBezTo>
                  <a:cubicBezTo>
                    <a:pt x="411290" y="145424"/>
                    <a:pt x="419481" y="153599"/>
                    <a:pt x="429578" y="153599"/>
                  </a:cubicBezTo>
                  <a:cubicBezTo>
                    <a:pt x="439675" y="153599"/>
                    <a:pt x="447866" y="145424"/>
                    <a:pt x="447866" y="135335"/>
                  </a:cubicBezTo>
                  <a:cubicBezTo>
                    <a:pt x="447866" y="125245"/>
                    <a:pt x="439675" y="117070"/>
                    <a:pt x="429578" y="117070"/>
                  </a:cubicBezTo>
                  <a:close/>
                  <a:moveTo>
                    <a:pt x="429578" y="299715"/>
                  </a:moveTo>
                  <a:cubicBezTo>
                    <a:pt x="419481" y="299715"/>
                    <a:pt x="411290" y="307890"/>
                    <a:pt x="411290" y="317979"/>
                  </a:cubicBezTo>
                  <a:cubicBezTo>
                    <a:pt x="411290" y="328069"/>
                    <a:pt x="419481" y="336244"/>
                    <a:pt x="429578" y="336244"/>
                  </a:cubicBezTo>
                  <a:cubicBezTo>
                    <a:pt x="439675" y="336244"/>
                    <a:pt x="447866" y="328069"/>
                    <a:pt x="447866" y="317979"/>
                  </a:cubicBezTo>
                  <a:cubicBezTo>
                    <a:pt x="447866" y="307890"/>
                    <a:pt x="439675" y="299715"/>
                    <a:pt x="429578" y="299715"/>
                  </a:cubicBezTo>
                  <a:close/>
                  <a:moveTo>
                    <a:pt x="429578" y="482359"/>
                  </a:moveTo>
                  <a:cubicBezTo>
                    <a:pt x="419481" y="482359"/>
                    <a:pt x="411290" y="490534"/>
                    <a:pt x="411290" y="500624"/>
                  </a:cubicBezTo>
                  <a:cubicBezTo>
                    <a:pt x="411290" y="510714"/>
                    <a:pt x="419481" y="518888"/>
                    <a:pt x="429578" y="518888"/>
                  </a:cubicBezTo>
                  <a:cubicBezTo>
                    <a:pt x="439675" y="518888"/>
                    <a:pt x="447866" y="510714"/>
                    <a:pt x="447866" y="500624"/>
                  </a:cubicBezTo>
                  <a:cubicBezTo>
                    <a:pt x="447739" y="490610"/>
                    <a:pt x="439611" y="482550"/>
                    <a:pt x="429578" y="482550"/>
                  </a:cubicBezTo>
                  <a:close/>
                  <a:moveTo>
                    <a:pt x="429578" y="391037"/>
                  </a:moveTo>
                  <a:cubicBezTo>
                    <a:pt x="419481" y="391037"/>
                    <a:pt x="411290" y="399212"/>
                    <a:pt x="411290" y="409302"/>
                  </a:cubicBezTo>
                  <a:cubicBezTo>
                    <a:pt x="411290" y="419391"/>
                    <a:pt x="419481" y="427566"/>
                    <a:pt x="429578" y="427566"/>
                  </a:cubicBezTo>
                  <a:cubicBezTo>
                    <a:pt x="439675" y="427566"/>
                    <a:pt x="447866" y="419391"/>
                    <a:pt x="447866" y="409302"/>
                  </a:cubicBezTo>
                  <a:cubicBezTo>
                    <a:pt x="447866" y="399212"/>
                    <a:pt x="439675" y="391037"/>
                    <a:pt x="429578" y="391037"/>
                  </a:cubicBezTo>
                  <a:close/>
                  <a:moveTo>
                    <a:pt x="566738" y="71409"/>
                  </a:moveTo>
                  <a:cubicBezTo>
                    <a:pt x="556641" y="71409"/>
                    <a:pt x="548450" y="79584"/>
                    <a:pt x="548450" y="89673"/>
                  </a:cubicBezTo>
                  <a:cubicBezTo>
                    <a:pt x="548450" y="99763"/>
                    <a:pt x="556641" y="107938"/>
                    <a:pt x="566738" y="107938"/>
                  </a:cubicBezTo>
                  <a:cubicBezTo>
                    <a:pt x="576835" y="107938"/>
                    <a:pt x="585026" y="99763"/>
                    <a:pt x="585026" y="89673"/>
                  </a:cubicBezTo>
                  <a:cubicBezTo>
                    <a:pt x="585026" y="79584"/>
                    <a:pt x="576835" y="71409"/>
                    <a:pt x="566738" y="71409"/>
                  </a:cubicBezTo>
                  <a:close/>
                  <a:moveTo>
                    <a:pt x="612458" y="391037"/>
                  </a:moveTo>
                  <a:cubicBezTo>
                    <a:pt x="602362" y="391037"/>
                    <a:pt x="594170" y="399212"/>
                    <a:pt x="594170" y="409302"/>
                  </a:cubicBezTo>
                  <a:cubicBezTo>
                    <a:pt x="594170" y="419391"/>
                    <a:pt x="602362" y="427566"/>
                    <a:pt x="612458" y="427566"/>
                  </a:cubicBezTo>
                  <a:cubicBezTo>
                    <a:pt x="622554" y="427566"/>
                    <a:pt x="630746" y="419391"/>
                    <a:pt x="630746" y="409302"/>
                  </a:cubicBezTo>
                  <a:cubicBezTo>
                    <a:pt x="630746" y="399212"/>
                    <a:pt x="622554" y="391037"/>
                    <a:pt x="612458" y="391037"/>
                  </a:cubicBezTo>
                  <a:close/>
                  <a:moveTo>
                    <a:pt x="612458" y="299715"/>
                  </a:moveTo>
                  <a:cubicBezTo>
                    <a:pt x="602362" y="299715"/>
                    <a:pt x="594170" y="307890"/>
                    <a:pt x="594170" y="317979"/>
                  </a:cubicBezTo>
                  <a:cubicBezTo>
                    <a:pt x="594170" y="328069"/>
                    <a:pt x="602362" y="336244"/>
                    <a:pt x="612458" y="336244"/>
                  </a:cubicBezTo>
                  <a:cubicBezTo>
                    <a:pt x="622554" y="336244"/>
                    <a:pt x="630746" y="328069"/>
                    <a:pt x="630746" y="317979"/>
                  </a:cubicBezTo>
                  <a:cubicBezTo>
                    <a:pt x="630746" y="307890"/>
                    <a:pt x="622554" y="299715"/>
                    <a:pt x="612458" y="299715"/>
                  </a:cubicBezTo>
                  <a:close/>
                  <a:moveTo>
                    <a:pt x="612458" y="482359"/>
                  </a:moveTo>
                  <a:cubicBezTo>
                    <a:pt x="602362" y="482359"/>
                    <a:pt x="594170" y="490534"/>
                    <a:pt x="594170" y="500624"/>
                  </a:cubicBezTo>
                  <a:cubicBezTo>
                    <a:pt x="594170" y="510714"/>
                    <a:pt x="602362" y="518888"/>
                    <a:pt x="612458" y="518888"/>
                  </a:cubicBezTo>
                  <a:cubicBezTo>
                    <a:pt x="622554" y="518888"/>
                    <a:pt x="630746" y="510714"/>
                    <a:pt x="630746" y="500624"/>
                  </a:cubicBezTo>
                  <a:cubicBezTo>
                    <a:pt x="630619" y="490610"/>
                    <a:pt x="622491" y="482550"/>
                    <a:pt x="612458" y="482550"/>
                  </a:cubicBezTo>
                  <a:close/>
                  <a:moveTo>
                    <a:pt x="521018" y="391037"/>
                  </a:moveTo>
                  <a:cubicBezTo>
                    <a:pt x="510922" y="391037"/>
                    <a:pt x="502730" y="399212"/>
                    <a:pt x="502730" y="409302"/>
                  </a:cubicBezTo>
                  <a:cubicBezTo>
                    <a:pt x="502730" y="419391"/>
                    <a:pt x="510922" y="427566"/>
                    <a:pt x="521018" y="427566"/>
                  </a:cubicBezTo>
                  <a:cubicBezTo>
                    <a:pt x="531114" y="427566"/>
                    <a:pt x="539306" y="419391"/>
                    <a:pt x="539306" y="409302"/>
                  </a:cubicBezTo>
                  <a:cubicBezTo>
                    <a:pt x="539306" y="399212"/>
                    <a:pt x="531114" y="391037"/>
                    <a:pt x="521018" y="391037"/>
                  </a:cubicBezTo>
                  <a:close/>
                  <a:moveTo>
                    <a:pt x="612458" y="25748"/>
                  </a:moveTo>
                  <a:cubicBezTo>
                    <a:pt x="602362" y="25748"/>
                    <a:pt x="594170" y="33922"/>
                    <a:pt x="594170" y="44012"/>
                  </a:cubicBezTo>
                  <a:cubicBezTo>
                    <a:pt x="594170" y="54102"/>
                    <a:pt x="602362" y="62277"/>
                    <a:pt x="612458" y="62277"/>
                  </a:cubicBezTo>
                  <a:cubicBezTo>
                    <a:pt x="622554" y="62277"/>
                    <a:pt x="630746" y="54102"/>
                    <a:pt x="630746" y="44012"/>
                  </a:cubicBezTo>
                  <a:cubicBezTo>
                    <a:pt x="630619" y="33998"/>
                    <a:pt x="622491" y="25938"/>
                    <a:pt x="612458" y="25938"/>
                  </a:cubicBezTo>
                  <a:close/>
                  <a:moveTo>
                    <a:pt x="658178" y="619343"/>
                  </a:moveTo>
                  <a:cubicBezTo>
                    <a:pt x="648970" y="619381"/>
                    <a:pt x="641224" y="626293"/>
                    <a:pt x="640144" y="635451"/>
                  </a:cubicBezTo>
                  <a:cubicBezTo>
                    <a:pt x="651891" y="637734"/>
                    <a:pt x="663829" y="639700"/>
                    <a:pt x="676085" y="641349"/>
                  </a:cubicBezTo>
                  <a:cubicBezTo>
                    <a:pt x="678180" y="631475"/>
                    <a:pt x="671830" y="621797"/>
                    <a:pt x="661925" y="619730"/>
                  </a:cubicBezTo>
                  <a:cubicBezTo>
                    <a:pt x="660718" y="619470"/>
                    <a:pt x="659448" y="619343"/>
                    <a:pt x="658178" y="619343"/>
                  </a:cubicBezTo>
                  <a:close/>
                  <a:moveTo>
                    <a:pt x="383858" y="436698"/>
                  </a:moveTo>
                  <a:cubicBezTo>
                    <a:pt x="373762" y="436698"/>
                    <a:pt x="365570" y="444873"/>
                    <a:pt x="365570" y="454963"/>
                  </a:cubicBezTo>
                  <a:cubicBezTo>
                    <a:pt x="365570" y="465053"/>
                    <a:pt x="373762" y="473227"/>
                    <a:pt x="383858" y="473227"/>
                  </a:cubicBezTo>
                  <a:cubicBezTo>
                    <a:pt x="393954" y="473227"/>
                    <a:pt x="402146" y="465053"/>
                    <a:pt x="402146" y="454963"/>
                  </a:cubicBezTo>
                  <a:cubicBezTo>
                    <a:pt x="402146" y="444873"/>
                    <a:pt x="393954" y="436698"/>
                    <a:pt x="383858" y="436698"/>
                  </a:cubicBezTo>
                  <a:close/>
                  <a:moveTo>
                    <a:pt x="612458" y="208392"/>
                  </a:moveTo>
                  <a:cubicBezTo>
                    <a:pt x="602362" y="208392"/>
                    <a:pt x="594170" y="216567"/>
                    <a:pt x="594170" y="226657"/>
                  </a:cubicBezTo>
                  <a:cubicBezTo>
                    <a:pt x="594170" y="236747"/>
                    <a:pt x="602362" y="244921"/>
                    <a:pt x="612458" y="244921"/>
                  </a:cubicBezTo>
                  <a:cubicBezTo>
                    <a:pt x="622554" y="244921"/>
                    <a:pt x="630746" y="236747"/>
                    <a:pt x="630746" y="226657"/>
                  </a:cubicBezTo>
                  <a:cubicBezTo>
                    <a:pt x="630746" y="216567"/>
                    <a:pt x="622554" y="208392"/>
                    <a:pt x="612458" y="208392"/>
                  </a:cubicBezTo>
                  <a:close/>
                  <a:moveTo>
                    <a:pt x="612458" y="117070"/>
                  </a:moveTo>
                  <a:cubicBezTo>
                    <a:pt x="602362" y="117070"/>
                    <a:pt x="594170" y="125245"/>
                    <a:pt x="594170" y="135335"/>
                  </a:cubicBezTo>
                  <a:cubicBezTo>
                    <a:pt x="594170" y="145424"/>
                    <a:pt x="602362" y="153599"/>
                    <a:pt x="612458" y="153599"/>
                  </a:cubicBezTo>
                  <a:cubicBezTo>
                    <a:pt x="622554" y="153599"/>
                    <a:pt x="630746" y="145424"/>
                    <a:pt x="630746" y="135335"/>
                  </a:cubicBezTo>
                  <a:cubicBezTo>
                    <a:pt x="630746" y="125245"/>
                    <a:pt x="622554" y="117070"/>
                    <a:pt x="612458" y="117070"/>
                  </a:cubicBezTo>
                  <a:close/>
                  <a:moveTo>
                    <a:pt x="612458" y="573682"/>
                  </a:moveTo>
                  <a:cubicBezTo>
                    <a:pt x="602362" y="573682"/>
                    <a:pt x="594170" y="581856"/>
                    <a:pt x="594170" y="591946"/>
                  </a:cubicBezTo>
                  <a:cubicBezTo>
                    <a:pt x="594170" y="602036"/>
                    <a:pt x="602362" y="610211"/>
                    <a:pt x="612458" y="610211"/>
                  </a:cubicBezTo>
                  <a:cubicBezTo>
                    <a:pt x="622554" y="610211"/>
                    <a:pt x="630746" y="602036"/>
                    <a:pt x="630746" y="591946"/>
                  </a:cubicBezTo>
                  <a:cubicBezTo>
                    <a:pt x="630746" y="581856"/>
                    <a:pt x="622554" y="573682"/>
                    <a:pt x="612458" y="573682"/>
                  </a:cubicBezTo>
                  <a:close/>
                  <a:moveTo>
                    <a:pt x="521018" y="25748"/>
                  </a:moveTo>
                  <a:cubicBezTo>
                    <a:pt x="510922" y="25748"/>
                    <a:pt x="502730" y="33922"/>
                    <a:pt x="502730" y="44012"/>
                  </a:cubicBezTo>
                  <a:cubicBezTo>
                    <a:pt x="502730" y="54102"/>
                    <a:pt x="510922" y="62277"/>
                    <a:pt x="521018" y="62277"/>
                  </a:cubicBezTo>
                  <a:cubicBezTo>
                    <a:pt x="531114" y="62277"/>
                    <a:pt x="539306" y="54102"/>
                    <a:pt x="539306" y="44012"/>
                  </a:cubicBezTo>
                  <a:cubicBezTo>
                    <a:pt x="539179" y="33998"/>
                    <a:pt x="531051" y="25938"/>
                    <a:pt x="521018" y="25938"/>
                  </a:cubicBezTo>
                  <a:close/>
                  <a:moveTo>
                    <a:pt x="521018" y="117070"/>
                  </a:moveTo>
                  <a:cubicBezTo>
                    <a:pt x="510922" y="117070"/>
                    <a:pt x="502730" y="125245"/>
                    <a:pt x="502730" y="135335"/>
                  </a:cubicBezTo>
                  <a:cubicBezTo>
                    <a:pt x="502730" y="145424"/>
                    <a:pt x="510922" y="153599"/>
                    <a:pt x="521018" y="153599"/>
                  </a:cubicBezTo>
                  <a:cubicBezTo>
                    <a:pt x="531114" y="153599"/>
                    <a:pt x="539306" y="145424"/>
                    <a:pt x="539306" y="135335"/>
                  </a:cubicBezTo>
                  <a:cubicBezTo>
                    <a:pt x="539306" y="125245"/>
                    <a:pt x="531114" y="117070"/>
                    <a:pt x="521018" y="117070"/>
                  </a:cubicBezTo>
                  <a:close/>
                  <a:moveTo>
                    <a:pt x="521018" y="208392"/>
                  </a:moveTo>
                  <a:cubicBezTo>
                    <a:pt x="510922" y="208392"/>
                    <a:pt x="502730" y="216567"/>
                    <a:pt x="502730" y="226657"/>
                  </a:cubicBezTo>
                  <a:cubicBezTo>
                    <a:pt x="502730" y="236747"/>
                    <a:pt x="510922" y="244921"/>
                    <a:pt x="521018" y="244921"/>
                  </a:cubicBezTo>
                  <a:cubicBezTo>
                    <a:pt x="531114" y="244921"/>
                    <a:pt x="539306" y="236747"/>
                    <a:pt x="539306" y="226657"/>
                  </a:cubicBezTo>
                  <a:cubicBezTo>
                    <a:pt x="539306" y="216567"/>
                    <a:pt x="531114" y="208392"/>
                    <a:pt x="521018" y="208392"/>
                  </a:cubicBezTo>
                  <a:close/>
                  <a:moveTo>
                    <a:pt x="521018" y="299715"/>
                  </a:moveTo>
                  <a:cubicBezTo>
                    <a:pt x="510922" y="299715"/>
                    <a:pt x="502730" y="307890"/>
                    <a:pt x="502730" y="317979"/>
                  </a:cubicBezTo>
                  <a:cubicBezTo>
                    <a:pt x="502730" y="328069"/>
                    <a:pt x="510922" y="336244"/>
                    <a:pt x="521018" y="336244"/>
                  </a:cubicBezTo>
                  <a:cubicBezTo>
                    <a:pt x="531114" y="336244"/>
                    <a:pt x="539306" y="328069"/>
                    <a:pt x="539306" y="317979"/>
                  </a:cubicBezTo>
                  <a:cubicBezTo>
                    <a:pt x="539306" y="307890"/>
                    <a:pt x="531114" y="299715"/>
                    <a:pt x="521018" y="299715"/>
                  </a:cubicBezTo>
                  <a:close/>
                  <a:moveTo>
                    <a:pt x="566738" y="162731"/>
                  </a:moveTo>
                  <a:cubicBezTo>
                    <a:pt x="556641" y="162731"/>
                    <a:pt x="548450" y="170906"/>
                    <a:pt x="548450" y="180996"/>
                  </a:cubicBezTo>
                  <a:cubicBezTo>
                    <a:pt x="548450" y="191086"/>
                    <a:pt x="556641" y="199260"/>
                    <a:pt x="566738" y="199260"/>
                  </a:cubicBezTo>
                  <a:cubicBezTo>
                    <a:pt x="576835" y="199260"/>
                    <a:pt x="585026" y="191086"/>
                    <a:pt x="585026" y="180996"/>
                  </a:cubicBezTo>
                  <a:cubicBezTo>
                    <a:pt x="585026" y="170906"/>
                    <a:pt x="576835" y="162731"/>
                    <a:pt x="566738" y="162731"/>
                  </a:cubicBezTo>
                  <a:close/>
                  <a:moveTo>
                    <a:pt x="566738" y="528021"/>
                  </a:moveTo>
                  <a:cubicBezTo>
                    <a:pt x="556578" y="527983"/>
                    <a:pt x="548387" y="536164"/>
                    <a:pt x="548323" y="546285"/>
                  </a:cubicBezTo>
                  <a:cubicBezTo>
                    <a:pt x="548260" y="556407"/>
                    <a:pt x="556451" y="564638"/>
                    <a:pt x="566611" y="564676"/>
                  </a:cubicBezTo>
                  <a:cubicBezTo>
                    <a:pt x="576771" y="564714"/>
                    <a:pt x="584962" y="556533"/>
                    <a:pt x="585026" y="546412"/>
                  </a:cubicBezTo>
                  <a:cubicBezTo>
                    <a:pt x="585026" y="546367"/>
                    <a:pt x="585026" y="546330"/>
                    <a:pt x="585026" y="546285"/>
                  </a:cubicBezTo>
                  <a:cubicBezTo>
                    <a:pt x="585026" y="536195"/>
                    <a:pt x="576835" y="528021"/>
                    <a:pt x="566738" y="528021"/>
                  </a:cubicBezTo>
                  <a:close/>
                  <a:moveTo>
                    <a:pt x="566738" y="254054"/>
                  </a:moveTo>
                  <a:cubicBezTo>
                    <a:pt x="556641" y="254054"/>
                    <a:pt x="548450" y="262228"/>
                    <a:pt x="548450" y="272318"/>
                  </a:cubicBezTo>
                  <a:cubicBezTo>
                    <a:pt x="548450" y="282408"/>
                    <a:pt x="556641" y="290583"/>
                    <a:pt x="566738" y="290583"/>
                  </a:cubicBezTo>
                  <a:cubicBezTo>
                    <a:pt x="576835" y="290583"/>
                    <a:pt x="585026" y="282408"/>
                    <a:pt x="585026" y="272318"/>
                  </a:cubicBezTo>
                  <a:cubicBezTo>
                    <a:pt x="584899" y="262304"/>
                    <a:pt x="576771" y="254244"/>
                    <a:pt x="566738" y="254244"/>
                  </a:cubicBezTo>
                  <a:close/>
                  <a:moveTo>
                    <a:pt x="566738" y="345376"/>
                  </a:moveTo>
                  <a:cubicBezTo>
                    <a:pt x="556641" y="345376"/>
                    <a:pt x="548450" y="353551"/>
                    <a:pt x="548450" y="363640"/>
                  </a:cubicBezTo>
                  <a:cubicBezTo>
                    <a:pt x="548450" y="373730"/>
                    <a:pt x="556641" y="381905"/>
                    <a:pt x="566738" y="381905"/>
                  </a:cubicBezTo>
                  <a:cubicBezTo>
                    <a:pt x="576835" y="381905"/>
                    <a:pt x="585026" y="373730"/>
                    <a:pt x="585026" y="363640"/>
                  </a:cubicBezTo>
                  <a:cubicBezTo>
                    <a:pt x="585026" y="353551"/>
                    <a:pt x="576835" y="345376"/>
                    <a:pt x="566738" y="345376"/>
                  </a:cubicBezTo>
                  <a:close/>
                  <a:moveTo>
                    <a:pt x="566738" y="436698"/>
                  </a:moveTo>
                  <a:cubicBezTo>
                    <a:pt x="556641" y="436698"/>
                    <a:pt x="548450" y="444873"/>
                    <a:pt x="548450" y="454963"/>
                  </a:cubicBezTo>
                  <a:cubicBezTo>
                    <a:pt x="548450" y="465053"/>
                    <a:pt x="556641" y="473227"/>
                    <a:pt x="566738" y="473227"/>
                  </a:cubicBezTo>
                  <a:cubicBezTo>
                    <a:pt x="576835" y="473227"/>
                    <a:pt x="585026" y="465053"/>
                    <a:pt x="585026" y="454963"/>
                  </a:cubicBezTo>
                  <a:cubicBezTo>
                    <a:pt x="585026" y="444873"/>
                    <a:pt x="576835" y="436698"/>
                    <a:pt x="566738" y="436698"/>
                  </a:cubicBezTo>
                  <a:close/>
                  <a:moveTo>
                    <a:pt x="338138" y="299715"/>
                  </a:moveTo>
                  <a:cubicBezTo>
                    <a:pt x="328041" y="299715"/>
                    <a:pt x="319849" y="307890"/>
                    <a:pt x="319849" y="317979"/>
                  </a:cubicBezTo>
                  <a:cubicBezTo>
                    <a:pt x="319849" y="328069"/>
                    <a:pt x="328041" y="336244"/>
                    <a:pt x="338138" y="336244"/>
                  </a:cubicBezTo>
                  <a:cubicBezTo>
                    <a:pt x="348235" y="336244"/>
                    <a:pt x="356426" y="328069"/>
                    <a:pt x="356426" y="317979"/>
                  </a:cubicBezTo>
                  <a:cubicBezTo>
                    <a:pt x="356426" y="307890"/>
                    <a:pt x="348235" y="299715"/>
                    <a:pt x="338138" y="299715"/>
                  </a:cubicBezTo>
                  <a:close/>
                  <a:moveTo>
                    <a:pt x="292418" y="16616"/>
                  </a:moveTo>
                  <a:cubicBezTo>
                    <a:pt x="301879" y="16590"/>
                    <a:pt x="309753" y="9392"/>
                    <a:pt x="310579" y="0"/>
                  </a:cubicBezTo>
                  <a:lnTo>
                    <a:pt x="274193" y="0"/>
                  </a:lnTo>
                  <a:cubicBezTo>
                    <a:pt x="275019" y="9443"/>
                    <a:pt x="282956" y="16679"/>
                    <a:pt x="292418" y="16616"/>
                  </a:cubicBezTo>
                  <a:close/>
                  <a:moveTo>
                    <a:pt x="200978" y="16616"/>
                  </a:moveTo>
                  <a:cubicBezTo>
                    <a:pt x="210439" y="16590"/>
                    <a:pt x="218313" y="9392"/>
                    <a:pt x="219139" y="0"/>
                  </a:cubicBezTo>
                  <a:lnTo>
                    <a:pt x="182880" y="0"/>
                  </a:lnTo>
                  <a:cubicBezTo>
                    <a:pt x="183642" y="9392"/>
                    <a:pt x="191516" y="16616"/>
                    <a:pt x="200978" y="16616"/>
                  </a:cubicBezTo>
                  <a:close/>
                  <a:moveTo>
                    <a:pt x="109538" y="16616"/>
                  </a:moveTo>
                  <a:cubicBezTo>
                    <a:pt x="119000" y="16590"/>
                    <a:pt x="126874" y="9392"/>
                    <a:pt x="127699" y="0"/>
                  </a:cubicBezTo>
                  <a:lnTo>
                    <a:pt x="91440" y="0"/>
                  </a:lnTo>
                  <a:cubicBezTo>
                    <a:pt x="92266" y="9380"/>
                    <a:pt x="100140" y="16584"/>
                    <a:pt x="109538" y="16616"/>
                  </a:cubicBezTo>
                  <a:close/>
                  <a:moveTo>
                    <a:pt x="383858" y="16616"/>
                  </a:moveTo>
                  <a:cubicBezTo>
                    <a:pt x="393319" y="16590"/>
                    <a:pt x="401193" y="9392"/>
                    <a:pt x="402019" y="0"/>
                  </a:cubicBezTo>
                  <a:lnTo>
                    <a:pt x="365761" y="0"/>
                  </a:lnTo>
                  <a:cubicBezTo>
                    <a:pt x="366523" y="9392"/>
                    <a:pt x="374397" y="16616"/>
                    <a:pt x="383858" y="16616"/>
                  </a:cubicBezTo>
                  <a:close/>
                  <a:moveTo>
                    <a:pt x="63818" y="25748"/>
                  </a:moveTo>
                  <a:cubicBezTo>
                    <a:pt x="53722" y="25748"/>
                    <a:pt x="45530" y="33922"/>
                    <a:pt x="45530" y="44012"/>
                  </a:cubicBezTo>
                  <a:cubicBezTo>
                    <a:pt x="45530" y="54102"/>
                    <a:pt x="53722" y="62277"/>
                    <a:pt x="63818" y="62277"/>
                  </a:cubicBezTo>
                  <a:cubicBezTo>
                    <a:pt x="73914" y="62277"/>
                    <a:pt x="82106" y="54102"/>
                    <a:pt x="82106" y="44012"/>
                  </a:cubicBezTo>
                  <a:cubicBezTo>
                    <a:pt x="81979" y="33998"/>
                    <a:pt x="73851" y="25938"/>
                    <a:pt x="63818" y="25938"/>
                  </a:cubicBezTo>
                  <a:close/>
                  <a:moveTo>
                    <a:pt x="63818" y="117070"/>
                  </a:moveTo>
                  <a:cubicBezTo>
                    <a:pt x="57341" y="117121"/>
                    <a:pt x="51436" y="120539"/>
                    <a:pt x="48133" y="126076"/>
                  </a:cubicBezTo>
                  <a:lnTo>
                    <a:pt x="65913" y="153409"/>
                  </a:lnTo>
                  <a:cubicBezTo>
                    <a:pt x="75947" y="152699"/>
                    <a:pt x="83503" y="143991"/>
                    <a:pt x="82804" y="133965"/>
                  </a:cubicBezTo>
                  <a:cubicBezTo>
                    <a:pt x="82106" y="124129"/>
                    <a:pt x="73661" y="116633"/>
                    <a:pt x="63818" y="117070"/>
                  </a:cubicBezTo>
                  <a:close/>
                  <a:moveTo>
                    <a:pt x="475298" y="16616"/>
                  </a:moveTo>
                  <a:cubicBezTo>
                    <a:pt x="484760" y="16590"/>
                    <a:pt x="492634" y="9392"/>
                    <a:pt x="493459" y="0"/>
                  </a:cubicBezTo>
                  <a:lnTo>
                    <a:pt x="457200" y="0"/>
                  </a:lnTo>
                  <a:cubicBezTo>
                    <a:pt x="457962" y="9392"/>
                    <a:pt x="465837" y="16616"/>
                    <a:pt x="475298" y="16616"/>
                  </a:cubicBezTo>
                  <a:close/>
                  <a:moveTo>
                    <a:pt x="18098" y="71409"/>
                  </a:moveTo>
                  <a:cubicBezTo>
                    <a:pt x="16511" y="71447"/>
                    <a:pt x="14923" y="71682"/>
                    <a:pt x="13399" y="72107"/>
                  </a:cubicBezTo>
                  <a:cubicBezTo>
                    <a:pt x="19749" y="81746"/>
                    <a:pt x="26099" y="91513"/>
                    <a:pt x="32449" y="101279"/>
                  </a:cubicBezTo>
                  <a:cubicBezTo>
                    <a:pt x="35179" y="98038"/>
                    <a:pt x="36703" y="93922"/>
                    <a:pt x="36703" y="89673"/>
                  </a:cubicBezTo>
                  <a:cubicBezTo>
                    <a:pt x="36703" y="79584"/>
                    <a:pt x="28512" y="71409"/>
                    <a:pt x="18415" y="71409"/>
                  </a:cubicBezTo>
                  <a:cubicBezTo>
                    <a:pt x="18288" y="71409"/>
                    <a:pt x="18224" y="71409"/>
                    <a:pt x="18098" y="71409"/>
                  </a:cubicBezTo>
                  <a:close/>
                  <a:moveTo>
                    <a:pt x="36259" y="0"/>
                  </a:moveTo>
                  <a:lnTo>
                    <a:pt x="0" y="0"/>
                  </a:lnTo>
                  <a:cubicBezTo>
                    <a:pt x="1016" y="10001"/>
                    <a:pt x="9970" y="17275"/>
                    <a:pt x="20003" y="16248"/>
                  </a:cubicBezTo>
                  <a:cubicBezTo>
                    <a:pt x="28575" y="15366"/>
                    <a:pt x="35370" y="8580"/>
                    <a:pt x="36259" y="0"/>
                  </a:cubicBezTo>
                  <a:close/>
                  <a:moveTo>
                    <a:pt x="1115378" y="16616"/>
                  </a:moveTo>
                  <a:cubicBezTo>
                    <a:pt x="1124839" y="16616"/>
                    <a:pt x="1132713" y="9392"/>
                    <a:pt x="1133475" y="0"/>
                  </a:cubicBezTo>
                  <a:lnTo>
                    <a:pt x="1097280" y="0"/>
                  </a:lnTo>
                  <a:cubicBezTo>
                    <a:pt x="1098042" y="9392"/>
                    <a:pt x="1105916" y="16616"/>
                    <a:pt x="1115378" y="16616"/>
                  </a:cubicBezTo>
                  <a:close/>
                  <a:moveTo>
                    <a:pt x="1023938" y="16616"/>
                  </a:moveTo>
                  <a:cubicBezTo>
                    <a:pt x="1033400" y="16616"/>
                    <a:pt x="1041274" y="9392"/>
                    <a:pt x="1042036" y="0"/>
                  </a:cubicBezTo>
                  <a:lnTo>
                    <a:pt x="1005840" y="0"/>
                  </a:lnTo>
                  <a:cubicBezTo>
                    <a:pt x="1006602" y="9392"/>
                    <a:pt x="1014476" y="16616"/>
                    <a:pt x="1023938" y="16616"/>
                  </a:cubicBezTo>
                  <a:close/>
                  <a:moveTo>
                    <a:pt x="932498" y="16616"/>
                  </a:moveTo>
                  <a:cubicBezTo>
                    <a:pt x="941960" y="16616"/>
                    <a:pt x="949834" y="9392"/>
                    <a:pt x="950595" y="0"/>
                  </a:cubicBezTo>
                  <a:lnTo>
                    <a:pt x="914400" y="0"/>
                  </a:lnTo>
                  <a:cubicBezTo>
                    <a:pt x="915162" y="9392"/>
                    <a:pt x="923037" y="16616"/>
                    <a:pt x="932498" y="16616"/>
                  </a:cubicBezTo>
                  <a:close/>
                  <a:moveTo>
                    <a:pt x="109538" y="162478"/>
                  </a:moveTo>
                  <a:cubicBezTo>
                    <a:pt x="99441" y="162478"/>
                    <a:pt x="91249" y="170652"/>
                    <a:pt x="91249" y="180742"/>
                  </a:cubicBezTo>
                  <a:cubicBezTo>
                    <a:pt x="91249" y="190832"/>
                    <a:pt x="99441" y="199007"/>
                    <a:pt x="109538" y="199007"/>
                  </a:cubicBezTo>
                  <a:cubicBezTo>
                    <a:pt x="119635" y="199007"/>
                    <a:pt x="127826" y="190832"/>
                    <a:pt x="127826" y="180742"/>
                  </a:cubicBezTo>
                  <a:cubicBezTo>
                    <a:pt x="127699" y="170754"/>
                    <a:pt x="119571" y="162731"/>
                    <a:pt x="109538" y="162731"/>
                  </a:cubicBezTo>
                  <a:close/>
                  <a:moveTo>
                    <a:pt x="566738" y="16616"/>
                  </a:moveTo>
                  <a:cubicBezTo>
                    <a:pt x="576200" y="16590"/>
                    <a:pt x="584074" y="9392"/>
                    <a:pt x="584899" y="0"/>
                  </a:cubicBezTo>
                  <a:lnTo>
                    <a:pt x="548640" y="0"/>
                  </a:lnTo>
                  <a:cubicBezTo>
                    <a:pt x="549402" y="9392"/>
                    <a:pt x="557276" y="16616"/>
                    <a:pt x="566738" y="16616"/>
                  </a:cubicBezTo>
                  <a:close/>
                  <a:moveTo>
                    <a:pt x="1206818" y="16616"/>
                  </a:moveTo>
                  <a:cubicBezTo>
                    <a:pt x="1216279" y="16616"/>
                    <a:pt x="1224153" y="9392"/>
                    <a:pt x="1224915" y="0"/>
                  </a:cubicBezTo>
                  <a:lnTo>
                    <a:pt x="1188593" y="0"/>
                  </a:lnTo>
                  <a:cubicBezTo>
                    <a:pt x="1189419" y="9443"/>
                    <a:pt x="1197356" y="16679"/>
                    <a:pt x="1206818" y="16616"/>
                  </a:cubicBezTo>
                  <a:close/>
                  <a:moveTo>
                    <a:pt x="841058" y="16616"/>
                  </a:moveTo>
                  <a:cubicBezTo>
                    <a:pt x="850519" y="16616"/>
                    <a:pt x="858393" y="9392"/>
                    <a:pt x="859155" y="0"/>
                  </a:cubicBezTo>
                  <a:lnTo>
                    <a:pt x="822961" y="0"/>
                  </a:lnTo>
                  <a:cubicBezTo>
                    <a:pt x="823723" y="9392"/>
                    <a:pt x="831597" y="16616"/>
                    <a:pt x="841058" y="16616"/>
                  </a:cubicBezTo>
                  <a:close/>
                  <a:moveTo>
                    <a:pt x="658178" y="16616"/>
                  </a:moveTo>
                  <a:cubicBezTo>
                    <a:pt x="667639" y="16590"/>
                    <a:pt x="675513" y="9392"/>
                    <a:pt x="676339" y="0"/>
                  </a:cubicBezTo>
                  <a:lnTo>
                    <a:pt x="640080" y="0"/>
                  </a:lnTo>
                  <a:cubicBezTo>
                    <a:pt x="640842" y="9392"/>
                    <a:pt x="648716" y="16616"/>
                    <a:pt x="658178" y="16616"/>
                  </a:cubicBezTo>
                  <a:close/>
                  <a:moveTo>
                    <a:pt x="749618" y="16616"/>
                  </a:moveTo>
                  <a:cubicBezTo>
                    <a:pt x="759079" y="16616"/>
                    <a:pt x="766953" y="9392"/>
                    <a:pt x="767715" y="0"/>
                  </a:cubicBezTo>
                  <a:lnTo>
                    <a:pt x="731393" y="0"/>
                  </a:lnTo>
                  <a:cubicBezTo>
                    <a:pt x="732219" y="9443"/>
                    <a:pt x="740156" y="16679"/>
                    <a:pt x="749618" y="16616"/>
                  </a:cubicBezTo>
                  <a:close/>
                  <a:moveTo>
                    <a:pt x="200978" y="71409"/>
                  </a:moveTo>
                  <a:cubicBezTo>
                    <a:pt x="190881" y="71409"/>
                    <a:pt x="182690" y="79584"/>
                    <a:pt x="182690" y="89673"/>
                  </a:cubicBezTo>
                  <a:cubicBezTo>
                    <a:pt x="182690" y="99763"/>
                    <a:pt x="190881" y="107938"/>
                    <a:pt x="200978" y="107938"/>
                  </a:cubicBezTo>
                  <a:cubicBezTo>
                    <a:pt x="211075" y="107938"/>
                    <a:pt x="219266" y="99763"/>
                    <a:pt x="219266" y="89673"/>
                  </a:cubicBezTo>
                  <a:cubicBezTo>
                    <a:pt x="219266" y="79584"/>
                    <a:pt x="211075" y="71409"/>
                    <a:pt x="200978" y="71409"/>
                  </a:cubicBezTo>
                  <a:close/>
                  <a:moveTo>
                    <a:pt x="292418" y="162731"/>
                  </a:moveTo>
                  <a:cubicBezTo>
                    <a:pt x="282322" y="162731"/>
                    <a:pt x="274130" y="170906"/>
                    <a:pt x="274130" y="180996"/>
                  </a:cubicBezTo>
                  <a:cubicBezTo>
                    <a:pt x="274130" y="191086"/>
                    <a:pt x="282322" y="199260"/>
                    <a:pt x="292418" y="199260"/>
                  </a:cubicBezTo>
                  <a:cubicBezTo>
                    <a:pt x="302514" y="199260"/>
                    <a:pt x="310706" y="191086"/>
                    <a:pt x="310706" y="180996"/>
                  </a:cubicBezTo>
                  <a:cubicBezTo>
                    <a:pt x="310706" y="170906"/>
                    <a:pt x="302514" y="162731"/>
                    <a:pt x="292418" y="162731"/>
                  </a:cubicBezTo>
                  <a:close/>
                  <a:moveTo>
                    <a:pt x="292418" y="71409"/>
                  </a:moveTo>
                  <a:cubicBezTo>
                    <a:pt x="282322" y="71409"/>
                    <a:pt x="274130" y="79584"/>
                    <a:pt x="274130" y="89673"/>
                  </a:cubicBezTo>
                  <a:cubicBezTo>
                    <a:pt x="274130" y="99763"/>
                    <a:pt x="282322" y="107938"/>
                    <a:pt x="292418" y="107938"/>
                  </a:cubicBezTo>
                  <a:cubicBezTo>
                    <a:pt x="302514" y="107938"/>
                    <a:pt x="310706" y="99763"/>
                    <a:pt x="310706" y="89673"/>
                  </a:cubicBezTo>
                  <a:cubicBezTo>
                    <a:pt x="310706" y="79584"/>
                    <a:pt x="302514" y="71409"/>
                    <a:pt x="292418" y="71409"/>
                  </a:cubicBezTo>
                  <a:close/>
                  <a:moveTo>
                    <a:pt x="292418" y="254054"/>
                  </a:moveTo>
                  <a:cubicBezTo>
                    <a:pt x="282322" y="254054"/>
                    <a:pt x="274130" y="262228"/>
                    <a:pt x="274130" y="272318"/>
                  </a:cubicBezTo>
                  <a:cubicBezTo>
                    <a:pt x="274130" y="282408"/>
                    <a:pt x="282322" y="290583"/>
                    <a:pt x="292418" y="290583"/>
                  </a:cubicBezTo>
                  <a:cubicBezTo>
                    <a:pt x="302514" y="290583"/>
                    <a:pt x="310706" y="282408"/>
                    <a:pt x="310706" y="272318"/>
                  </a:cubicBezTo>
                  <a:cubicBezTo>
                    <a:pt x="310579" y="262304"/>
                    <a:pt x="302451" y="254244"/>
                    <a:pt x="292418" y="254244"/>
                  </a:cubicBezTo>
                  <a:close/>
                  <a:moveTo>
                    <a:pt x="292418" y="345376"/>
                  </a:moveTo>
                  <a:cubicBezTo>
                    <a:pt x="282322" y="345376"/>
                    <a:pt x="274130" y="353551"/>
                    <a:pt x="274130" y="363640"/>
                  </a:cubicBezTo>
                  <a:cubicBezTo>
                    <a:pt x="274130" y="373730"/>
                    <a:pt x="282322" y="381905"/>
                    <a:pt x="292418" y="381905"/>
                  </a:cubicBezTo>
                  <a:cubicBezTo>
                    <a:pt x="302514" y="381905"/>
                    <a:pt x="310706" y="373730"/>
                    <a:pt x="310706" y="363640"/>
                  </a:cubicBezTo>
                  <a:cubicBezTo>
                    <a:pt x="310706" y="353551"/>
                    <a:pt x="302514" y="345376"/>
                    <a:pt x="292418" y="345376"/>
                  </a:cubicBezTo>
                  <a:close/>
                  <a:moveTo>
                    <a:pt x="338138" y="208392"/>
                  </a:moveTo>
                  <a:cubicBezTo>
                    <a:pt x="328041" y="208392"/>
                    <a:pt x="319849" y="216567"/>
                    <a:pt x="319849" y="226657"/>
                  </a:cubicBezTo>
                  <a:cubicBezTo>
                    <a:pt x="319849" y="236747"/>
                    <a:pt x="328041" y="244921"/>
                    <a:pt x="338138" y="244921"/>
                  </a:cubicBezTo>
                  <a:cubicBezTo>
                    <a:pt x="348235" y="244921"/>
                    <a:pt x="356426" y="236747"/>
                    <a:pt x="356426" y="226657"/>
                  </a:cubicBezTo>
                  <a:cubicBezTo>
                    <a:pt x="356426" y="216567"/>
                    <a:pt x="348235" y="208392"/>
                    <a:pt x="338138" y="208392"/>
                  </a:cubicBezTo>
                  <a:close/>
                  <a:moveTo>
                    <a:pt x="109538" y="71409"/>
                  </a:moveTo>
                  <a:cubicBezTo>
                    <a:pt x="99441" y="71409"/>
                    <a:pt x="91249" y="79584"/>
                    <a:pt x="91249" y="89673"/>
                  </a:cubicBezTo>
                  <a:cubicBezTo>
                    <a:pt x="91249" y="99763"/>
                    <a:pt x="99441" y="107938"/>
                    <a:pt x="109538" y="107938"/>
                  </a:cubicBezTo>
                  <a:cubicBezTo>
                    <a:pt x="119635" y="107938"/>
                    <a:pt x="127826" y="99763"/>
                    <a:pt x="127826" y="89673"/>
                  </a:cubicBezTo>
                  <a:cubicBezTo>
                    <a:pt x="127826" y="79584"/>
                    <a:pt x="119635" y="71409"/>
                    <a:pt x="109538" y="71409"/>
                  </a:cubicBezTo>
                  <a:close/>
                  <a:moveTo>
                    <a:pt x="246698" y="25748"/>
                  </a:moveTo>
                  <a:cubicBezTo>
                    <a:pt x="236601" y="25748"/>
                    <a:pt x="228410" y="33922"/>
                    <a:pt x="228410" y="44012"/>
                  </a:cubicBezTo>
                  <a:cubicBezTo>
                    <a:pt x="228410" y="54102"/>
                    <a:pt x="236601" y="62277"/>
                    <a:pt x="246698" y="62277"/>
                  </a:cubicBezTo>
                  <a:cubicBezTo>
                    <a:pt x="256794" y="62277"/>
                    <a:pt x="264986" y="54102"/>
                    <a:pt x="264986" y="44012"/>
                  </a:cubicBezTo>
                  <a:cubicBezTo>
                    <a:pt x="264859" y="33998"/>
                    <a:pt x="256731" y="25938"/>
                    <a:pt x="246698" y="25938"/>
                  </a:cubicBezTo>
                  <a:close/>
                  <a:moveTo>
                    <a:pt x="338138" y="117070"/>
                  </a:moveTo>
                  <a:cubicBezTo>
                    <a:pt x="328041" y="117070"/>
                    <a:pt x="319849" y="125245"/>
                    <a:pt x="319849" y="135335"/>
                  </a:cubicBezTo>
                  <a:cubicBezTo>
                    <a:pt x="319849" y="145424"/>
                    <a:pt x="328041" y="153599"/>
                    <a:pt x="338138" y="153599"/>
                  </a:cubicBezTo>
                  <a:cubicBezTo>
                    <a:pt x="348235" y="153599"/>
                    <a:pt x="356426" y="145424"/>
                    <a:pt x="356426" y="135335"/>
                  </a:cubicBezTo>
                  <a:cubicBezTo>
                    <a:pt x="356426" y="125245"/>
                    <a:pt x="348235" y="117070"/>
                    <a:pt x="338138" y="117070"/>
                  </a:cubicBezTo>
                  <a:close/>
                  <a:moveTo>
                    <a:pt x="658178" y="528021"/>
                  </a:moveTo>
                  <a:cubicBezTo>
                    <a:pt x="648018" y="527983"/>
                    <a:pt x="639826" y="536164"/>
                    <a:pt x="639763" y="546285"/>
                  </a:cubicBezTo>
                  <a:cubicBezTo>
                    <a:pt x="639700" y="556407"/>
                    <a:pt x="647891" y="564638"/>
                    <a:pt x="658051" y="564676"/>
                  </a:cubicBezTo>
                  <a:cubicBezTo>
                    <a:pt x="668211" y="564714"/>
                    <a:pt x="676402" y="556533"/>
                    <a:pt x="676466" y="546412"/>
                  </a:cubicBezTo>
                  <a:cubicBezTo>
                    <a:pt x="676466" y="546367"/>
                    <a:pt x="676466" y="546330"/>
                    <a:pt x="676466" y="546285"/>
                  </a:cubicBezTo>
                  <a:cubicBezTo>
                    <a:pt x="676466" y="536195"/>
                    <a:pt x="668275" y="528021"/>
                    <a:pt x="658178" y="528021"/>
                  </a:cubicBezTo>
                  <a:close/>
                  <a:moveTo>
                    <a:pt x="338138" y="391037"/>
                  </a:moveTo>
                  <a:cubicBezTo>
                    <a:pt x="328041" y="391037"/>
                    <a:pt x="319849" y="399212"/>
                    <a:pt x="319849" y="409302"/>
                  </a:cubicBezTo>
                  <a:cubicBezTo>
                    <a:pt x="319849" y="419391"/>
                    <a:pt x="328041" y="427566"/>
                    <a:pt x="338138" y="427566"/>
                  </a:cubicBezTo>
                  <a:cubicBezTo>
                    <a:pt x="348235" y="427566"/>
                    <a:pt x="356426" y="419391"/>
                    <a:pt x="356426" y="409302"/>
                  </a:cubicBezTo>
                  <a:cubicBezTo>
                    <a:pt x="356426" y="399212"/>
                    <a:pt x="348235" y="391037"/>
                    <a:pt x="338138" y="391037"/>
                  </a:cubicBezTo>
                  <a:close/>
                  <a:moveTo>
                    <a:pt x="155258" y="25748"/>
                  </a:moveTo>
                  <a:cubicBezTo>
                    <a:pt x="145162" y="25748"/>
                    <a:pt x="136970" y="33922"/>
                    <a:pt x="136970" y="44012"/>
                  </a:cubicBezTo>
                  <a:cubicBezTo>
                    <a:pt x="136970" y="54102"/>
                    <a:pt x="145162" y="62277"/>
                    <a:pt x="155258" y="62277"/>
                  </a:cubicBezTo>
                  <a:cubicBezTo>
                    <a:pt x="165354" y="62277"/>
                    <a:pt x="173546" y="54102"/>
                    <a:pt x="173546" y="44012"/>
                  </a:cubicBezTo>
                  <a:cubicBezTo>
                    <a:pt x="173419" y="33998"/>
                    <a:pt x="165291" y="25938"/>
                    <a:pt x="155258" y="25938"/>
                  </a:cubicBezTo>
                  <a:close/>
                  <a:moveTo>
                    <a:pt x="155258" y="117070"/>
                  </a:moveTo>
                  <a:cubicBezTo>
                    <a:pt x="145162" y="117070"/>
                    <a:pt x="136970" y="125245"/>
                    <a:pt x="136970" y="135335"/>
                  </a:cubicBezTo>
                  <a:cubicBezTo>
                    <a:pt x="136970" y="145424"/>
                    <a:pt x="145162" y="153599"/>
                    <a:pt x="155258" y="153599"/>
                  </a:cubicBezTo>
                  <a:cubicBezTo>
                    <a:pt x="165354" y="153599"/>
                    <a:pt x="173546" y="145424"/>
                    <a:pt x="173546" y="135335"/>
                  </a:cubicBezTo>
                  <a:cubicBezTo>
                    <a:pt x="173546" y="125245"/>
                    <a:pt x="165354" y="117070"/>
                    <a:pt x="155258" y="117070"/>
                  </a:cubicBezTo>
                  <a:close/>
                  <a:moveTo>
                    <a:pt x="200978" y="254054"/>
                  </a:moveTo>
                  <a:cubicBezTo>
                    <a:pt x="190881" y="254054"/>
                    <a:pt x="182690" y="262228"/>
                    <a:pt x="182690" y="272318"/>
                  </a:cubicBezTo>
                  <a:cubicBezTo>
                    <a:pt x="182690" y="282408"/>
                    <a:pt x="190881" y="290583"/>
                    <a:pt x="200978" y="290583"/>
                  </a:cubicBezTo>
                  <a:cubicBezTo>
                    <a:pt x="211075" y="290583"/>
                    <a:pt x="219266" y="282408"/>
                    <a:pt x="219266" y="272318"/>
                  </a:cubicBezTo>
                  <a:cubicBezTo>
                    <a:pt x="219139" y="262304"/>
                    <a:pt x="211011" y="254244"/>
                    <a:pt x="200978" y="254244"/>
                  </a:cubicBezTo>
                  <a:close/>
                  <a:moveTo>
                    <a:pt x="155258" y="208392"/>
                  </a:moveTo>
                  <a:cubicBezTo>
                    <a:pt x="145162" y="208392"/>
                    <a:pt x="136970" y="216567"/>
                    <a:pt x="136970" y="226657"/>
                  </a:cubicBezTo>
                  <a:cubicBezTo>
                    <a:pt x="136970" y="236747"/>
                    <a:pt x="145162" y="244921"/>
                    <a:pt x="155258" y="244921"/>
                  </a:cubicBezTo>
                  <a:cubicBezTo>
                    <a:pt x="165354" y="244921"/>
                    <a:pt x="173546" y="236747"/>
                    <a:pt x="173546" y="226657"/>
                  </a:cubicBezTo>
                  <a:cubicBezTo>
                    <a:pt x="173546" y="216567"/>
                    <a:pt x="165354" y="208392"/>
                    <a:pt x="155258" y="208392"/>
                  </a:cubicBezTo>
                  <a:close/>
                  <a:moveTo>
                    <a:pt x="200978" y="162731"/>
                  </a:moveTo>
                  <a:cubicBezTo>
                    <a:pt x="190881" y="162731"/>
                    <a:pt x="182690" y="170906"/>
                    <a:pt x="182690" y="180996"/>
                  </a:cubicBezTo>
                  <a:cubicBezTo>
                    <a:pt x="182690" y="191086"/>
                    <a:pt x="190881" y="199260"/>
                    <a:pt x="200978" y="199260"/>
                  </a:cubicBezTo>
                  <a:cubicBezTo>
                    <a:pt x="211075" y="199260"/>
                    <a:pt x="219266" y="191086"/>
                    <a:pt x="219266" y="180996"/>
                  </a:cubicBezTo>
                  <a:cubicBezTo>
                    <a:pt x="219266" y="170906"/>
                    <a:pt x="211075" y="162731"/>
                    <a:pt x="200978" y="162731"/>
                  </a:cubicBezTo>
                  <a:close/>
                  <a:moveTo>
                    <a:pt x="246698" y="208392"/>
                  </a:moveTo>
                  <a:cubicBezTo>
                    <a:pt x="236601" y="208392"/>
                    <a:pt x="228410" y="216567"/>
                    <a:pt x="228410" y="226657"/>
                  </a:cubicBezTo>
                  <a:cubicBezTo>
                    <a:pt x="228410" y="236747"/>
                    <a:pt x="236601" y="244921"/>
                    <a:pt x="246698" y="244921"/>
                  </a:cubicBezTo>
                  <a:cubicBezTo>
                    <a:pt x="256794" y="244921"/>
                    <a:pt x="264986" y="236747"/>
                    <a:pt x="264986" y="226657"/>
                  </a:cubicBezTo>
                  <a:cubicBezTo>
                    <a:pt x="264986" y="216567"/>
                    <a:pt x="256794" y="208392"/>
                    <a:pt x="246698" y="208392"/>
                  </a:cubicBezTo>
                  <a:close/>
                  <a:moveTo>
                    <a:pt x="246698" y="299715"/>
                  </a:moveTo>
                  <a:cubicBezTo>
                    <a:pt x="236601" y="299715"/>
                    <a:pt x="228410" y="307890"/>
                    <a:pt x="228410" y="317979"/>
                  </a:cubicBezTo>
                  <a:cubicBezTo>
                    <a:pt x="228410" y="328069"/>
                    <a:pt x="236601" y="336244"/>
                    <a:pt x="246698" y="336244"/>
                  </a:cubicBezTo>
                  <a:cubicBezTo>
                    <a:pt x="256794" y="336244"/>
                    <a:pt x="264986" y="328069"/>
                    <a:pt x="264986" y="317979"/>
                  </a:cubicBezTo>
                  <a:cubicBezTo>
                    <a:pt x="264986" y="307890"/>
                    <a:pt x="256794" y="299715"/>
                    <a:pt x="246698" y="299715"/>
                  </a:cubicBezTo>
                  <a:close/>
                  <a:moveTo>
                    <a:pt x="338138" y="25748"/>
                  </a:moveTo>
                  <a:cubicBezTo>
                    <a:pt x="328041" y="25748"/>
                    <a:pt x="319849" y="33922"/>
                    <a:pt x="319849" y="44012"/>
                  </a:cubicBezTo>
                  <a:cubicBezTo>
                    <a:pt x="319849" y="54102"/>
                    <a:pt x="328041" y="62277"/>
                    <a:pt x="338138" y="62277"/>
                  </a:cubicBezTo>
                  <a:cubicBezTo>
                    <a:pt x="348235" y="62277"/>
                    <a:pt x="356426" y="54102"/>
                    <a:pt x="356426" y="44012"/>
                  </a:cubicBezTo>
                  <a:cubicBezTo>
                    <a:pt x="356299" y="33998"/>
                    <a:pt x="348171" y="25938"/>
                    <a:pt x="338138" y="25938"/>
                  </a:cubicBezTo>
                  <a:close/>
                  <a:moveTo>
                    <a:pt x="246698" y="117070"/>
                  </a:moveTo>
                  <a:cubicBezTo>
                    <a:pt x="236601" y="117070"/>
                    <a:pt x="228410" y="125245"/>
                    <a:pt x="228410" y="135335"/>
                  </a:cubicBezTo>
                  <a:cubicBezTo>
                    <a:pt x="228410" y="145424"/>
                    <a:pt x="236601" y="153599"/>
                    <a:pt x="246698" y="153599"/>
                  </a:cubicBezTo>
                  <a:cubicBezTo>
                    <a:pt x="256794" y="153599"/>
                    <a:pt x="264986" y="145424"/>
                    <a:pt x="264986" y="135335"/>
                  </a:cubicBezTo>
                  <a:cubicBezTo>
                    <a:pt x="264986" y="125245"/>
                    <a:pt x="256794" y="117070"/>
                    <a:pt x="246698" y="117070"/>
                  </a:cubicBezTo>
                  <a:close/>
                  <a:moveTo>
                    <a:pt x="1023938" y="345376"/>
                  </a:moveTo>
                  <a:cubicBezTo>
                    <a:pt x="1013841" y="345376"/>
                    <a:pt x="1005650" y="353551"/>
                    <a:pt x="1005650" y="363640"/>
                  </a:cubicBezTo>
                  <a:cubicBezTo>
                    <a:pt x="1005650" y="373730"/>
                    <a:pt x="1013841" y="381905"/>
                    <a:pt x="1023938" y="381905"/>
                  </a:cubicBezTo>
                  <a:cubicBezTo>
                    <a:pt x="1034035" y="381905"/>
                    <a:pt x="1042226" y="373730"/>
                    <a:pt x="1042226" y="363640"/>
                  </a:cubicBezTo>
                  <a:cubicBezTo>
                    <a:pt x="1042226" y="353551"/>
                    <a:pt x="1034035" y="345376"/>
                    <a:pt x="1023938" y="345376"/>
                  </a:cubicBezTo>
                  <a:close/>
                  <a:moveTo>
                    <a:pt x="978218" y="25748"/>
                  </a:moveTo>
                  <a:cubicBezTo>
                    <a:pt x="968122" y="25748"/>
                    <a:pt x="959930" y="33922"/>
                    <a:pt x="959930" y="44012"/>
                  </a:cubicBezTo>
                  <a:cubicBezTo>
                    <a:pt x="959930" y="54102"/>
                    <a:pt x="968122" y="62277"/>
                    <a:pt x="978218" y="62277"/>
                  </a:cubicBezTo>
                  <a:cubicBezTo>
                    <a:pt x="988314" y="62277"/>
                    <a:pt x="996506" y="54102"/>
                    <a:pt x="996506" y="44012"/>
                  </a:cubicBezTo>
                  <a:cubicBezTo>
                    <a:pt x="996379" y="33998"/>
                    <a:pt x="988251" y="25938"/>
                    <a:pt x="978218" y="25938"/>
                  </a:cubicBezTo>
                  <a:close/>
                  <a:moveTo>
                    <a:pt x="1023938" y="436698"/>
                  </a:moveTo>
                  <a:cubicBezTo>
                    <a:pt x="1013841" y="436698"/>
                    <a:pt x="1005650" y="444873"/>
                    <a:pt x="1005650" y="454963"/>
                  </a:cubicBezTo>
                  <a:cubicBezTo>
                    <a:pt x="1005650" y="465053"/>
                    <a:pt x="1013841" y="473227"/>
                    <a:pt x="1023938" y="473227"/>
                  </a:cubicBezTo>
                  <a:cubicBezTo>
                    <a:pt x="1034035" y="473227"/>
                    <a:pt x="1042226" y="465053"/>
                    <a:pt x="1042226" y="454963"/>
                  </a:cubicBezTo>
                  <a:cubicBezTo>
                    <a:pt x="1042226" y="444873"/>
                    <a:pt x="1034035" y="436698"/>
                    <a:pt x="1023938" y="436698"/>
                  </a:cubicBezTo>
                  <a:close/>
                  <a:moveTo>
                    <a:pt x="978218" y="117070"/>
                  </a:moveTo>
                  <a:cubicBezTo>
                    <a:pt x="968122" y="117070"/>
                    <a:pt x="959930" y="125245"/>
                    <a:pt x="959930" y="135335"/>
                  </a:cubicBezTo>
                  <a:cubicBezTo>
                    <a:pt x="959930" y="145424"/>
                    <a:pt x="968122" y="153599"/>
                    <a:pt x="978218" y="153599"/>
                  </a:cubicBezTo>
                  <a:cubicBezTo>
                    <a:pt x="988314" y="153599"/>
                    <a:pt x="996506" y="145424"/>
                    <a:pt x="996506" y="135335"/>
                  </a:cubicBezTo>
                  <a:cubicBezTo>
                    <a:pt x="996506" y="125245"/>
                    <a:pt x="988314" y="117070"/>
                    <a:pt x="978218" y="117070"/>
                  </a:cubicBezTo>
                  <a:close/>
                  <a:moveTo>
                    <a:pt x="1069658" y="391037"/>
                  </a:moveTo>
                  <a:cubicBezTo>
                    <a:pt x="1059562" y="391037"/>
                    <a:pt x="1051370" y="399212"/>
                    <a:pt x="1051370" y="409302"/>
                  </a:cubicBezTo>
                  <a:cubicBezTo>
                    <a:pt x="1051370" y="419391"/>
                    <a:pt x="1059562" y="427566"/>
                    <a:pt x="1069658" y="427566"/>
                  </a:cubicBezTo>
                  <a:cubicBezTo>
                    <a:pt x="1079754" y="427566"/>
                    <a:pt x="1087946" y="419391"/>
                    <a:pt x="1087946" y="409302"/>
                  </a:cubicBezTo>
                  <a:cubicBezTo>
                    <a:pt x="1087946" y="399212"/>
                    <a:pt x="1079754" y="391037"/>
                    <a:pt x="1069658" y="391037"/>
                  </a:cubicBezTo>
                  <a:close/>
                  <a:moveTo>
                    <a:pt x="1023938" y="254054"/>
                  </a:moveTo>
                  <a:cubicBezTo>
                    <a:pt x="1013841" y="254054"/>
                    <a:pt x="1005650" y="262228"/>
                    <a:pt x="1005650" y="272318"/>
                  </a:cubicBezTo>
                  <a:cubicBezTo>
                    <a:pt x="1005650" y="282408"/>
                    <a:pt x="1013841" y="290583"/>
                    <a:pt x="1023938" y="290583"/>
                  </a:cubicBezTo>
                  <a:cubicBezTo>
                    <a:pt x="1034035" y="290583"/>
                    <a:pt x="1042226" y="282408"/>
                    <a:pt x="1042226" y="272318"/>
                  </a:cubicBezTo>
                  <a:cubicBezTo>
                    <a:pt x="1042099" y="262304"/>
                    <a:pt x="1033971" y="254244"/>
                    <a:pt x="1023938" y="254244"/>
                  </a:cubicBezTo>
                  <a:close/>
                  <a:moveTo>
                    <a:pt x="1023938" y="71409"/>
                  </a:moveTo>
                  <a:cubicBezTo>
                    <a:pt x="1013841" y="71409"/>
                    <a:pt x="1005650" y="79584"/>
                    <a:pt x="1005650" y="89673"/>
                  </a:cubicBezTo>
                  <a:cubicBezTo>
                    <a:pt x="1005650" y="99763"/>
                    <a:pt x="1013841" y="107938"/>
                    <a:pt x="1023938" y="107938"/>
                  </a:cubicBezTo>
                  <a:cubicBezTo>
                    <a:pt x="1034035" y="107938"/>
                    <a:pt x="1042226" y="99763"/>
                    <a:pt x="1042226" y="89673"/>
                  </a:cubicBezTo>
                  <a:cubicBezTo>
                    <a:pt x="1042226" y="79584"/>
                    <a:pt x="1034035" y="71409"/>
                    <a:pt x="1023938" y="71409"/>
                  </a:cubicBezTo>
                  <a:close/>
                  <a:moveTo>
                    <a:pt x="978218" y="208392"/>
                  </a:moveTo>
                  <a:cubicBezTo>
                    <a:pt x="968122" y="208392"/>
                    <a:pt x="959930" y="216567"/>
                    <a:pt x="959930" y="226657"/>
                  </a:cubicBezTo>
                  <a:cubicBezTo>
                    <a:pt x="959930" y="236747"/>
                    <a:pt x="968122" y="244921"/>
                    <a:pt x="978218" y="244921"/>
                  </a:cubicBezTo>
                  <a:cubicBezTo>
                    <a:pt x="988314" y="244921"/>
                    <a:pt x="996506" y="236747"/>
                    <a:pt x="996506" y="226657"/>
                  </a:cubicBezTo>
                  <a:cubicBezTo>
                    <a:pt x="996506" y="216567"/>
                    <a:pt x="988314" y="208392"/>
                    <a:pt x="978218" y="208392"/>
                  </a:cubicBezTo>
                  <a:close/>
                  <a:moveTo>
                    <a:pt x="1023938" y="162731"/>
                  </a:moveTo>
                  <a:cubicBezTo>
                    <a:pt x="1013841" y="162731"/>
                    <a:pt x="1005650" y="170906"/>
                    <a:pt x="1005650" y="180996"/>
                  </a:cubicBezTo>
                  <a:cubicBezTo>
                    <a:pt x="1005650" y="191086"/>
                    <a:pt x="1013841" y="199260"/>
                    <a:pt x="1023938" y="199260"/>
                  </a:cubicBezTo>
                  <a:cubicBezTo>
                    <a:pt x="1034035" y="199260"/>
                    <a:pt x="1042226" y="191086"/>
                    <a:pt x="1042226" y="180996"/>
                  </a:cubicBezTo>
                  <a:cubicBezTo>
                    <a:pt x="1042226" y="170906"/>
                    <a:pt x="1034035" y="162731"/>
                    <a:pt x="1023938" y="162731"/>
                  </a:cubicBezTo>
                  <a:close/>
                  <a:moveTo>
                    <a:pt x="932498" y="528021"/>
                  </a:moveTo>
                  <a:cubicBezTo>
                    <a:pt x="922338" y="527983"/>
                    <a:pt x="914147" y="536164"/>
                    <a:pt x="914083" y="546285"/>
                  </a:cubicBezTo>
                  <a:cubicBezTo>
                    <a:pt x="914019" y="556407"/>
                    <a:pt x="922211" y="564638"/>
                    <a:pt x="932371" y="564676"/>
                  </a:cubicBezTo>
                  <a:cubicBezTo>
                    <a:pt x="942531" y="564714"/>
                    <a:pt x="950723" y="556533"/>
                    <a:pt x="950786" y="546412"/>
                  </a:cubicBezTo>
                  <a:cubicBezTo>
                    <a:pt x="950786" y="546367"/>
                    <a:pt x="950786" y="546330"/>
                    <a:pt x="950786" y="546285"/>
                  </a:cubicBezTo>
                  <a:cubicBezTo>
                    <a:pt x="950786" y="536195"/>
                    <a:pt x="942594" y="528021"/>
                    <a:pt x="932498" y="528021"/>
                  </a:cubicBezTo>
                  <a:close/>
                  <a:moveTo>
                    <a:pt x="932498" y="436698"/>
                  </a:moveTo>
                  <a:cubicBezTo>
                    <a:pt x="922401" y="436698"/>
                    <a:pt x="914210" y="444873"/>
                    <a:pt x="914210" y="454963"/>
                  </a:cubicBezTo>
                  <a:cubicBezTo>
                    <a:pt x="914210" y="465053"/>
                    <a:pt x="922401" y="473227"/>
                    <a:pt x="932498" y="473227"/>
                  </a:cubicBezTo>
                  <a:cubicBezTo>
                    <a:pt x="942594" y="473227"/>
                    <a:pt x="950786" y="465053"/>
                    <a:pt x="950786" y="454963"/>
                  </a:cubicBezTo>
                  <a:cubicBezTo>
                    <a:pt x="950786" y="444873"/>
                    <a:pt x="942594" y="436698"/>
                    <a:pt x="932498" y="436698"/>
                  </a:cubicBezTo>
                  <a:close/>
                  <a:moveTo>
                    <a:pt x="932498" y="345376"/>
                  </a:moveTo>
                  <a:cubicBezTo>
                    <a:pt x="922401" y="345376"/>
                    <a:pt x="914210" y="353551"/>
                    <a:pt x="914210" y="363640"/>
                  </a:cubicBezTo>
                  <a:cubicBezTo>
                    <a:pt x="914210" y="373730"/>
                    <a:pt x="922401" y="381905"/>
                    <a:pt x="932498" y="381905"/>
                  </a:cubicBezTo>
                  <a:cubicBezTo>
                    <a:pt x="942594" y="381905"/>
                    <a:pt x="950786" y="373730"/>
                    <a:pt x="950786" y="363640"/>
                  </a:cubicBezTo>
                  <a:cubicBezTo>
                    <a:pt x="950786" y="353551"/>
                    <a:pt x="942594" y="345376"/>
                    <a:pt x="932498" y="345376"/>
                  </a:cubicBezTo>
                  <a:close/>
                  <a:moveTo>
                    <a:pt x="1069658" y="299715"/>
                  </a:moveTo>
                  <a:cubicBezTo>
                    <a:pt x="1059562" y="299715"/>
                    <a:pt x="1051370" y="307890"/>
                    <a:pt x="1051370" y="317979"/>
                  </a:cubicBezTo>
                  <a:cubicBezTo>
                    <a:pt x="1051370" y="328069"/>
                    <a:pt x="1059562" y="336244"/>
                    <a:pt x="1069658" y="336244"/>
                  </a:cubicBezTo>
                  <a:cubicBezTo>
                    <a:pt x="1079754" y="336244"/>
                    <a:pt x="1087946" y="328069"/>
                    <a:pt x="1087946" y="317979"/>
                  </a:cubicBezTo>
                  <a:cubicBezTo>
                    <a:pt x="1087946" y="307890"/>
                    <a:pt x="1079754" y="299715"/>
                    <a:pt x="1069658" y="299715"/>
                  </a:cubicBezTo>
                  <a:close/>
                  <a:moveTo>
                    <a:pt x="886778" y="25748"/>
                  </a:moveTo>
                  <a:cubicBezTo>
                    <a:pt x="876681" y="25748"/>
                    <a:pt x="868490" y="33922"/>
                    <a:pt x="868490" y="44012"/>
                  </a:cubicBezTo>
                  <a:cubicBezTo>
                    <a:pt x="868490" y="54102"/>
                    <a:pt x="876681" y="62277"/>
                    <a:pt x="886778" y="62277"/>
                  </a:cubicBezTo>
                  <a:cubicBezTo>
                    <a:pt x="896875" y="62277"/>
                    <a:pt x="905066" y="54102"/>
                    <a:pt x="905066" y="44012"/>
                  </a:cubicBezTo>
                  <a:cubicBezTo>
                    <a:pt x="904939" y="33998"/>
                    <a:pt x="896811" y="25938"/>
                    <a:pt x="886778" y="25938"/>
                  </a:cubicBezTo>
                  <a:close/>
                  <a:moveTo>
                    <a:pt x="932498" y="162731"/>
                  </a:moveTo>
                  <a:cubicBezTo>
                    <a:pt x="922401" y="162731"/>
                    <a:pt x="914210" y="170906"/>
                    <a:pt x="914210" y="180996"/>
                  </a:cubicBezTo>
                  <a:cubicBezTo>
                    <a:pt x="914210" y="191086"/>
                    <a:pt x="922401" y="199260"/>
                    <a:pt x="932498" y="199260"/>
                  </a:cubicBezTo>
                  <a:cubicBezTo>
                    <a:pt x="942594" y="199260"/>
                    <a:pt x="950786" y="191086"/>
                    <a:pt x="950786" y="180996"/>
                  </a:cubicBezTo>
                  <a:cubicBezTo>
                    <a:pt x="950786" y="170906"/>
                    <a:pt x="942594" y="162731"/>
                    <a:pt x="932498" y="162731"/>
                  </a:cubicBezTo>
                  <a:close/>
                  <a:moveTo>
                    <a:pt x="978218" y="482359"/>
                  </a:moveTo>
                  <a:cubicBezTo>
                    <a:pt x="968122" y="482359"/>
                    <a:pt x="959930" y="490534"/>
                    <a:pt x="959930" y="500624"/>
                  </a:cubicBezTo>
                  <a:cubicBezTo>
                    <a:pt x="959930" y="510714"/>
                    <a:pt x="968122" y="518888"/>
                    <a:pt x="978218" y="518888"/>
                  </a:cubicBezTo>
                  <a:cubicBezTo>
                    <a:pt x="988314" y="518888"/>
                    <a:pt x="996506" y="510714"/>
                    <a:pt x="996506" y="500624"/>
                  </a:cubicBezTo>
                  <a:cubicBezTo>
                    <a:pt x="996379" y="490610"/>
                    <a:pt x="988251" y="482550"/>
                    <a:pt x="978218" y="482550"/>
                  </a:cubicBezTo>
                  <a:close/>
                  <a:moveTo>
                    <a:pt x="978218" y="299715"/>
                  </a:moveTo>
                  <a:cubicBezTo>
                    <a:pt x="968122" y="299715"/>
                    <a:pt x="959930" y="307890"/>
                    <a:pt x="959930" y="317979"/>
                  </a:cubicBezTo>
                  <a:cubicBezTo>
                    <a:pt x="959930" y="328069"/>
                    <a:pt x="968122" y="336244"/>
                    <a:pt x="978218" y="336244"/>
                  </a:cubicBezTo>
                  <a:cubicBezTo>
                    <a:pt x="988314" y="336244"/>
                    <a:pt x="996506" y="328069"/>
                    <a:pt x="996506" y="317979"/>
                  </a:cubicBezTo>
                  <a:cubicBezTo>
                    <a:pt x="996506" y="307890"/>
                    <a:pt x="988314" y="299715"/>
                    <a:pt x="978218" y="299715"/>
                  </a:cubicBezTo>
                  <a:close/>
                  <a:moveTo>
                    <a:pt x="978218" y="391037"/>
                  </a:moveTo>
                  <a:cubicBezTo>
                    <a:pt x="968122" y="391037"/>
                    <a:pt x="959930" y="399212"/>
                    <a:pt x="959930" y="409302"/>
                  </a:cubicBezTo>
                  <a:cubicBezTo>
                    <a:pt x="959930" y="419391"/>
                    <a:pt x="968122" y="427566"/>
                    <a:pt x="978218" y="427566"/>
                  </a:cubicBezTo>
                  <a:cubicBezTo>
                    <a:pt x="988314" y="427566"/>
                    <a:pt x="996506" y="419391"/>
                    <a:pt x="996506" y="409302"/>
                  </a:cubicBezTo>
                  <a:cubicBezTo>
                    <a:pt x="996506" y="399212"/>
                    <a:pt x="988314" y="391037"/>
                    <a:pt x="978218" y="391037"/>
                  </a:cubicBezTo>
                  <a:close/>
                  <a:moveTo>
                    <a:pt x="932498" y="71409"/>
                  </a:moveTo>
                  <a:cubicBezTo>
                    <a:pt x="922401" y="71409"/>
                    <a:pt x="914210" y="79584"/>
                    <a:pt x="914210" y="89673"/>
                  </a:cubicBezTo>
                  <a:cubicBezTo>
                    <a:pt x="914210" y="99763"/>
                    <a:pt x="922401" y="107938"/>
                    <a:pt x="932498" y="107938"/>
                  </a:cubicBezTo>
                  <a:cubicBezTo>
                    <a:pt x="942594" y="107938"/>
                    <a:pt x="950786" y="99763"/>
                    <a:pt x="950786" y="89673"/>
                  </a:cubicBezTo>
                  <a:cubicBezTo>
                    <a:pt x="950786" y="79584"/>
                    <a:pt x="942594" y="71409"/>
                    <a:pt x="932498" y="71409"/>
                  </a:cubicBezTo>
                  <a:close/>
                  <a:moveTo>
                    <a:pt x="932498" y="254054"/>
                  </a:moveTo>
                  <a:cubicBezTo>
                    <a:pt x="922401" y="254054"/>
                    <a:pt x="914210" y="262228"/>
                    <a:pt x="914210" y="272318"/>
                  </a:cubicBezTo>
                  <a:cubicBezTo>
                    <a:pt x="914210" y="282408"/>
                    <a:pt x="922401" y="290583"/>
                    <a:pt x="932498" y="290583"/>
                  </a:cubicBezTo>
                  <a:cubicBezTo>
                    <a:pt x="942594" y="290583"/>
                    <a:pt x="950786" y="282408"/>
                    <a:pt x="950786" y="272318"/>
                  </a:cubicBezTo>
                  <a:cubicBezTo>
                    <a:pt x="950659" y="262304"/>
                    <a:pt x="942531" y="254244"/>
                    <a:pt x="932498" y="254244"/>
                  </a:cubicBezTo>
                  <a:close/>
                  <a:moveTo>
                    <a:pt x="1206818" y="162731"/>
                  </a:moveTo>
                  <a:cubicBezTo>
                    <a:pt x="1196722" y="162731"/>
                    <a:pt x="1188530" y="170906"/>
                    <a:pt x="1188530" y="180996"/>
                  </a:cubicBezTo>
                  <a:cubicBezTo>
                    <a:pt x="1188530" y="191086"/>
                    <a:pt x="1196722" y="199260"/>
                    <a:pt x="1206818" y="199260"/>
                  </a:cubicBezTo>
                  <a:cubicBezTo>
                    <a:pt x="1216914" y="199260"/>
                    <a:pt x="1225106" y="191086"/>
                    <a:pt x="1225106" y="180996"/>
                  </a:cubicBezTo>
                  <a:cubicBezTo>
                    <a:pt x="1225106" y="170906"/>
                    <a:pt x="1216914" y="162731"/>
                    <a:pt x="1206818" y="162731"/>
                  </a:cubicBezTo>
                  <a:close/>
                  <a:moveTo>
                    <a:pt x="1206818" y="71409"/>
                  </a:moveTo>
                  <a:cubicBezTo>
                    <a:pt x="1196722" y="71409"/>
                    <a:pt x="1188530" y="79584"/>
                    <a:pt x="1188530" y="89673"/>
                  </a:cubicBezTo>
                  <a:cubicBezTo>
                    <a:pt x="1188530" y="99763"/>
                    <a:pt x="1196722" y="107938"/>
                    <a:pt x="1206818" y="107938"/>
                  </a:cubicBezTo>
                  <a:cubicBezTo>
                    <a:pt x="1216914" y="107938"/>
                    <a:pt x="1225106" y="99763"/>
                    <a:pt x="1225106" y="89673"/>
                  </a:cubicBezTo>
                  <a:cubicBezTo>
                    <a:pt x="1225106" y="79584"/>
                    <a:pt x="1216914" y="71409"/>
                    <a:pt x="1206818" y="71409"/>
                  </a:cubicBezTo>
                  <a:close/>
                  <a:moveTo>
                    <a:pt x="1188593" y="272318"/>
                  </a:moveTo>
                  <a:cubicBezTo>
                    <a:pt x="1188593" y="276599"/>
                    <a:pt x="1190117" y="280734"/>
                    <a:pt x="1192912" y="283987"/>
                  </a:cubicBezTo>
                  <a:cubicBezTo>
                    <a:pt x="1198309" y="274221"/>
                    <a:pt x="1203706" y="264327"/>
                    <a:pt x="1209104" y="254307"/>
                  </a:cubicBezTo>
                  <a:cubicBezTo>
                    <a:pt x="1208342" y="254244"/>
                    <a:pt x="1207643" y="254244"/>
                    <a:pt x="1206881" y="254307"/>
                  </a:cubicBezTo>
                  <a:cubicBezTo>
                    <a:pt x="1196849" y="254307"/>
                    <a:pt x="1188721" y="262330"/>
                    <a:pt x="1188593" y="272318"/>
                  </a:cubicBezTo>
                  <a:close/>
                  <a:moveTo>
                    <a:pt x="658241" y="436698"/>
                  </a:moveTo>
                  <a:cubicBezTo>
                    <a:pt x="648145" y="436698"/>
                    <a:pt x="639953" y="444873"/>
                    <a:pt x="639953" y="454963"/>
                  </a:cubicBezTo>
                  <a:cubicBezTo>
                    <a:pt x="639953" y="465053"/>
                    <a:pt x="648145" y="473227"/>
                    <a:pt x="658241" y="473227"/>
                  </a:cubicBezTo>
                  <a:cubicBezTo>
                    <a:pt x="668338" y="473227"/>
                    <a:pt x="676529" y="465053"/>
                    <a:pt x="676529" y="454963"/>
                  </a:cubicBezTo>
                  <a:cubicBezTo>
                    <a:pt x="676529" y="444873"/>
                    <a:pt x="668338" y="436698"/>
                    <a:pt x="658241" y="436698"/>
                  </a:cubicBezTo>
                  <a:cubicBezTo>
                    <a:pt x="658241" y="436698"/>
                    <a:pt x="658178" y="436698"/>
                    <a:pt x="658178" y="436698"/>
                  </a:cubicBezTo>
                  <a:close/>
                  <a:moveTo>
                    <a:pt x="1161162" y="25748"/>
                  </a:moveTo>
                  <a:cubicBezTo>
                    <a:pt x="1151065" y="25748"/>
                    <a:pt x="1142874" y="33922"/>
                    <a:pt x="1142874" y="44012"/>
                  </a:cubicBezTo>
                  <a:cubicBezTo>
                    <a:pt x="1142874" y="54102"/>
                    <a:pt x="1151065" y="62277"/>
                    <a:pt x="1161162" y="62277"/>
                  </a:cubicBezTo>
                  <a:cubicBezTo>
                    <a:pt x="1171258" y="62277"/>
                    <a:pt x="1179450" y="54102"/>
                    <a:pt x="1179450" y="44012"/>
                  </a:cubicBezTo>
                  <a:cubicBezTo>
                    <a:pt x="1179323" y="33973"/>
                    <a:pt x="1171131" y="25900"/>
                    <a:pt x="1161098" y="25938"/>
                  </a:cubicBezTo>
                  <a:close/>
                  <a:moveTo>
                    <a:pt x="1280034" y="89673"/>
                  </a:moveTo>
                  <a:cubicBezTo>
                    <a:pt x="1280034" y="93859"/>
                    <a:pt x="1281494" y="97911"/>
                    <a:pt x="1284161" y="101152"/>
                  </a:cubicBezTo>
                  <a:cubicBezTo>
                    <a:pt x="1288606" y="91322"/>
                    <a:pt x="1293051" y="81493"/>
                    <a:pt x="1297432" y="71536"/>
                  </a:cubicBezTo>
                  <a:cubicBezTo>
                    <a:pt x="1287717" y="71942"/>
                    <a:pt x="1279970" y="79939"/>
                    <a:pt x="1279970" y="89673"/>
                  </a:cubicBezTo>
                  <a:close/>
                  <a:moveTo>
                    <a:pt x="1069722" y="208392"/>
                  </a:moveTo>
                  <a:cubicBezTo>
                    <a:pt x="1059625" y="208392"/>
                    <a:pt x="1051434" y="216567"/>
                    <a:pt x="1051434" y="226657"/>
                  </a:cubicBezTo>
                  <a:cubicBezTo>
                    <a:pt x="1051434" y="236747"/>
                    <a:pt x="1059625" y="244921"/>
                    <a:pt x="1069722" y="244921"/>
                  </a:cubicBezTo>
                  <a:cubicBezTo>
                    <a:pt x="1079818" y="244921"/>
                    <a:pt x="1088010" y="236747"/>
                    <a:pt x="1088010" y="226657"/>
                  </a:cubicBezTo>
                  <a:cubicBezTo>
                    <a:pt x="1088010" y="216567"/>
                    <a:pt x="1079818" y="208392"/>
                    <a:pt x="1069722" y="208392"/>
                  </a:cubicBezTo>
                  <a:cubicBezTo>
                    <a:pt x="1069722" y="208392"/>
                    <a:pt x="1069658" y="208392"/>
                    <a:pt x="1069658" y="208392"/>
                  </a:cubicBezTo>
                  <a:close/>
                  <a:moveTo>
                    <a:pt x="1252601" y="25748"/>
                  </a:moveTo>
                  <a:cubicBezTo>
                    <a:pt x="1242505" y="25748"/>
                    <a:pt x="1234313" y="33922"/>
                    <a:pt x="1234313" y="44012"/>
                  </a:cubicBezTo>
                  <a:cubicBezTo>
                    <a:pt x="1234313" y="54102"/>
                    <a:pt x="1242505" y="62277"/>
                    <a:pt x="1252601" y="62277"/>
                  </a:cubicBezTo>
                  <a:cubicBezTo>
                    <a:pt x="1262698" y="62277"/>
                    <a:pt x="1270889" y="54102"/>
                    <a:pt x="1270889" y="44012"/>
                  </a:cubicBezTo>
                  <a:cubicBezTo>
                    <a:pt x="1270762" y="33973"/>
                    <a:pt x="1262571" y="25900"/>
                    <a:pt x="1252538" y="25938"/>
                  </a:cubicBezTo>
                  <a:close/>
                  <a:moveTo>
                    <a:pt x="1252601" y="117070"/>
                  </a:moveTo>
                  <a:cubicBezTo>
                    <a:pt x="1242505" y="117070"/>
                    <a:pt x="1234313" y="125245"/>
                    <a:pt x="1234313" y="135335"/>
                  </a:cubicBezTo>
                  <a:cubicBezTo>
                    <a:pt x="1234313" y="145424"/>
                    <a:pt x="1242505" y="153599"/>
                    <a:pt x="1252601" y="153599"/>
                  </a:cubicBezTo>
                  <a:cubicBezTo>
                    <a:pt x="1255396" y="153574"/>
                    <a:pt x="1258189" y="152901"/>
                    <a:pt x="1260729" y="151633"/>
                  </a:cubicBezTo>
                  <a:cubicBezTo>
                    <a:pt x="1263904" y="144847"/>
                    <a:pt x="1267079" y="138062"/>
                    <a:pt x="1270318" y="131149"/>
                  </a:cubicBezTo>
                  <a:cubicBezTo>
                    <a:pt x="1268413" y="122879"/>
                    <a:pt x="1261047" y="117032"/>
                    <a:pt x="1252538" y="117070"/>
                  </a:cubicBezTo>
                  <a:close/>
                  <a:moveTo>
                    <a:pt x="1280224" y="0"/>
                  </a:moveTo>
                  <a:cubicBezTo>
                    <a:pt x="1281050" y="9982"/>
                    <a:pt x="1289812" y="17396"/>
                    <a:pt x="1299846" y="16558"/>
                  </a:cubicBezTo>
                  <a:cubicBezTo>
                    <a:pt x="1308672" y="15816"/>
                    <a:pt x="1315657" y="8821"/>
                    <a:pt x="1316419" y="0"/>
                  </a:cubicBezTo>
                  <a:close/>
                  <a:moveTo>
                    <a:pt x="1115124" y="345376"/>
                  </a:moveTo>
                  <a:cubicBezTo>
                    <a:pt x="1105027" y="345376"/>
                    <a:pt x="1096836" y="353551"/>
                    <a:pt x="1096836" y="363640"/>
                  </a:cubicBezTo>
                  <a:cubicBezTo>
                    <a:pt x="1096836" y="373730"/>
                    <a:pt x="1105027" y="381905"/>
                    <a:pt x="1115124" y="381905"/>
                  </a:cubicBezTo>
                  <a:cubicBezTo>
                    <a:pt x="1125221" y="381905"/>
                    <a:pt x="1133412" y="373730"/>
                    <a:pt x="1133412" y="363640"/>
                  </a:cubicBezTo>
                  <a:cubicBezTo>
                    <a:pt x="1133412" y="353652"/>
                    <a:pt x="1125411" y="345515"/>
                    <a:pt x="1115378" y="345376"/>
                  </a:cubicBezTo>
                  <a:close/>
                  <a:moveTo>
                    <a:pt x="1115124" y="254054"/>
                  </a:moveTo>
                  <a:cubicBezTo>
                    <a:pt x="1105027" y="254054"/>
                    <a:pt x="1096836" y="262228"/>
                    <a:pt x="1096836" y="272318"/>
                  </a:cubicBezTo>
                  <a:cubicBezTo>
                    <a:pt x="1096836" y="282408"/>
                    <a:pt x="1105027" y="290583"/>
                    <a:pt x="1115124" y="290583"/>
                  </a:cubicBezTo>
                  <a:cubicBezTo>
                    <a:pt x="1125221" y="290583"/>
                    <a:pt x="1133412" y="282408"/>
                    <a:pt x="1133412" y="272318"/>
                  </a:cubicBezTo>
                  <a:cubicBezTo>
                    <a:pt x="1133285" y="262406"/>
                    <a:pt x="1125284" y="254383"/>
                    <a:pt x="1115378" y="254244"/>
                  </a:cubicBezTo>
                  <a:close/>
                  <a:moveTo>
                    <a:pt x="1069404" y="25748"/>
                  </a:moveTo>
                  <a:cubicBezTo>
                    <a:pt x="1059307" y="25748"/>
                    <a:pt x="1051116" y="33922"/>
                    <a:pt x="1051116" y="44012"/>
                  </a:cubicBezTo>
                  <a:cubicBezTo>
                    <a:pt x="1051116" y="54102"/>
                    <a:pt x="1059307" y="62277"/>
                    <a:pt x="1069404" y="62277"/>
                  </a:cubicBezTo>
                  <a:cubicBezTo>
                    <a:pt x="1079500" y="62277"/>
                    <a:pt x="1087692" y="54102"/>
                    <a:pt x="1087692" y="44012"/>
                  </a:cubicBezTo>
                  <a:cubicBezTo>
                    <a:pt x="1087565" y="34100"/>
                    <a:pt x="1079564" y="26078"/>
                    <a:pt x="1069658" y="25938"/>
                  </a:cubicBezTo>
                  <a:close/>
                  <a:moveTo>
                    <a:pt x="1069404" y="117070"/>
                  </a:moveTo>
                  <a:cubicBezTo>
                    <a:pt x="1059307" y="117070"/>
                    <a:pt x="1051116" y="125245"/>
                    <a:pt x="1051116" y="135335"/>
                  </a:cubicBezTo>
                  <a:cubicBezTo>
                    <a:pt x="1051116" y="145424"/>
                    <a:pt x="1059307" y="153599"/>
                    <a:pt x="1069404" y="153599"/>
                  </a:cubicBezTo>
                  <a:cubicBezTo>
                    <a:pt x="1079500" y="153599"/>
                    <a:pt x="1087692" y="145424"/>
                    <a:pt x="1087692" y="135335"/>
                  </a:cubicBezTo>
                  <a:cubicBezTo>
                    <a:pt x="1087692" y="125346"/>
                    <a:pt x="1079627" y="117210"/>
                    <a:pt x="1069658" y="117070"/>
                  </a:cubicBezTo>
                  <a:close/>
                  <a:moveTo>
                    <a:pt x="1160844" y="299715"/>
                  </a:moveTo>
                  <a:cubicBezTo>
                    <a:pt x="1150748" y="299715"/>
                    <a:pt x="1142556" y="307890"/>
                    <a:pt x="1142556" y="317979"/>
                  </a:cubicBezTo>
                  <a:cubicBezTo>
                    <a:pt x="1142556" y="328069"/>
                    <a:pt x="1150748" y="336244"/>
                    <a:pt x="1160844" y="336244"/>
                  </a:cubicBezTo>
                  <a:lnTo>
                    <a:pt x="1162495" y="336244"/>
                  </a:lnTo>
                  <a:cubicBezTo>
                    <a:pt x="1167512" y="327790"/>
                    <a:pt x="1172528" y="319330"/>
                    <a:pt x="1177544" y="310876"/>
                  </a:cubicBezTo>
                  <a:cubicBezTo>
                    <a:pt x="1174750" y="304255"/>
                    <a:pt x="1168274" y="299892"/>
                    <a:pt x="1161098" y="299715"/>
                  </a:cubicBezTo>
                  <a:close/>
                  <a:moveTo>
                    <a:pt x="1160844" y="208392"/>
                  </a:moveTo>
                  <a:cubicBezTo>
                    <a:pt x="1150748" y="208392"/>
                    <a:pt x="1142556" y="216567"/>
                    <a:pt x="1142556" y="226657"/>
                  </a:cubicBezTo>
                  <a:cubicBezTo>
                    <a:pt x="1142556" y="236747"/>
                    <a:pt x="1150748" y="244921"/>
                    <a:pt x="1160844" y="244921"/>
                  </a:cubicBezTo>
                  <a:cubicBezTo>
                    <a:pt x="1170940" y="244921"/>
                    <a:pt x="1179132" y="236747"/>
                    <a:pt x="1179132" y="226657"/>
                  </a:cubicBezTo>
                  <a:cubicBezTo>
                    <a:pt x="1179132" y="216669"/>
                    <a:pt x="1171067" y="208532"/>
                    <a:pt x="1161098" y="208392"/>
                  </a:cubicBezTo>
                  <a:close/>
                  <a:moveTo>
                    <a:pt x="1115124" y="162731"/>
                  </a:moveTo>
                  <a:cubicBezTo>
                    <a:pt x="1105027" y="162731"/>
                    <a:pt x="1096836" y="170906"/>
                    <a:pt x="1096836" y="180996"/>
                  </a:cubicBezTo>
                  <a:cubicBezTo>
                    <a:pt x="1096836" y="191086"/>
                    <a:pt x="1105027" y="199260"/>
                    <a:pt x="1115124" y="199260"/>
                  </a:cubicBezTo>
                  <a:cubicBezTo>
                    <a:pt x="1125221" y="199260"/>
                    <a:pt x="1133412" y="191086"/>
                    <a:pt x="1133412" y="180996"/>
                  </a:cubicBezTo>
                  <a:cubicBezTo>
                    <a:pt x="1133412" y="171007"/>
                    <a:pt x="1125411" y="162871"/>
                    <a:pt x="1115378" y="162731"/>
                  </a:cubicBezTo>
                  <a:close/>
                  <a:moveTo>
                    <a:pt x="1115124" y="71409"/>
                  </a:moveTo>
                  <a:cubicBezTo>
                    <a:pt x="1105027" y="71409"/>
                    <a:pt x="1096836" y="79584"/>
                    <a:pt x="1096836" y="89673"/>
                  </a:cubicBezTo>
                  <a:cubicBezTo>
                    <a:pt x="1096836" y="99763"/>
                    <a:pt x="1105027" y="107938"/>
                    <a:pt x="1115124" y="107938"/>
                  </a:cubicBezTo>
                  <a:cubicBezTo>
                    <a:pt x="1125221" y="107938"/>
                    <a:pt x="1133412" y="99763"/>
                    <a:pt x="1133412" y="89673"/>
                  </a:cubicBezTo>
                  <a:cubicBezTo>
                    <a:pt x="1133412" y="79685"/>
                    <a:pt x="1125411" y="71548"/>
                    <a:pt x="1115378" y="71409"/>
                  </a:cubicBezTo>
                  <a:close/>
                  <a:moveTo>
                    <a:pt x="1160844" y="117070"/>
                  </a:moveTo>
                  <a:cubicBezTo>
                    <a:pt x="1150748" y="117070"/>
                    <a:pt x="1142556" y="125245"/>
                    <a:pt x="1142556" y="135335"/>
                  </a:cubicBezTo>
                  <a:cubicBezTo>
                    <a:pt x="1142556" y="145424"/>
                    <a:pt x="1150748" y="153599"/>
                    <a:pt x="1160844" y="153599"/>
                  </a:cubicBezTo>
                  <a:cubicBezTo>
                    <a:pt x="1170940" y="153599"/>
                    <a:pt x="1179132" y="145424"/>
                    <a:pt x="1179132" y="135335"/>
                  </a:cubicBezTo>
                  <a:cubicBezTo>
                    <a:pt x="1179132" y="125346"/>
                    <a:pt x="1171067" y="117210"/>
                    <a:pt x="1161098" y="117070"/>
                  </a:cubicBezTo>
                  <a:close/>
                  <a:moveTo>
                    <a:pt x="749364" y="619343"/>
                  </a:moveTo>
                  <a:cubicBezTo>
                    <a:pt x="739267" y="619343"/>
                    <a:pt x="731076" y="627518"/>
                    <a:pt x="731076" y="637607"/>
                  </a:cubicBezTo>
                  <a:cubicBezTo>
                    <a:pt x="731076" y="640747"/>
                    <a:pt x="731965" y="643822"/>
                    <a:pt x="733489" y="646549"/>
                  </a:cubicBezTo>
                  <a:cubicBezTo>
                    <a:pt x="743776" y="647057"/>
                    <a:pt x="754190" y="647310"/>
                    <a:pt x="764794" y="647374"/>
                  </a:cubicBezTo>
                  <a:cubicBezTo>
                    <a:pt x="770192" y="638850"/>
                    <a:pt x="767652" y="627568"/>
                    <a:pt x="759143" y="622171"/>
                  </a:cubicBezTo>
                  <a:cubicBezTo>
                    <a:pt x="756222" y="620326"/>
                    <a:pt x="752793" y="619349"/>
                    <a:pt x="749364" y="619343"/>
                  </a:cubicBezTo>
                  <a:close/>
                  <a:moveTo>
                    <a:pt x="749364" y="436698"/>
                  </a:moveTo>
                  <a:cubicBezTo>
                    <a:pt x="739267" y="436698"/>
                    <a:pt x="731076" y="444873"/>
                    <a:pt x="731076" y="454963"/>
                  </a:cubicBezTo>
                  <a:cubicBezTo>
                    <a:pt x="731076" y="465053"/>
                    <a:pt x="739267" y="473227"/>
                    <a:pt x="749364" y="473227"/>
                  </a:cubicBezTo>
                  <a:cubicBezTo>
                    <a:pt x="759461" y="473227"/>
                    <a:pt x="767652" y="465053"/>
                    <a:pt x="767652" y="454963"/>
                  </a:cubicBezTo>
                  <a:cubicBezTo>
                    <a:pt x="767652" y="444974"/>
                    <a:pt x="759587" y="436838"/>
                    <a:pt x="749618" y="436698"/>
                  </a:cubicBezTo>
                  <a:close/>
                  <a:moveTo>
                    <a:pt x="749364" y="528021"/>
                  </a:moveTo>
                  <a:cubicBezTo>
                    <a:pt x="739204" y="527983"/>
                    <a:pt x="731012" y="536164"/>
                    <a:pt x="730949" y="546285"/>
                  </a:cubicBezTo>
                  <a:cubicBezTo>
                    <a:pt x="730886" y="556407"/>
                    <a:pt x="739077" y="564638"/>
                    <a:pt x="749237" y="564676"/>
                  </a:cubicBezTo>
                  <a:cubicBezTo>
                    <a:pt x="759397" y="564714"/>
                    <a:pt x="767588" y="556533"/>
                    <a:pt x="767652" y="546412"/>
                  </a:cubicBezTo>
                  <a:cubicBezTo>
                    <a:pt x="767652" y="546367"/>
                    <a:pt x="767652" y="546330"/>
                    <a:pt x="767652" y="546285"/>
                  </a:cubicBezTo>
                  <a:cubicBezTo>
                    <a:pt x="767652" y="536297"/>
                    <a:pt x="759587" y="528160"/>
                    <a:pt x="749618" y="528021"/>
                  </a:cubicBezTo>
                  <a:close/>
                  <a:moveTo>
                    <a:pt x="703644" y="25748"/>
                  </a:moveTo>
                  <a:cubicBezTo>
                    <a:pt x="693548" y="25748"/>
                    <a:pt x="685356" y="33922"/>
                    <a:pt x="685356" y="44012"/>
                  </a:cubicBezTo>
                  <a:cubicBezTo>
                    <a:pt x="685356" y="54102"/>
                    <a:pt x="693548" y="62277"/>
                    <a:pt x="703644" y="62277"/>
                  </a:cubicBezTo>
                  <a:cubicBezTo>
                    <a:pt x="713740" y="62277"/>
                    <a:pt x="721932" y="54102"/>
                    <a:pt x="721932" y="44012"/>
                  </a:cubicBezTo>
                  <a:cubicBezTo>
                    <a:pt x="721805" y="34100"/>
                    <a:pt x="713804" y="26078"/>
                    <a:pt x="703898" y="25938"/>
                  </a:cubicBezTo>
                  <a:close/>
                  <a:moveTo>
                    <a:pt x="749364" y="162731"/>
                  </a:moveTo>
                  <a:cubicBezTo>
                    <a:pt x="739267" y="162731"/>
                    <a:pt x="731076" y="170906"/>
                    <a:pt x="731076" y="180996"/>
                  </a:cubicBezTo>
                  <a:cubicBezTo>
                    <a:pt x="731076" y="191086"/>
                    <a:pt x="739267" y="199260"/>
                    <a:pt x="749364" y="199260"/>
                  </a:cubicBezTo>
                  <a:cubicBezTo>
                    <a:pt x="759461" y="199260"/>
                    <a:pt x="767652" y="191086"/>
                    <a:pt x="767652" y="180996"/>
                  </a:cubicBezTo>
                  <a:cubicBezTo>
                    <a:pt x="767652" y="171007"/>
                    <a:pt x="759587" y="162871"/>
                    <a:pt x="749618" y="162731"/>
                  </a:cubicBezTo>
                  <a:close/>
                  <a:moveTo>
                    <a:pt x="749364" y="345376"/>
                  </a:moveTo>
                  <a:cubicBezTo>
                    <a:pt x="739267" y="345376"/>
                    <a:pt x="731076" y="353551"/>
                    <a:pt x="731076" y="363640"/>
                  </a:cubicBezTo>
                  <a:cubicBezTo>
                    <a:pt x="731076" y="373730"/>
                    <a:pt x="739267" y="381905"/>
                    <a:pt x="749364" y="381905"/>
                  </a:cubicBezTo>
                  <a:cubicBezTo>
                    <a:pt x="759461" y="381905"/>
                    <a:pt x="767652" y="373730"/>
                    <a:pt x="767652" y="363640"/>
                  </a:cubicBezTo>
                  <a:cubicBezTo>
                    <a:pt x="767652" y="353652"/>
                    <a:pt x="759587" y="345515"/>
                    <a:pt x="749618" y="345376"/>
                  </a:cubicBezTo>
                  <a:close/>
                  <a:moveTo>
                    <a:pt x="749364" y="71409"/>
                  </a:moveTo>
                  <a:cubicBezTo>
                    <a:pt x="739267" y="71409"/>
                    <a:pt x="731076" y="79584"/>
                    <a:pt x="731076" y="89673"/>
                  </a:cubicBezTo>
                  <a:cubicBezTo>
                    <a:pt x="731076" y="99763"/>
                    <a:pt x="739267" y="107938"/>
                    <a:pt x="749364" y="107938"/>
                  </a:cubicBezTo>
                  <a:cubicBezTo>
                    <a:pt x="759461" y="107938"/>
                    <a:pt x="767652" y="99763"/>
                    <a:pt x="767652" y="89673"/>
                  </a:cubicBezTo>
                  <a:cubicBezTo>
                    <a:pt x="767652" y="79685"/>
                    <a:pt x="759587" y="71548"/>
                    <a:pt x="749618" y="71409"/>
                  </a:cubicBezTo>
                  <a:close/>
                  <a:moveTo>
                    <a:pt x="703644" y="117070"/>
                  </a:moveTo>
                  <a:cubicBezTo>
                    <a:pt x="693548" y="117070"/>
                    <a:pt x="685356" y="125245"/>
                    <a:pt x="685356" y="135335"/>
                  </a:cubicBezTo>
                  <a:cubicBezTo>
                    <a:pt x="685356" y="145424"/>
                    <a:pt x="693548" y="153599"/>
                    <a:pt x="703644" y="153599"/>
                  </a:cubicBezTo>
                  <a:cubicBezTo>
                    <a:pt x="713740" y="153599"/>
                    <a:pt x="721932" y="145424"/>
                    <a:pt x="721932" y="135335"/>
                  </a:cubicBezTo>
                  <a:cubicBezTo>
                    <a:pt x="721932" y="125346"/>
                    <a:pt x="713867" y="117210"/>
                    <a:pt x="703898" y="117070"/>
                  </a:cubicBezTo>
                  <a:close/>
                  <a:moveTo>
                    <a:pt x="749364" y="254054"/>
                  </a:moveTo>
                  <a:cubicBezTo>
                    <a:pt x="739267" y="254054"/>
                    <a:pt x="731076" y="262228"/>
                    <a:pt x="731076" y="272318"/>
                  </a:cubicBezTo>
                  <a:cubicBezTo>
                    <a:pt x="731076" y="282408"/>
                    <a:pt x="739267" y="290583"/>
                    <a:pt x="749364" y="290583"/>
                  </a:cubicBezTo>
                  <a:cubicBezTo>
                    <a:pt x="759461" y="290583"/>
                    <a:pt x="767652" y="282408"/>
                    <a:pt x="767652" y="272318"/>
                  </a:cubicBezTo>
                  <a:cubicBezTo>
                    <a:pt x="767525" y="262406"/>
                    <a:pt x="759524" y="254383"/>
                    <a:pt x="749618" y="254244"/>
                  </a:cubicBezTo>
                  <a:close/>
                  <a:moveTo>
                    <a:pt x="703644" y="482359"/>
                  </a:moveTo>
                  <a:cubicBezTo>
                    <a:pt x="693548" y="482359"/>
                    <a:pt x="685356" y="490534"/>
                    <a:pt x="685356" y="500624"/>
                  </a:cubicBezTo>
                  <a:cubicBezTo>
                    <a:pt x="685356" y="510714"/>
                    <a:pt x="693548" y="518888"/>
                    <a:pt x="703644" y="518888"/>
                  </a:cubicBezTo>
                  <a:cubicBezTo>
                    <a:pt x="713740" y="518888"/>
                    <a:pt x="721932" y="510714"/>
                    <a:pt x="721932" y="500624"/>
                  </a:cubicBezTo>
                  <a:cubicBezTo>
                    <a:pt x="721805" y="490712"/>
                    <a:pt x="713804" y="482689"/>
                    <a:pt x="703898" y="482550"/>
                  </a:cubicBezTo>
                  <a:close/>
                  <a:moveTo>
                    <a:pt x="657924" y="71409"/>
                  </a:moveTo>
                  <a:cubicBezTo>
                    <a:pt x="647827" y="71409"/>
                    <a:pt x="639636" y="79584"/>
                    <a:pt x="639636" y="89673"/>
                  </a:cubicBezTo>
                  <a:cubicBezTo>
                    <a:pt x="639636" y="99763"/>
                    <a:pt x="647827" y="107938"/>
                    <a:pt x="657924" y="107938"/>
                  </a:cubicBezTo>
                  <a:cubicBezTo>
                    <a:pt x="668020" y="107938"/>
                    <a:pt x="676212" y="99763"/>
                    <a:pt x="676212" y="89673"/>
                  </a:cubicBezTo>
                  <a:cubicBezTo>
                    <a:pt x="676212" y="79685"/>
                    <a:pt x="668211" y="71548"/>
                    <a:pt x="658178" y="71409"/>
                  </a:cubicBezTo>
                  <a:close/>
                  <a:moveTo>
                    <a:pt x="886524" y="117070"/>
                  </a:moveTo>
                  <a:cubicBezTo>
                    <a:pt x="876427" y="117070"/>
                    <a:pt x="868236" y="125245"/>
                    <a:pt x="868236" y="135335"/>
                  </a:cubicBezTo>
                  <a:cubicBezTo>
                    <a:pt x="868236" y="145424"/>
                    <a:pt x="876427" y="153599"/>
                    <a:pt x="886524" y="153599"/>
                  </a:cubicBezTo>
                  <a:cubicBezTo>
                    <a:pt x="896620" y="153599"/>
                    <a:pt x="904812" y="145424"/>
                    <a:pt x="904812" y="135335"/>
                  </a:cubicBezTo>
                  <a:cubicBezTo>
                    <a:pt x="904812" y="125346"/>
                    <a:pt x="896811" y="117210"/>
                    <a:pt x="886778" y="117070"/>
                  </a:cubicBezTo>
                  <a:close/>
                  <a:moveTo>
                    <a:pt x="657924" y="162731"/>
                  </a:moveTo>
                  <a:cubicBezTo>
                    <a:pt x="647827" y="162731"/>
                    <a:pt x="639636" y="170906"/>
                    <a:pt x="639636" y="180996"/>
                  </a:cubicBezTo>
                  <a:cubicBezTo>
                    <a:pt x="639636" y="191086"/>
                    <a:pt x="647827" y="199260"/>
                    <a:pt x="657924" y="199260"/>
                  </a:cubicBezTo>
                  <a:cubicBezTo>
                    <a:pt x="668020" y="199260"/>
                    <a:pt x="676212" y="191086"/>
                    <a:pt x="676212" y="180996"/>
                  </a:cubicBezTo>
                  <a:cubicBezTo>
                    <a:pt x="676212" y="171007"/>
                    <a:pt x="668211" y="162871"/>
                    <a:pt x="658178" y="162731"/>
                  </a:cubicBezTo>
                  <a:close/>
                  <a:moveTo>
                    <a:pt x="657924" y="345376"/>
                  </a:moveTo>
                  <a:cubicBezTo>
                    <a:pt x="647827" y="345376"/>
                    <a:pt x="639636" y="353551"/>
                    <a:pt x="639636" y="363640"/>
                  </a:cubicBezTo>
                  <a:cubicBezTo>
                    <a:pt x="639636" y="373730"/>
                    <a:pt x="647827" y="381905"/>
                    <a:pt x="657924" y="381905"/>
                  </a:cubicBezTo>
                  <a:cubicBezTo>
                    <a:pt x="668020" y="381905"/>
                    <a:pt x="676212" y="373730"/>
                    <a:pt x="676212" y="363640"/>
                  </a:cubicBezTo>
                  <a:cubicBezTo>
                    <a:pt x="676212" y="353652"/>
                    <a:pt x="668211" y="345515"/>
                    <a:pt x="658178" y="345376"/>
                  </a:cubicBezTo>
                  <a:close/>
                  <a:moveTo>
                    <a:pt x="703644" y="391037"/>
                  </a:moveTo>
                  <a:cubicBezTo>
                    <a:pt x="693548" y="391037"/>
                    <a:pt x="685356" y="399212"/>
                    <a:pt x="685356" y="409302"/>
                  </a:cubicBezTo>
                  <a:cubicBezTo>
                    <a:pt x="685356" y="419391"/>
                    <a:pt x="693548" y="427566"/>
                    <a:pt x="703644" y="427566"/>
                  </a:cubicBezTo>
                  <a:cubicBezTo>
                    <a:pt x="713740" y="427566"/>
                    <a:pt x="721932" y="419391"/>
                    <a:pt x="721932" y="409302"/>
                  </a:cubicBezTo>
                  <a:cubicBezTo>
                    <a:pt x="721932" y="399313"/>
                    <a:pt x="713867" y="391177"/>
                    <a:pt x="703898" y="391037"/>
                  </a:cubicBezTo>
                  <a:close/>
                  <a:moveTo>
                    <a:pt x="703644" y="573682"/>
                  </a:moveTo>
                  <a:cubicBezTo>
                    <a:pt x="693548" y="573682"/>
                    <a:pt x="685356" y="581856"/>
                    <a:pt x="685356" y="591946"/>
                  </a:cubicBezTo>
                  <a:cubicBezTo>
                    <a:pt x="685356" y="602036"/>
                    <a:pt x="693548" y="610211"/>
                    <a:pt x="703644" y="610211"/>
                  </a:cubicBezTo>
                  <a:cubicBezTo>
                    <a:pt x="713740" y="610211"/>
                    <a:pt x="721932" y="602036"/>
                    <a:pt x="721932" y="591946"/>
                  </a:cubicBezTo>
                  <a:cubicBezTo>
                    <a:pt x="721932" y="581958"/>
                    <a:pt x="713867" y="573821"/>
                    <a:pt x="703898" y="573682"/>
                  </a:cubicBezTo>
                  <a:close/>
                  <a:moveTo>
                    <a:pt x="703644" y="208392"/>
                  </a:moveTo>
                  <a:cubicBezTo>
                    <a:pt x="693548" y="208392"/>
                    <a:pt x="685356" y="216567"/>
                    <a:pt x="685356" y="226657"/>
                  </a:cubicBezTo>
                  <a:cubicBezTo>
                    <a:pt x="685356" y="236747"/>
                    <a:pt x="693548" y="244921"/>
                    <a:pt x="703644" y="244921"/>
                  </a:cubicBezTo>
                  <a:cubicBezTo>
                    <a:pt x="713740" y="244921"/>
                    <a:pt x="721932" y="236747"/>
                    <a:pt x="721932" y="226657"/>
                  </a:cubicBezTo>
                  <a:cubicBezTo>
                    <a:pt x="721932" y="216669"/>
                    <a:pt x="713867" y="208532"/>
                    <a:pt x="703898" y="208392"/>
                  </a:cubicBezTo>
                  <a:close/>
                  <a:moveTo>
                    <a:pt x="703644" y="299715"/>
                  </a:moveTo>
                  <a:cubicBezTo>
                    <a:pt x="693548" y="299715"/>
                    <a:pt x="685356" y="307890"/>
                    <a:pt x="685356" y="317979"/>
                  </a:cubicBezTo>
                  <a:cubicBezTo>
                    <a:pt x="685356" y="328069"/>
                    <a:pt x="693548" y="336244"/>
                    <a:pt x="703644" y="336244"/>
                  </a:cubicBezTo>
                  <a:cubicBezTo>
                    <a:pt x="713740" y="336244"/>
                    <a:pt x="721932" y="328069"/>
                    <a:pt x="721932" y="317979"/>
                  </a:cubicBezTo>
                  <a:cubicBezTo>
                    <a:pt x="721932" y="307991"/>
                    <a:pt x="713867" y="299854"/>
                    <a:pt x="703898" y="299715"/>
                  </a:cubicBezTo>
                  <a:close/>
                  <a:moveTo>
                    <a:pt x="795084" y="573682"/>
                  </a:moveTo>
                  <a:cubicBezTo>
                    <a:pt x="784987" y="573682"/>
                    <a:pt x="776796" y="581856"/>
                    <a:pt x="776796" y="591946"/>
                  </a:cubicBezTo>
                  <a:cubicBezTo>
                    <a:pt x="776796" y="602036"/>
                    <a:pt x="784987" y="610211"/>
                    <a:pt x="795084" y="610211"/>
                  </a:cubicBezTo>
                  <a:cubicBezTo>
                    <a:pt x="805180" y="610211"/>
                    <a:pt x="813372" y="602036"/>
                    <a:pt x="813372" y="591946"/>
                  </a:cubicBezTo>
                  <a:cubicBezTo>
                    <a:pt x="813372" y="581958"/>
                    <a:pt x="805371" y="573821"/>
                    <a:pt x="795338" y="573682"/>
                  </a:cubicBezTo>
                  <a:close/>
                  <a:moveTo>
                    <a:pt x="657924" y="254054"/>
                  </a:moveTo>
                  <a:cubicBezTo>
                    <a:pt x="647827" y="254054"/>
                    <a:pt x="639636" y="262228"/>
                    <a:pt x="639636" y="272318"/>
                  </a:cubicBezTo>
                  <a:cubicBezTo>
                    <a:pt x="639636" y="282408"/>
                    <a:pt x="647827" y="290583"/>
                    <a:pt x="657924" y="290583"/>
                  </a:cubicBezTo>
                  <a:cubicBezTo>
                    <a:pt x="668020" y="290583"/>
                    <a:pt x="676212" y="282408"/>
                    <a:pt x="676212" y="272318"/>
                  </a:cubicBezTo>
                  <a:cubicBezTo>
                    <a:pt x="676085" y="262406"/>
                    <a:pt x="668084" y="254383"/>
                    <a:pt x="658178" y="254244"/>
                  </a:cubicBezTo>
                  <a:close/>
                  <a:moveTo>
                    <a:pt x="840804" y="162731"/>
                  </a:moveTo>
                  <a:cubicBezTo>
                    <a:pt x="830707" y="162731"/>
                    <a:pt x="822516" y="170906"/>
                    <a:pt x="822516" y="180996"/>
                  </a:cubicBezTo>
                  <a:cubicBezTo>
                    <a:pt x="822516" y="191086"/>
                    <a:pt x="830707" y="199260"/>
                    <a:pt x="840804" y="199260"/>
                  </a:cubicBezTo>
                  <a:cubicBezTo>
                    <a:pt x="850900" y="199260"/>
                    <a:pt x="859092" y="191086"/>
                    <a:pt x="859092" y="180996"/>
                  </a:cubicBezTo>
                  <a:cubicBezTo>
                    <a:pt x="859092" y="171007"/>
                    <a:pt x="851027" y="162871"/>
                    <a:pt x="841058" y="162731"/>
                  </a:cubicBezTo>
                  <a:close/>
                  <a:moveTo>
                    <a:pt x="840804" y="71409"/>
                  </a:moveTo>
                  <a:cubicBezTo>
                    <a:pt x="830707" y="71409"/>
                    <a:pt x="822516" y="79584"/>
                    <a:pt x="822516" y="89673"/>
                  </a:cubicBezTo>
                  <a:cubicBezTo>
                    <a:pt x="822516" y="99763"/>
                    <a:pt x="830707" y="107938"/>
                    <a:pt x="840804" y="107938"/>
                  </a:cubicBezTo>
                  <a:cubicBezTo>
                    <a:pt x="850900" y="107938"/>
                    <a:pt x="859092" y="99763"/>
                    <a:pt x="859092" y="89673"/>
                  </a:cubicBezTo>
                  <a:cubicBezTo>
                    <a:pt x="859092" y="79685"/>
                    <a:pt x="851027" y="71548"/>
                    <a:pt x="841058" y="71409"/>
                  </a:cubicBezTo>
                  <a:close/>
                  <a:moveTo>
                    <a:pt x="840804" y="345376"/>
                  </a:moveTo>
                  <a:cubicBezTo>
                    <a:pt x="830707" y="345376"/>
                    <a:pt x="822516" y="353551"/>
                    <a:pt x="822516" y="363640"/>
                  </a:cubicBezTo>
                  <a:cubicBezTo>
                    <a:pt x="822516" y="373730"/>
                    <a:pt x="830707" y="381905"/>
                    <a:pt x="840804" y="381905"/>
                  </a:cubicBezTo>
                  <a:cubicBezTo>
                    <a:pt x="850900" y="381905"/>
                    <a:pt x="859092" y="373730"/>
                    <a:pt x="859092" y="363640"/>
                  </a:cubicBezTo>
                  <a:cubicBezTo>
                    <a:pt x="859092" y="353652"/>
                    <a:pt x="851027" y="345515"/>
                    <a:pt x="841058" y="345376"/>
                  </a:cubicBezTo>
                  <a:close/>
                  <a:moveTo>
                    <a:pt x="886524" y="573682"/>
                  </a:moveTo>
                  <a:cubicBezTo>
                    <a:pt x="876427" y="573682"/>
                    <a:pt x="868236" y="581856"/>
                    <a:pt x="868236" y="591946"/>
                  </a:cubicBezTo>
                  <a:cubicBezTo>
                    <a:pt x="868236" y="602036"/>
                    <a:pt x="876427" y="610211"/>
                    <a:pt x="886524" y="610211"/>
                  </a:cubicBezTo>
                  <a:cubicBezTo>
                    <a:pt x="896620" y="610211"/>
                    <a:pt x="904812" y="602036"/>
                    <a:pt x="904812" y="591946"/>
                  </a:cubicBezTo>
                  <a:cubicBezTo>
                    <a:pt x="904812" y="581958"/>
                    <a:pt x="896811" y="573821"/>
                    <a:pt x="886778" y="573682"/>
                  </a:cubicBezTo>
                  <a:close/>
                  <a:moveTo>
                    <a:pt x="840804" y="254054"/>
                  </a:moveTo>
                  <a:cubicBezTo>
                    <a:pt x="830707" y="254054"/>
                    <a:pt x="822516" y="262228"/>
                    <a:pt x="822516" y="272318"/>
                  </a:cubicBezTo>
                  <a:cubicBezTo>
                    <a:pt x="822516" y="282408"/>
                    <a:pt x="830707" y="290583"/>
                    <a:pt x="840804" y="290583"/>
                  </a:cubicBezTo>
                  <a:cubicBezTo>
                    <a:pt x="850900" y="290583"/>
                    <a:pt x="859092" y="282408"/>
                    <a:pt x="859092" y="272318"/>
                  </a:cubicBezTo>
                  <a:cubicBezTo>
                    <a:pt x="858965" y="262406"/>
                    <a:pt x="850964" y="254383"/>
                    <a:pt x="841058" y="254244"/>
                  </a:cubicBezTo>
                  <a:close/>
                  <a:moveTo>
                    <a:pt x="886524" y="208392"/>
                  </a:moveTo>
                  <a:cubicBezTo>
                    <a:pt x="876427" y="208392"/>
                    <a:pt x="868236" y="216567"/>
                    <a:pt x="868236" y="226657"/>
                  </a:cubicBezTo>
                  <a:cubicBezTo>
                    <a:pt x="868236" y="236747"/>
                    <a:pt x="876427" y="244921"/>
                    <a:pt x="886524" y="244921"/>
                  </a:cubicBezTo>
                  <a:cubicBezTo>
                    <a:pt x="896620" y="244921"/>
                    <a:pt x="904812" y="236747"/>
                    <a:pt x="904812" y="226657"/>
                  </a:cubicBezTo>
                  <a:cubicBezTo>
                    <a:pt x="904812" y="216669"/>
                    <a:pt x="896811" y="208532"/>
                    <a:pt x="886778" y="208392"/>
                  </a:cubicBezTo>
                  <a:close/>
                  <a:moveTo>
                    <a:pt x="886524" y="299715"/>
                  </a:moveTo>
                  <a:cubicBezTo>
                    <a:pt x="876427" y="299715"/>
                    <a:pt x="868236" y="307890"/>
                    <a:pt x="868236" y="317979"/>
                  </a:cubicBezTo>
                  <a:cubicBezTo>
                    <a:pt x="868236" y="328069"/>
                    <a:pt x="876427" y="336244"/>
                    <a:pt x="886524" y="336244"/>
                  </a:cubicBezTo>
                  <a:cubicBezTo>
                    <a:pt x="896620" y="336244"/>
                    <a:pt x="904812" y="328069"/>
                    <a:pt x="904812" y="317979"/>
                  </a:cubicBezTo>
                  <a:cubicBezTo>
                    <a:pt x="904812" y="307991"/>
                    <a:pt x="896811" y="299854"/>
                    <a:pt x="886778" y="299715"/>
                  </a:cubicBezTo>
                  <a:close/>
                  <a:moveTo>
                    <a:pt x="886524" y="391037"/>
                  </a:moveTo>
                  <a:cubicBezTo>
                    <a:pt x="876427" y="391037"/>
                    <a:pt x="868236" y="399212"/>
                    <a:pt x="868236" y="409302"/>
                  </a:cubicBezTo>
                  <a:cubicBezTo>
                    <a:pt x="868236" y="419391"/>
                    <a:pt x="876427" y="427566"/>
                    <a:pt x="886524" y="427566"/>
                  </a:cubicBezTo>
                  <a:cubicBezTo>
                    <a:pt x="896620" y="427566"/>
                    <a:pt x="904812" y="419391"/>
                    <a:pt x="904812" y="409302"/>
                  </a:cubicBezTo>
                  <a:cubicBezTo>
                    <a:pt x="904812" y="399313"/>
                    <a:pt x="896811" y="391177"/>
                    <a:pt x="886778" y="391037"/>
                  </a:cubicBezTo>
                  <a:close/>
                  <a:moveTo>
                    <a:pt x="886524" y="482359"/>
                  </a:moveTo>
                  <a:cubicBezTo>
                    <a:pt x="876427" y="482359"/>
                    <a:pt x="868236" y="490534"/>
                    <a:pt x="868236" y="500624"/>
                  </a:cubicBezTo>
                  <a:cubicBezTo>
                    <a:pt x="868236" y="510714"/>
                    <a:pt x="876427" y="518888"/>
                    <a:pt x="886524" y="518888"/>
                  </a:cubicBezTo>
                  <a:cubicBezTo>
                    <a:pt x="896620" y="518888"/>
                    <a:pt x="904812" y="510714"/>
                    <a:pt x="904812" y="500624"/>
                  </a:cubicBezTo>
                  <a:cubicBezTo>
                    <a:pt x="904685" y="490712"/>
                    <a:pt x="896684" y="482689"/>
                    <a:pt x="886778" y="482550"/>
                  </a:cubicBezTo>
                  <a:close/>
                  <a:moveTo>
                    <a:pt x="795084" y="391037"/>
                  </a:moveTo>
                  <a:cubicBezTo>
                    <a:pt x="784987" y="391037"/>
                    <a:pt x="776796" y="399212"/>
                    <a:pt x="776796" y="409302"/>
                  </a:cubicBezTo>
                  <a:cubicBezTo>
                    <a:pt x="776796" y="419391"/>
                    <a:pt x="784987" y="427566"/>
                    <a:pt x="795084" y="427566"/>
                  </a:cubicBezTo>
                  <a:cubicBezTo>
                    <a:pt x="805180" y="427566"/>
                    <a:pt x="813372" y="419391"/>
                    <a:pt x="813372" y="409302"/>
                  </a:cubicBezTo>
                  <a:cubicBezTo>
                    <a:pt x="813372" y="399313"/>
                    <a:pt x="805371" y="391177"/>
                    <a:pt x="795338" y="391037"/>
                  </a:cubicBezTo>
                  <a:close/>
                  <a:moveTo>
                    <a:pt x="795084" y="299715"/>
                  </a:moveTo>
                  <a:cubicBezTo>
                    <a:pt x="784987" y="299715"/>
                    <a:pt x="776796" y="307890"/>
                    <a:pt x="776796" y="317979"/>
                  </a:cubicBezTo>
                  <a:cubicBezTo>
                    <a:pt x="776796" y="328069"/>
                    <a:pt x="784987" y="336244"/>
                    <a:pt x="795084" y="336244"/>
                  </a:cubicBezTo>
                  <a:cubicBezTo>
                    <a:pt x="805180" y="336244"/>
                    <a:pt x="813372" y="328069"/>
                    <a:pt x="813372" y="317979"/>
                  </a:cubicBezTo>
                  <a:cubicBezTo>
                    <a:pt x="813372" y="307991"/>
                    <a:pt x="805371" y="299854"/>
                    <a:pt x="795338" y="299715"/>
                  </a:cubicBezTo>
                  <a:close/>
                  <a:moveTo>
                    <a:pt x="840804" y="436698"/>
                  </a:moveTo>
                  <a:cubicBezTo>
                    <a:pt x="830707" y="436698"/>
                    <a:pt x="822516" y="444873"/>
                    <a:pt x="822516" y="454963"/>
                  </a:cubicBezTo>
                  <a:cubicBezTo>
                    <a:pt x="822516" y="465053"/>
                    <a:pt x="830707" y="473227"/>
                    <a:pt x="840804" y="473227"/>
                  </a:cubicBezTo>
                  <a:cubicBezTo>
                    <a:pt x="850900" y="473227"/>
                    <a:pt x="859092" y="465053"/>
                    <a:pt x="859092" y="454963"/>
                  </a:cubicBezTo>
                  <a:cubicBezTo>
                    <a:pt x="859092" y="444974"/>
                    <a:pt x="851027" y="436838"/>
                    <a:pt x="841058" y="436698"/>
                  </a:cubicBezTo>
                  <a:close/>
                  <a:moveTo>
                    <a:pt x="795084" y="208392"/>
                  </a:moveTo>
                  <a:cubicBezTo>
                    <a:pt x="784987" y="208392"/>
                    <a:pt x="776796" y="216567"/>
                    <a:pt x="776796" y="226657"/>
                  </a:cubicBezTo>
                  <a:cubicBezTo>
                    <a:pt x="776796" y="236747"/>
                    <a:pt x="784987" y="244921"/>
                    <a:pt x="795084" y="244921"/>
                  </a:cubicBezTo>
                  <a:cubicBezTo>
                    <a:pt x="805180" y="244921"/>
                    <a:pt x="813372" y="236747"/>
                    <a:pt x="813372" y="226657"/>
                  </a:cubicBezTo>
                  <a:cubicBezTo>
                    <a:pt x="813372" y="216669"/>
                    <a:pt x="805371" y="208532"/>
                    <a:pt x="795338" y="208392"/>
                  </a:cubicBezTo>
                  <a:close/>
                  <a:moveTo>
                    <a:pt x="795084" y="482359"/>
                  </a:moveTo>
                  <a:cubicBezTo>
                    <a:pt x="784987" y="482359"/>
                    <a:pt x="776796" y="490534"/>
                    <a:pt x="776796" y="500624"/>
                  </a:cubicBezTo>
                  <a:cubicBezTo>
                    <a:pt x="776796" y="510714"/>
                    <a:pt x="784987" y="518888"/>
                    <a:pt x="795084" y="518888"/>
                  </a:cubicBezTo>
                  <a:cubicBezTo>
                    <a:pt x="805180" y="518888"/>
                    <a:pt x="813372" y="510714"/>
                    <a:pt x="813372" y="500624"/>
                  </a:cubicBezTo>
                  <a:cubicBezTo>
                    <a:pt x="813245" y="490712"/>
                    <a:pt x="805244" y="482689"/>
                    <a:pt x="795338" y="482550"/>
                  </a:cubicBezTo>
                  <a:close/>
                  <a:moveTo>
                    <a:pt x="795084" y="117070"/>
                  </a:moveTo>
                  <a:cubicBezTo>
                    <a:pt x="784987" y="117070"/>
                    <a:pt x="776796" y="125245"/>
                    <a:pt x="776796" y="135335"/>
                  </a:cubicBezTo>
                  <a:cubicBezTo>
                    <a:pt x="776796" y="145424"/>
                    <a:pt x="784987" y="153599"/>
                    <a:pt x="795084" y="153599"/>
                  </a:cubicBezTo>
                  <a:cubicBezTo>
                    <a:pt x="805180" y="153599"/>
                    <a:pt x="813372" y="145424"/>
                    <a:pt x="813372" y="135335"/>
                  </a:cubicBezTo>
                  <a:cubicBezTo>
                    <a:pt x="813372" y="125346"/>
                    <a:pt x="805371" y="117210"/>
                    <a:pt x="795338" y="117070"/>
                  </a:cubicBezTo>
                  <a:close/>
                  <a:moveTo>
                    <a:pt x="840804" y="528021"/>
                  </a:moveTo>
                  <a:cubicBezTo>
                    <a:pt x="830644" y="527983"/>
                    <a:pt x="822452" y="536164"/>
                    <a:pt x="822389" y="546285"/>
                  </a:cubicBezTo>
                  <a:cubicBezTo>
                    <a:pt x="822325" y="556407"/>
                    <a:pt x="830517" y="564638"/>
                    <a:pt x="840677" y="564676"/>
                  </a:cubicBezTo>
                  <a:cubicBezTo>
                    <a:pt x="850837" y="564714"/>
                    <a:pt x="859028" y="556533"/>
                    <a:pt x="859092" y="546412"/>
                  </a:cubicBezTo>
                  <a:cubicBezTo>
                    <a:pt x="859092" y="546367"/>
                    <a:pt x="859092" y="546330"/>
                    <a:pt x="859092" y="546285"/>
                  </a:cubicBezTo>
                  <a:cubicBezTo>
                    <a:pt x="859092" y="536297"/>
                    <a:pt x="851027" y="528160"/>
                    <a:pt x="841058" y="528021"/>
                  </a:cubicBezTo>
                  <a:close/>
                  <a:moveTo>
                    <a:pt x="840804" y="619343"/>
                  </a:moveTo>
                  <a:cubicBezTo>
                    <a:pt x="830707" y="619343"/>
                    <a:pt x="822516" y="627518"/>
                    <a:pt x="822516" y="637607"/>
                  </a:cubicBezTo>
                  <a:cubicBezTo>
                    <a:pt x="822516" y="639148"/>
                    <a:pt x="822770" y="640683"/>
                    <a:pt x="823151" y="642174"/>
                  </a:cubicBezTo>
                  <a:cubicBezTo>
                    <a:pt x="835089" y="639814"/>
                    <a:pt x="846837" y="636701"/>
                    <a:pt x="858393" y="632851"/>
                  </a:cubicBezTo>
                  <a:cubicBezTo>
                    <a:pt x="856298" y="624994"/>
                    <a:pt x="849186" y="619489"/>
                    <a:pt x="841058" y="619343"/>
                  </a:cubicBezTo>
                  <a:close/>
                  <a:moveTo>
                    <a:pt x="795084" y="25748"/>
                  </a:moveTo>
                  <a:cubicBezTo>
                    <a:pt x="784987" y="25748"/>
                    <a:pt x="776796" y="33922"/>
                    <a:pt x="776796" y="44012"/>
                  </a:cubicBezTo>
                  <a:cubicBezTo>
                    <a:pt x="776796" y="54102"/>
                    <a:pt x="784987" y="62277"/>
                    <a:pt x="795084" y="62277"/>
                  </a:cubicBezTo>
                  <a:cubicBezTo>
                    <a:pt x="805180" y="62277"/>
                    <a:pt x="813372" y="54102"/>
                    <a:pt x="813372" y="44012"/>
                  </a:cubicBezTo>
                  <a:cubicBezTo>
                    <a:pt x="813245" y="34100"/>
                    <a:pt x="805244" y="26078"/>
                    <a:pt x="795338" y="25938"/>
                  </a:cubicBezTo>
                  <a:close/>
                </a:path>
              </a:pathLst>
            </a:custGeom>
            <a:solidFill>
              <a:srgbClr val="F0028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14"/>
            <p:cNvSpPr/>
            <p:nvPr/>
          </p:nvSpPr>
          <p:spPr>
            <a:xfrm>
              <a:off x="6788222" y="1606642"/>
              <a:ext cx="679513" cy="456825"/>
            </a:xfrm>
            <a:custGeom>
              <a:avLst/>
              <a:gdLst/>
              <a:ahLst/>
              <a:cxnLst/>
              <a:rect l="l" t="t" r="r" b="b"/>
              <a:pathLst>
                <a:path w="1812035" h="1218201" extrusionOk="0">
                  <a:moveTo>
                    <a:pt x="877760" y="1218202"/>
                  </a:moveTo>
                  <a:cubicBezTo>
                    <a:pt x="1373442" y="1218202"/>
                    <a:pt x="1576959" y="444118"/>
                    <a:pt x="1812036" y="0"/>
                  </a:cubicBezTo>
                  <a:lnTo>
                    <a:pt x="0" y="0"/>
                  </a:lnTo>
                  <a:cubicBezTo>
                    <a:pt x="243967" y="601269"/>
                    <a:pt x="522922" y="1218202"/>
                    <a:pt x="877760" y="1218202"/>
                  </a:cubicBezTo>
                  <a:close/>
                </a:path>
              </a:pathLst>
            </a:custGeom>
            <a:gradFill>
              <a:gsLst>
                <a:gs pos="0">
                  <a:srgbClr val="BEF176"/>
                </a:gs>
                <a:gs pos="100000">
                  <a:srgbClr val="17A89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14"/>
            <p:cNvSpPr/>
            <p:nvPr/>
          </p:nvSpPr>
          <p:spPr>
            <a:xfrm>
              <a:off x="6308923" y="1183542"/>
              <a:ext cx="479298" cy="423103"/>
            </a:xfrm>
            <a:custGeom>
              <a:avLst/>
              <a:gdLst/>
              <a:ahLst/>
              <a:cxnLst/>
              <a:rect l="l" t="t" r="r" b="b"/>
              <a:pathLst>
                <a:path w="1278128" h="1128274" extrusionOk="0">
                  <a:moveTo>
                    <a:pt x="641922" y="0"/>
                  </a:moveTo>
                  <a:cubicBezTo>
                    <a:pt x="371729" y="0"/>
                    <a:pt x="243142" y="659994"/>
                    <a:pt x="0" y="1128275"/>
                  </a:cubicBezTo>
                  <a:lnTo>
                    <a:pt x="1278128" y="1128275"/>
                  </a:lnTo>
                  <a:cubicBezTo>
                    <a:pt x="1046290" y="557066"/>
                    <a:pt x="845947" y="0"/>
                    <a:pt x="641922" y="0"/>
                  </a:cubicBezTo>
                  <a:close/>
                </a:path>
              </a:pathLst>
            </a:custGeom>
            <a:solidFill>
              <a:srgbClr val="FF3D4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14"/>
            <p:cNvSpPr/>
            <p:nvPr/>
          </p:nvSpPr>
          <p:spPr>
            <a:xfrm>
              <a:off x="7467735" y="1492704"/>
              <a:ext cx="265033" cy="113939"/>
            </a:xfrm>
            <a:custGeom>
              <a:avLst/>
              <a:gdLst/>
              <a:ahLst/>
              <a:cxnLst/>
              <a:rect l="l" t="t" r="r" b="b"/>
              <a:pathLst>
                <a:path w="706755" h="303837" extrusionOk="0">
                  <a:moveTo>
                    <a:pt x="320167" y="0"/>
                  </a:moveTo>
                  <a:cubicBezTo>
                    <a:pt x="194310" y="0"/>
                    <a:pt x="94615" y="125251"/>
                    <a:pt x="0" y="303837"/>
                  </a:cubicBezTo>
                  <a:lnTo>
                    <a:pt x="706755" y="303837"/>
                  </a:lnTo>
                  <a:cubicBezTo>
                    <a:pt x="594932" y="135335"/>
                    <a:pt x="483933" y="0"/>
                    <a:pt x="320167" y="0"/>
                  </a:cubicBezTo>
                  <a:close/>
                </a:path>
              </a:pathLst>
            </a:custGeom>
            <a:solidFill>
              <a:srgbClr val="A54FA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14"/>
            <p:cNvSpPr/>
            <p:nvPr/>
          </p:nvSpPr>
          <p:spPr>
            <a:xfrm>
              <a:off x="8954159" y="1606642"/>
              <a:ext cx="189405" cy="242741"/>
            </a:xfrm>
            <a:custGeom>
              <a:avLst/>
              <a:gdLst/>
              <a:ahLst/>
              <a:cxnLst/>
              <a:rect l="l" t="t" r="r" b="b"/>
              <a:pathLst>
                <a:path w="505079" h="647310" extrusionOk="0">
                  <a:moveTo>
                    <a:pt x="0" y="0"/>
                  </a:moveTo>
                  <a:cubicBezTo>
                    <a:pt x="127000" y="368460"/>
                    <a:pt x="278765" y="644013"/>
                    <a:pt x="505079" y="647310"/>
                  </a:cubicBezTo>
                  <a:lnTo>
                    <a:pt x="505079" y="0"/>
                  </a:lnTo>
                  <a:close/>
                </a:path>
              </a:pathLst>
            </a:custGeom>
            <a:gradFill>
              <a:gsLst>
                <a:gs pos="0">
                  <a:srgbClr val="FF826C"/>
                </a:gs>
                <a:gs pos="100000">
                  <a:srgbClr val="FF3E4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14"/>
            <p:cNvSpPr/>
            <p:nvPr/>
          </p:nvSpPr>
          <p:spPr>
            <a:xfrm>
              <a:off x="5519015" y="1249917"/>
              <a:ext cx="397002" cy="356728"/>
            </a:xfrm>
            <a:custGeom>
              <a:avLst/>
              <a:gdLst/>
              <a:ahLst/>
              <a:cxnLst/>
              <a:rect l="l" t="t" r="r" b="b"/>
              <a:pathLst>
                <a:path w="1058671" h="951274" extrusionOk="0">
                  <a:moveTo>
                    <a:pt x="584200" y="0"/>
                  </a:moveTo>
                  <a:cubicBezTo>
                    <a:pt x="388938" y="0"/>
                    <a:pt x="206692" y="447289"/>
                    <a:pt x="0" y="951274"/>
                  </a:cubicBezTo>
                  <a:lnTo>
                    <a:pt x="1058672" y="951274"/>
                  </a:lnTo>
                  <a:cubicBezTo>
                    <a:pt x="920623" y="672805"/>
                    <a:pt x="806005" y="314808"/>
                    <a:pt x="664654" y="17313"/>
                  </a:cubicBezTo>
                  <a:cubicBezTo>
                    <a:pt x="639312" y="6075"/>
                    <a:pt x="611924" y="184"/>
                    <a:pt x="584200" y="0"/>
                  </a:cubicBezTo>
                  <a:close/>
                </a:path>
              </a:pathLst>
            </a:custGeom>
            <a:solidFill>
              <a:srgbClr val="FF800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14"/>
            <p:cNvSpPr/>
            <p:nvPr/>
          </p:nvSpPr>
          <p:spPr>
            <a:xfrm>
              <a:off x="7215942" y="1606642"/>
              <a:ext cx="470225" cy="214036"/>
            </a:xfrm>
            <a:custGeom>
              <a:avLst/>
              <a:gdLst/>
              <a:ahLst/>
              <a:cxnLst/>
              <a:rect l="l" t="t" r="r" b="b"/>
              <a:pathLst>
                <a:path w="1253934" h="570764" extrusionOk="0">
                  <a:moveTo>
                    <a:pt x="569913" y="570765"/>
                  </a:moveTo>
                  <a:cubicBezTo>
                    <a:pt x="852488" y="570765"/>
                    <a:pt x="1068959" y="318106"/>
                    <a:pt x="1253934" y="0"/>
                  </a:cubicBezTo>
                  <a:lnTo>
                    <a:pt x="0" y="0"/>
                  </a:lnTo>
                  <a:cubicBezTo>
                    <a:pt x="142240" y="325336"/>
                    <a:pt x="312674" y="570765"/>
                    <a:pt x="569913" y="570765"/>
                  </a:cubicBezTo>
                  <a:close/>
                </a:path>
              </a:pathLst>
            </a:custGeom>
            <a:solidFill>
              <a:srgbClr val="7DFF29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14"/>
            <p:cNvSpPr/>
            <p:nvPr/>
          </p:nvSpPr>
          <p:spPr>
            <a:xfrm>
              <a:off x="8828810" y="1202353"/>
              <a:ext cx="314754" cy="404291"/>
            </a:xfrm>
            <a:custGeom>
              <a:avLst/>
              <a:gdLst/>
              <a:ahLst/>
              <a:cxnLst/>
              <a:rect l="l" t="t" r="r" b="b"/>
              <a:pathLst>
                <a:path w="839343" h="1078110" extrusionOk="0">
                  <a:moveTo>
                    <a:pt x="0" y="1078111"/>
                  </a:moveTo>
                  <a:lnTo>
                    <a:pt x="839343" y="1078111"/>
                  </a:lnTo>
                  <a:lnTo>
                    <a:pt x="839343" y="0"/>
                  </a:lnTo>
                  <a:cubicBezTo>
                    <a:pt x="537274" y="5898"/>
                    <a:pt x="328867" y="647881"/>
                    <a:pt x="0" y="1078111"/>
                  </a:cubicBezTo>
                  <a:close/>
                </a:path>
              </a:pathLst>
            </a:custGeom>
            <a:solidFill>
              <a:srgbClr val="FF96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14"/>
            <p:cNvSpPr/>
            <p:nvPr/>
          </p:nvSpPr>
          <p:spPr>
            <a:xfrm>
              <a:off x="6509901" y="1012171"/>
              <a:ext cx="699230" cy="594522"/>
            </a:xfrm>
            <a:custGeom>
              <a:avLst/>
              <a:gdLst/>
              <a:ahLst/>
              <a:cxnLst/>
              <a:rect l="l" t="t" r="r" b="b"/>
              <a:pathLst>
                <a:path w="1864614" h="1585393" extrusionOk="0">
                  <a:moveTo>
                    <a:pt x="215900" y="962880"/>
                  </a:moveTo>
                  <a:lnTo>
                    <a:pt x="839153" y="1585267"/>
                  </a:lnTo>
                  <a:lnTo>
                    <a:pt x="866648" y="1585267"/>
                  </a:lnTo>
                  <a:lnTo>
                    <a:pt x="223329" y="942523"/>
                  </a:lnTo>
                  <a:close/>
                  <a:moveTo>
                    <a:pt x="194754" y="1023761"/>
                  </a:moveTo>
                  <a:lnTo>
                    <a:pt x="757047" y="1585267"/>
                  </a:lnTo>
                  <a:lnTo>
                    <a:pt x="784542" y="1585267"/>
                  </a:lnTo>
                  <a:lnTo>
                    <a:pt x="201866" y="1003341"/>
                  </a:lnTo>
                  <a:cubicBezTo>
                    <a:pt x="199771" y="1010190"/>
                    <a:pt x="197358" y="1016976"/>
                    <a:pt x="195009" y="1023761"/>
                  </a:cubicBezTo>
                  <a:close/>
                  <a:moveTo>
                    <a:pt x="173990" y="1084833"/>
                  </a:moveTo>
                  <a:lnTo>
                    <a:pt x="675132" y="1585267"/>
                  </a:lnTo>
                  <a:lnTo>
                    <a:pt x="702691" y="1585267"/>
                  </a:lnTo>
                  <a:lnTo>
                    <a:pt x="181039" y="1064349"/>
                  </a:lnTo>
                  <a:close/>
                  <a:moveTo>
                    <a:pt x="259143" y="841751"/>
                  </a:moveTo>
                  <a:lnTo>
                    <a:pt x="1003681" y="1585267"/>
                  </a:lnTo>
                  <a:lnTo>
                    <a:pt x="1031177" y="1585267"/>
                  </a:lnTo>
                  <a:lnTo>
                    <a:pt x="266700" y="821584"/>
                  </a:lnTo>
                  <a:close/>
                  <a:moveTo>
                    <a:pt x="237490" y="902188"/>
                  </a:moveTo>
                  <a:lnTo>
                    <a:pt x="921512" y="1585267"/>
                  </a:lnTo>
                  <a:lnTo>
                    <a:pt x="949071" y="1585267"/>
                  </a:lnTo>
                  <a:lnTo>
                    <a:pt x="244729" y="881895"/>
                  </a:lnTo>
                  <a:close/>
                  <a:moveTo>
                    <a:pt x="303657" y="722207"/>
                  </a:moveTo>
                  <a:lnTo>
                    <a:pt x="1167892" y="1585267"/>
                  </a:lnTo>
                  <a:lnTo>
                    <a:pt x="1195451" y="1585267"/>
                  </a:lnTo>
                  <a:lnTo>
                    <a:pt x="311150" y="702358"/>
                  </a:lnTo>
                  <a:cubicBezTo>
                    <a:pt x="308801" y="708953"/>
                    <a:pt x="306260" y="715549"/>
                    <a:pt x="303657" y="722207"/>
                  </a:cubicBezTo>
                  <a:close/>
                  <a:moveTo>
                    <a:pt x="281178" y="781757"/>
                  </a:moveTo>
                  <a:lnTo>
                    <a:pt x="1085850" y="1585267"/>
                  </a:lnTo>
                  <a:lnTo>
                    <a:pt x="1113346" y="1585267"/>
                  </a:lnTo>
                  <a:lnTo>
                    <a:pt x="288671" y="761717"/>
                  </a:lnTo>
                  <a:cubicBezTo>
                    <a:pt x="286131" y="768376"/>
                    <a:pt x="283654" y="775035"/>
                    <a:pt x="281178" y="781757"/>
                  </a:cubicBezTo>
                  <a:close/>
                  <a:moveTo>
                    <a:pt x="45657" y="1448727"/>
                  </a:moveTo>
                  <a:lnTo>
                    <a:pt x="182372" y="1585267"/>
                  </a:lnTo>
                  <a:lnTo>
                    <a:pt x="209867" y="1585267"/>
                  </a:lnTo>
                  <a:lnTo>
                    <a:pt x="53086" y="1428687"/>
                  </a:lnTo>
                  <a:close/>
                  <a:moveTo>
                    <a:pt x="23051" y="1508150"/>
                  </a:moveTo>
                  <a:lnTo>
                    <a:pt x="100266" y="1585267"/>
                  </a:lnTo>
                  <a:lnTo>
                    <a:pt x="127762" y="1585267"/>
                  </a:lnTo>
                  <a:lnTo>
                    <a:pt x="30671" y="1488300"/>
                  </a:lnTo>
                  <a:close/>
                  <a:moveTo>
                    <a:pt x="67501" y="1388797"/>
                  </a:moveTo>
                  <a:lnTo>
                    <a:pt x="264351" y="1585394"/>
                  </a:lnTo>
                  <a:lnTo>
                    <a:pt x="292100" y="1585394"/>
                  </a:lnTo>
                  <a:lnTo>
                    <a:pt x="75121" y="1368757"/>
                  </a:lnTo>
                  <a:close/>
                  <a:moveTo>
                    <a:pt x="326517" y="663228"/>
                  </a:moveTo>
                  <a:lnTo>
                    <a:pt x="1249807" y="1585267"/>
                  </a:lnTo>
                  <a:lnTo>
                    <a:pt x="1277303" y="1585267"/>
                  </a:lnTo>
                  <a:lnTo>
                    <a:pt x="334709" y="643632"/>
                  </a:lnTo>
                  <a:cubicBezTo>
                    <a:pt x="332041" y="650164"/>
                    <a:pt x="329374" y="656696"/>
                    <a:pt x="326771" y="663228"/>
                  </a:cubicBezTo>
                  <a:close/>
                  <a:moveTo>
                    <a:pt x="153035" y="1145905"/>
                  </a:moveTo>
                  <a:lnTo>
                    <a:pt x="593027" y="1585267"/>
                  </a:lnTo>
                  <a:lnTo>
                    <a:pt x="620522" y="1585267"/>
                  </a:lnTo>
                  <a:lnTo>
                    <a:pt x="160084" y="1125421"/>
                  </a:lnTo>
                  <a:close/>
                  <a:moveTo>
                    <a:pt x="0" y="1566812"/>
                  </a:moveTo>
                  <a:lnTo>
                    <a:pt x="18288" y="1585077"/>
                  </a:lnTo>
                  <a:lnTo>
                    <a:pt x="45847" y="1585077"/>
                  </a:lnTo>
                  <a:lnTo>
                    <a:pt x="7747" y="1547026"/>
                  </a:lnTo>
                  <a:cubicBezTo>
                    <a:pt x="5080" y="1554128"/>
                    <a:pt x="2413" y="1560470"/>
                    <a:pt x="0" y="1566812"/>
                  </a:cubicBezTo>
                  <a:close/>
                  <a:moveTo>
                    <a:pt x="132207" y="1206723"/>
                  </a:moveTo>
                  <a:lnTo>
                    <a:pt x="511111" y="1585077"/>
                  </a:lnTo>
                  <a:lnTo>
                    <a:pt x="538607" y="1585077"/>
                  </a:lnTo>
                  <a:lnTo>
                    <a:pt x="139065" y="1186302"/>
                  </a:lnTo>
                  <a:close/>
                  <a:moveTo>
                    <a:pt x="110998" y="1267605"/>
                  </a:moveTo>
                  <a:lnTo>
                    <a:pt x="428942" y="1585077"/>
                  </a:lnTo>
                  <a:lnTo>
                    <a:pt x="456438" y="1585077"/>
                  </a:lnTo>
                  <a:lnTo>
                    <a:pt x="118110" y="1247184"/>
                  </a:lnTo>
                  <a:cubicBezTo>
                    <a:pt x="115570" y="1254223"/>
                    <a:pt x="113221" y="1261009"/>
                    <a:pt x="110808" y="1267795"/>
                  </a:cubicBezTo>
                  <a:close/>
                  <a:moveTo>
                    <a:pt x="89662" y="1328233"/>
                  </a:moveTo>
                  <a:lnTo>
                    <a:pt x="346837" y="1585077"/>
                  </a:lnTo>
                  <a:lnTo>
                    <a:pt x="374333" y="1585077"/>
                  </a:lnTo>
                  <a:lnTo>
                    <a:pt x="96838" y="1307939"/>
                  </a:lnTo>
                  <a:cubicBezTo>
                    <a:pt x="94234" y="1314915"/>
                    <a:pt x="91884" y="1321701"/>
                    <a:pt x="89472" y="1328423"/>
                  </a:cubicBezTo>
                  <a:close/>
                  <a:moveTo>
                    <a:pt x="1792922" y="1361400"/>
                  </a:moveTo>
                  <a:lnTo>
                    <a:pt x="599122" y="169137"/>
                  </a:lnTo>
                  <a:cubicBezTo>
                    <a:pt x="594868" y="173956"/>
                    <a:pt x="590614" y="178966"/>
                    <a:pt x="586422" y="183976"/>
                  </a:cubicBezTo>
                  <a:lnTo>
                    <a:pt x="1809750" y="1405920"/>
                  </a:lnTo>
                  <a:cubicBezTo>
                    <a:pt x="1804035" y="1391251"/>
                    <a:pt x="1798383" y="1376475"/>
                    <a:pt x="1792732" y="1361591"/>
                  </a:cubicBezTo>
                  <a:close/>
                  <a:moveTo>
                    <a:pt x="1608772" y="849171"/>
                  </a:moveTo>
                  <a:lnTo>
                    <a:pt x="785876" y="27967"/>
                  </a:lnTo>
                  <a:cubicBezTo>
                    <a:pt x="779526" y="30631"/>
                    <a:pt x="773176" y="33421"/>
                    <a:pt x="766826" y="36402"/>
                  </a:cubicBezTo>
                  <a:lnTo>
                    <a:pt x="1624076" y="892549"/>
                  </a:lnTo>
                  <a:close/>
                  <a:moveTo>
                    <a:pt x="1745488" y="1231837"/>
                  </a:moveTo>
                  <a:lnTo>
                    <a:pt x="638873" y="127217"/>
                  </a:lnTo>
                  <a:cubicBezTo>
                    <a:pt x="634238" y="131720"/>
                    <a:pt x="629603" y="136222"/>
                    <a:pt x="625030" y="140915"/>
                  </a:cubicBezTo>
                  <a:lnTo>
                    <a:pt x="1760728" y="1275088"/>
                  </a:lnTo>
                  <a:close/>
                  <a:moveTo>
                    <a:pt x="1700149" y="1104493"/>
                  </a:moveTo>
                  <a:lnTo>
                    <a:pt x="682689" y="89166"/>
                  </a:lnTo>
                  <a:cubicBezTo>
                    <a:pt x="677609" y="93161"/>
                    <a:pt x="672528" y="97347"/>
                    <a:pt x="667512" y="101533"/>
                  </a:cubicBezTo>
                  <a:lnTo>
                    <a:pt x="1714818" y="1147490"/>
                  </a:lnTo>
                  <a:close/>
                  <a:moveTo>
                    <a:pt x="1558734" y="717197"/>
                  </a:moveTo>
                  <a:lnTo>
                    <a:pt x="848423" y="8435"/>
                  </a:lnTo>
                  <a:cubicBezTo>
                    <a:pt x="841058" y="10020"/>
                    <a:pt x="833691" y="11859"/>
                    <a:pt x="826453" y="13952"/>
                  </a:cubicBezTo>
                  <a:lnTo>
                    <a:pt x="1575753" y="762288"/>
                  </a:lnTo>
                  <a:cubicBezTo>
                    <a:pt x="1569974" y="747239"/>
                    <a:pt x="1564132" y="732272"/>
                    <a:pt x="1558354" y="717388"/>
                  </a:cubicBezTo>
                  <a:close/>
                  <a:moveTo>
                    <a:pt x="1655128" y="977593"/>
                  </a:moveTo>
                  <a:lnTo>
                    <a:pt x="731266" y="55491"/>
                  </a:lnTo>
                  <a:cubicBezTo>
                    <a:pt x="725615" y="58852"/>
                    <a:pt x="719963" y="62404"/>
                    <a:pt x="714375" y="66082"/>
                  </a:cubicBezTo>
                  <a:lnTo>
                    <a:pt x="1670050" y="1020337"/>
                  </a:lnTo>
                  <a:cubicBezTo>
                    <a:pt x="1664843" y="1006131"/>
                    <a:pt x="1659827" y="991925"/>
                    <a:pt x="1654746" y="977783"/>
                  </a:cubicBezTo>
                  <a:close/>
                  <a:moveTo>
                    <a:pt x="1289876" y="202621"/>
                  </a:moveTo>
                  <a:lnTo>
                    <a:pt x="1173035" y="85995"/>
                  </a:lnTo>
                  <a:cubicBezTo>
                    <a:pt x="1150029" y="68341"/>
                    <a:pt x="1125385" y="52924"/>
                    <a:pt x="1099439" y="39954"/>
                  </a:cubicBezTo>
                  <a:lnTo>
                    <a:pt x="1356423" y="296544"/>
                  </a:lnTo>
                  <a:cubicBezTo>
                    <a:pt x="1335786" y="264142"/>
                    <a:pt x="1313434" y="232854"/>
                    <a:pt x="1289495" y="202812"/>
                  </a:cubicBezTo>
                  <a:close/>
                  <a:moveTo>
                    <a:pt x="1501457" y="577994"/>
                  </a:moveTo>
                  <a:lnTo>
                    <a:pt x="922147" y="0"/>
                  </a:lnTo>
                  <a:cubicBezTo>
                    <a:pt x="913321" y="0"/>
                    <a:pt x="904558" y="634"/>
                    <a:pt x="895922" y="1332"/>
                  </a:cubicBezTo>
                  <a:lnTo>
                    <a:pt x="1521396" y="625938"/>
                  </a:lnTo>
                  <a:cubicBezTo>
                    <a:pt x="1514666" y="609894"/>
                    <a:pt x="1507934" y="593912"/>
                    <a:pt x="1501077" y="578185"/>
                  </a:cubicBezTo>
                  <a:close/>
                  <a:moveTo>
                    <a:pt x="1428496" y="423127"/>
                  </a:moveTo>
                  <a:lnTo>
                    <a:pt x="1013841" y="9576"/>
                  </a:lnTo>
                  <a:cubicBezTo>
                    <a:pt x="1002792" y="7039"/>
                    <a:pt x="991597" y="4926"/>
                    <a:pt x="980250" y="3234"/>
                  </a:cubicBezTo>
                  <a:lnTo>
                    <a:pt x="1455293" y="477667"/>
                  </a:lnTo>
                  <a:cubicBezTo>
                    <a:pt x="1446340" y="459275"/>
                    <a:pt x="1437322" y="441157"/>
                    <a:pt x="1428115" y="423317"/>
                  </a:cubicBezTo>
                  <a:close/>
                  <a:moveTo>
                    <a:pt x="456057" y="381651"/>
                  </a:moveTo>
                  <a:lnTo>
                    <a:pt x="1661033" y="1585077"/>
                  </a:lnTo>
                  <a:lnTo>
                    <a:pt x="1688592" y="1585077"/>
                  </a:lnTo>
                  <a:lnTo>
                    <a:pt x="465455" y="364084"/>
                  </a:lnTo>
                  <a:cubicBezTo>
                    <a:pt x="462153" y="369982"/>
                    <a:pt x="458915" y="375880"/>
                    <a:pt x="455676" y="381842"/>
                  </a:cubicBezTo>
                  <a:close/>
                  <a:moveTo>
                    <a:pt x="427990" y="435620"/>
                  </a:moveTo>
                  <a:lnTo>
                    <a:pt x="1578928" y="1585077"/>
                  </a:lnTo>
                  <a:lnTo>
                    <a:pt x="1606423" y="1585077"/>
                  </a:lnTo>
                  <a:lnTo>
                    <a:pt x="436880" y="417609"/>
                  </a:lnTo>
                  <a:cubicBezTo>
                    <a:pt x="433769" y="423634"/>
                    <a:pt x="430657" y="429659"/>
                    <a:pt x="427609" y="435810"/>
                  </a:cubicBezTo>
                  <a:close/>
                  <a:moveTo>
                    <a:pt x="1845564" y="1495847"/>
                  </a:moveTo>
                  <a:lnTo>
                    <a:pt x="561911" y="214354"/>
                  </a:lnTo>
                  <a:cubicBezTo>
                    <a:pt x="557975" y="219554"/>
                    <a:pt x="554101" y="224881"/>
                    <a:pt x="550164" y="230145"/>
                  </a:cubicBezTo>
                  <a:lnTo>
                    <a:pt x="1864614" y="1542904"/>
                  </a:lnTo>
                  <a:cubicBezTo>
                    <a:pt x="1858137" y="1527429"/>
                    <a:pt x="1851660" y="1511828"/>
                    <a:pt x="1845183" y="1496037"/>
                  </a:cubicBezTo>
                  <a:close/>
                  <a:moveTo>
                    <a:pt x="375222" y="547553"/>
                  </a:moveTo>
                  <a:lnTo>
                    <a:pt x="1414272" y="1585267"/>
                  </a:lnTo>
                  <a:lnTo>
                    <a:pt x="1441831" y="1585267"/>
                  </a:lnTo>
                  <a:lnTo>
                    <a:pt x="383730" y="528528"/>
                  </a:lnTo>
                  <a:cubicBezTo>
                    <a:pt x="381000" y="534870"/>
                    <a:pt x="378016" y="541148"/>
                    <a:pt x="375222" y="547553"/>
                  </a:cubicBezTo>
                  <a:close/>
                  <a:moveTo>
                    <a:pt x="400622" y="491111"/>
                  </a:moveTo>
                  <a:lnTo>
                    <a:pt x="1496251" y="1585267"/>
                  </a:lnTo>
                  <a:lnTo>
                    <a:pt x="1524000" y="1585267"/>
                  </a:lnTo>
                  <a:lnTo>
                    <a:pt x="409702" y="472466"/>
                  </a:lnTo>
                  <a:close/>
                  <a:moveTo>
                    <a:pt x="516509" y="278723"/>
                  </a:moveTo>
                  <a:lnTo>
                    <a:pt x="1824609" y="1585140"/>
                  </a:lnTo>
                  <a:lnTo>
                    <a:pt x="1852105" y="1585140"/>
                  </a:lnTo>
                  <a:lnTo>
                    <a:pt x="527685" y="262235"/>
                  </a:lnTo>
                  <a:cubicBezTo>
                    <a:pt x="524002" y="267689"/>
                    <a:pt x="520319" y="273079"/>
                    <a:pt x="516699" y="278723"/>
                  </a:cubicBezTo>
                  <a:close/>
                  <a:moveTo>
                    <a:pt x="484759" y="329458"/>
                  </a:moveTo>
                  <a:lnTo>
                    <a:pt x="1742059" y="1585140"/>
                  </a:lnTo>
                  <a:lnTo>
                    <a:pt x="1769555" y="1585140"/>
                  </a:lnTo>
                  <a:lnTo>
                    <a:pt x="495617" y="312208"/>
                  </a:lnTo>
                  <a:cubicBezTo>
                    <a:pt x="492125" y="317916"/>
                    <a:pt x="488950" y="323814"/>
                    <a:pt x="485267" y="329395"/>
                  </a:cubicBezTo>
                  <a:close/>
                  <a:moveTo>
                    <a:pt x="350076" y="605010"/>
                  </a:moveTo>
                  <a:lnTo>
                    <a:pt x="1331659" y="1585330"/>
                  </a:lnTo>
                  <a:lnTo>
                    <a:pt x="1359154" y="1585330"/>
                  </a:lnTo>
                  <a:lnTo>
                    <a:pt x="358775" y="585668"/>
                  </a:lnTo>
                  <a:close/>
                </a:path>
              </a:pathLst>
            </a:custGeom>
            <a:solidFill>
              <a:srgbClr val="AF9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14"/>
            <p:cNvSpPr/>
            <p:nvPr/>
          </p:nvSpPr>
          <p:spPr>
            <a:xfrm>
              <a:off x="7686167" y="1131008"/>
              <a:ext cx="683038" cy="475637"/>
            </a:xfrm>
            <a:custGeom>
              <a:avLst/>
              <a:gdLst/>
              <a:ahLst/>
              <a:cxnLst/>
              <a:rect l="l" t="t" r="r" b="b"/>
              <a:pathLst>
                <a:path w="1821434" h="1268365" extrusionOk="0">
                  <a:moveTo>
                    <a:pt x="840804" y="0"/>
                  </a:moveTo>
                  <a:cubicBezTo>
                    <a:pt x="537718" y="0"/>
                    <a:pt x="314134" y="728422"/>
                    <a:pt x="0" y="1268366"/>
                  </a:cubicBezTo>
                  <a:lnTo>
                    <a:pt x="1821435" y="1268366"/>
                  </a:lnTo>
                  <a:cubicBezTo>
                    <a:pt x="1438784" y="781440"/>
                    <a:pt x="1172337" y="0"/>
                    <a:pt x="840804" y="0"/>
                  </a:cubicBezTo>
                  <a:close/>
                </a:path>
              </a:pathLst>
            </a:custGeom>
            <a:gradFill>
              <a:gsLst>
                <a:gs pos="0">
                  <a:srgbClr val="3BE5CC"/>
                </a:gs>
                <a:gs pos="100000">
                  <a:srgbClr val="02719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14"/>
            <p:cNvSpPr/>
            <p:nvPr/>
          </p:nvSpPr>
          <p:spPr>
            <a:xfrm>
              <a:off x="8243403" y="898161"/>
              <a:ext cx="710732" cy="708485"/>
            </a:xfrm>
            <a:custGeom>
              <a:avLst/>
              <a:gdLst/>
              <a:ahLst/>
              <a:cxnLst/>
              <a:rect l="l" t="t" r="r" b="b"/>
              <a:pathLst>
                <a:path w="1895284" h="1889294" extrusionOk="0">
                  <a:moveTo>
                    <a:pt x="878205" y="1889294"/>
                  </a:moveTo>
                  <a:lnTo>
                    <a:pt x="931735" y="1889294"/>
                  </a:lnTo>
                  <a:lnTo>
                    <a:pt x="931735" y="14333"/>
                  </a:lnTo>
                  <a:cubicBezTo>
                    <a:pt x="913194" y="20420"/>
                    <a:pt x="895286" y="28190"/>
                    <a:pt x="878205" y="37544"/>
                  </a:cubicBezTo>
                  <a:close/>
                  <a:moveTo>
                    <a:pt x="607695" y="1889294"/>
                  </a:moveTo>
                  <a:lnTo>
                    <a:pt x="661226" y="1889294"/>
                  </a:lnTo>
                  <a:lnTo>
                    <a:pt x="661226" y="256971"/>
                  </a:lnTo>
                  <a:cubicBezTo>
                    <a:pt x="643065" y="284241"/>
                    <a:pt x="625221" y="313223"/>
                    <a:pt x="607695" y="343917"/>
                  </a:cubicBezTo>
                  <a:close/>
                  <a:moveTo>
                    <a:pt x="427419" y="1889294"/>
                  </a:moveTo>
                  <a:lnTo>
                    <a:pt x="480885" y="1889294"/>
                  </a:lnTo>
                  <a:lnTo>
                    <a:pt x="480885" y="601903"/>
                  </a:lnTo>
                  <a:cubicBezTo>
                    <a:pt x="462852" y="643505"/>
                    <a:pt x="445009" y="686357"/>
                    <a:pt x="427419" y="730452"/>
                  </a:cubicBezTo>
                  <a:close/>
                  <a:moveTo>
                    <a:pt x="697865" y="1889294"/>
                  </a:moveTo>
                  <a:lnTo>
                    <a:pt x="751396" y="1889294"/>
                  </a:lnTo>
                  <a:lnTo>
                    <a:pt x="751396" y="140281"/>
                  </a:lnTo>
                  <a:cubicBezTo>
                    <a:pt x="733171" y="160068"/>
                    <a:pt x="715328" y="181651"/>
                    <a:pt x="697865" y="205031"/>
                  </a:cubicBezTo>
                  <a:close/>
                  <a:moveTo>
                    <a:pt x="517525" y="1889294"/>
                  </a:moveTo>
                  <a:lnTo>
                    <a:pt x="571056" y="1889294"/>
                  </a:lnTo>
                  <a:lnTo>
                    <a:pt x="571056" y="411141"/>
                  </a:lnTo>
                  <a:cubicBezTo>
                    <a:pt x="552895" y="445894"/>
                    <a:pt x="535115" y="482296"/>
                    <a:pt x="517525" y="520030"/>
                  </a:cubicBezTo>
                  <a:close/>
                  <a:moveTo>
                    <a:pt x="66675" y="1889294"/>
                  </a:moveTo>
                  <a:lnTo>
                    <a:pt x="120206" y="1889294"/>
                  </a:lnTo>
                  <a:lnTo>
                    <a:pt x="120206" y="1579813"/>
                  </a:lnTo>
                  <a:cubicBezTo>
                    <a:pt x="102489" y="1628309"/>
                    <a:pt x="84646" y="1676037"/>
                    <a:pt x="66675" y="1723011"/>
                  </a:cubicBezTo>
                  <a:close/>
                  <a:moveTo>
                    <a:pt x="30035" y="1889294"/>
                  </a:moveTo>
                  <a:lnTo>
                    <a:pt x="30035" y="1816363"/>
                  </a:lnTo>
                  <a:cubicBezTo>
                    <a:pt x="20066" y="1841014"/>
                    <a:pt x="10096" y="1865322"/>
                    <a:pt x="0" y="1889294"/>
                  </a:cubicBezTo>
                  <a:close/>
                  <a:moveTo>
                    <a:pt x="247015" y="1889294"/>
                  </a:moveTo>
                  <a:lnTo>
                    <a:pt x="300482" y="1889294"/>
                  </a:lnTo>
                  <a:lnTo>
                    <a:pt x="300482" y="1069676"/>
                  </a:lnTo>
                  <a:cubicBezTo>
                    <a:pt x="282639" y="1119986"/>
                    <a:pt x="264858" y="1170721"/>
                    <a:pt x="247015" y="1221880"/>
                  </a:cubicBezTo>
                  <a:close/>
                  <a:moveTo>
                    <a:pt x="337185" y="1889294"/>
                  </a:moveTo>
                  <a:lnTo>
                    <a:pt x="390652" y="1889294"/>
                  </a:lnTo>
                  <a:lnTo>
                    <a:pt x="390652" y="823867"/>
                  </a:lnTo>
                  <a:cubicBezTo>
                    <a:pt x="372682" y="870923"/>
                    <a:pt x="354902" y="918823"/>
                    <a:pt x="337185" y="967573"/>
                  </a:cubicBezTo>
                  <a:close/>
                  <a:moveTo>
                    <a:pt x="156845" y="1889294"/>
                  </a:moveTo>
                  <a:lnTo>
                    <a:pt x="210376" y="1889294"/>
                  </a:lnTo>
                  <a:lnTo>
                    <a:pt x="210376" y="1326393"/>
                  </a:lnTo>
                  <a:cubicBezTo>
                    <a:pt x="192532" y="1377128"/>
                    <a:pt x="174689" y="1427691"/>
                    <a:pt x="156845" y="1478090"/>
                  </a:cubicBezTo>
                  <a:close/>
                  <a:moveTo>
                    <a:pt x="787971" y="1889294"/>
                  </a:moveTo>
                  <a:lnTo>
                    <a:pt x="841502" y="1889294"/>
                  </a:lnTo>
                  <a:lnTo>
                    <a:pt x="841502" y="60184"/>
                  </a:lnTo>
                  <a:cubicBezTo>
                    <a:pt x="822643" y="73317"/>
                    <a:pt x="804799" y="87748"/>
                    <a:pt x="787971" y="103372"/>
                  </a:cubicBezTo>
                  <a:close/>
                  <a:moveTo>
                    <a:pt x="1501902" y="1889294"/>
                  </a:moveTo>
                  <a:lnTo>
                    <a:pt x="1555369" y="1889294"/>
                  </a:lnTo>
                  <a:lnTo>
                    <a:pt x="1555369" y="725442"/>
                  </a:lnTo>
                  <a:cubicBezTo>
                    <a:pt x="1538033" y="671917"/>
                    <a:pt x="1520254" y="620041"/>
                    <a:pt x="1501902" y="570194"/>
                  </a:cubicBezTo>
                  <a:close/>
                  <a:moveTo>
                    <a:pt x="1592008" y="1889294"/>
                  </a:moveTo>
                  <a:lnTo>
                    <a:pt x="1645539" y="1889294"/>
                  </a:lnTo>
                  <a:lnTo>
                    <a:pt x="1645539" y="1026298"/>
                  </a:lnTo>
                  <a:cubicBezTo>
                    <a:pt x="1628013" y="964021"/>
                    <a:pt x="1610234" y="902569"/>
                    <a:pt x="1592008" y="842385"/>
                  </a:cubicBezTo>
                  <a:close/>
                  <a:moveTo>
                    <a:pt x="1682179" y="1889294"/>
                  </a:moveTo>
                  <a:lnTo>
                    <a:pt x="1735709" y="1889294"/>
                  </a:lnTo>
                  <a:lnTo>
                    <a:pt x="1735709" y="1353980"/>
                  </a:lnTo>
                  <a:cubicBezTo>
                    <a:pt x="1717866" y="1288786"/>
                    <a:pt x="1700085" y="1223339"/>
                    <a:pt x="1682179" y="1158272"/>
                  </a:cubicBezTo>
                  <a:close/>
                  <a:moveTo>
                    <a:pt x="1862519" y="1790425"/>
                  </a:moveTo>
                  <a:lnTo>
                    <a:pt x="1862519" y="1889294"/>
                  </a:lnTo>
                  <a:lnTo>
                    <a:pt x="1895284" y="1889294"/>
                  </a:lnTo>
                  <a:cubicBezTo>
                    <a:pt x="1884235" y="1856995"/>
                    <a:pt x="1873314" y="1824037"/>
                    <a:pt x="1862582" y="1790425"/>
                  </a:cubicBezTo>
                  <a:close/>
                  <a:moveTo>
                    <a:pt x="1772348" y="1889294"/>
                  </a:moveTo>
                  <a:lnTo>
                    <a:pt x="1825879" y="1889294"/>
                  </a:lnTo>
                  <a:lnTo>
                    <a:pt x="1825879" y="1671833"/>
                  </a:lnTo>
                  <a:cubicBezTo>
                    <a:pt x="1807718" y="1611205"/>
                    <a:pt x="1789938" y="1549245"/>
                    <a:pt x="1772348" y="1486525"/>
                  </a:cubicBezTo>
                  <a:close/>
                  <a:moveTo>
                    <a:pt x="968375" y="4883"/>
                  </a:moveTo>
                  <a:lnTo>
                    <a:pt x="968375" y="1889294"/>
                  </a:lnTo>
                  <a:lnTo>
                    <a:pt x="1021842" y="1889294"/>
                  </a:lnTo>
                  <a:lnTo>
                    <a:pt x="1021842" y="0"/>
                  </a:lnTo>
                  <a:lnTo>
                    <a:pt x="1020191" y="0"/>
                  </a:lnTo>
                  <a:cubicBezTo>
                    <a:pt x="1002792" y="-8"/>
                    <a:pt x="985457" y="1627"/>
                    <a:pt x="968375" y="4883"/>
                  </a:cubicBezTo>
                  <a:close/>
                  <a:moveTo>
                    <a:pt x="1050925" y="1889294"/>
                  </a:moveTo>
                  <a:lnTo>
                    <a:pt x="1104456" y="1889294"/>
                  </a:lnTo>
                  <a:lnTo>
                    <a:pt x="1104456" y="13318"/>
                  </a:lnTo>
                  <a:cubicBezTo>
                    <a:pt x="1087057" y="7658"/>
                    <a:pt x="1069086" y="3770"/>
                    <a:pt x="1050925" y="1712"/>
                  </a:cubicBezTo>
                  <a:close/>
                  <a:moveTo>
                    <a:pt x="1141096" y="1889294"/>
                  </a:moveTo>
                  <a:lnTo>
                    <a:pt x="1194626" y="1889294"/>
                  </a:lnTo>
                  <a:lnTo>
                    <a:pt x="1194626" y="60564"/>
                  </a:lnTo>
                  <a:cubicBezTo>
                    <a:pt x="1177862" y="48103"/>
                    <a:pt x="1159891" y="37232"/>
                    <a:pt x="1141096" y="28094"/>
                  </a:cubicBezTo>
                  <a:close/>
                  <a:moveTo>
                    <a:pt x="1321435" y="1889294"/>
                  </a:moveTo>
                  <a:lnTo>
                    <a:pt x="1374902" y="1889294"/>
                  </a:lnTo>
                  <a:lnTo>
                    <a:pt x="1374902" y="284304"/>
                  </a:lnTo>
                  <a:cubicBezTo>
                    <a:pt x="1357694" y="253187"/>
                    <a:pt x="1339850" y="224205"/>
                    <a:pt x="1321435" y="197358"/>
                  </a:cubicBezTo>
                  <a:close/>
                  <a:moveTo>
                    <a:pt x="1231265" y="90942"/>
                  </a:moveTo>
                  <a:lnTo>
                    <a:pt x="1231265" y="1889294"/>
                  </a:lnTo>
                  <a:lnTo>
                    <a:pt x="1284732" y="1889294"/>
                  </a:lnTo>
                  <a:lnTo>
                    <a:pt x="1284732" y="148335"/>
                  </a:lnTo>
                  <a:cubicBezTo>
                    <a:pt x="1268349" y="127978"/>
                    <a:pt x="1250569" y="108800"/>
                    <a:pt x="1231456" y="90942"/>
                  </a:cubicBezTo>
                  <a:close/>
                  <a:moveTo>
                    <a:pt x="1411605" y="1889294"/>
                  </a:moveTo>
                  <a:lnTo>
                    <a:pt x="1465072" y="1889294"/>
                  </a:lnTo>
                  <a:lnTo>
                    <a:pt x="1465072" y="475637"/>
                  </a:lnTo>
                  <a:cubicBezTo>
                    <a:pt x="1447800" y="433401"/>
                    <a:pt x="1430021" y="393193"/>
                    <a:pt x="1411605" y="355142"/>
                  </a:cubicBezTo>
                  <a:close/>
                </a:path>
              </a:pathLst>
            </a:custGeom>
            <a:gradFill>
              <a:gsLst>
                <a:gs pos="0">
                  <a:srgbClr val="C182FF">
                    <a:alpha val="53333"/>
                    <a:alpha val="49800"/>
                  </a:srgbClr>
                </a:gs>
                <a:gs pos="100000">
                  <a:srgbClr val="002FFF">
                    <a:alpha val="58431"/>
                    <a:alpha val="4980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14"/>
            <p:cNvSpPr/>
            <p:nvPr/>
          </p:nvSpPr>
          <p:spPr>
            <a:xfrm>
              <a:off x="7686239" y="1569757"/>
              <a:ext cx="46601" cy="36885"/>
            </a:xfrm>
            <a:custGeom>
              <a:avLst/>
              <a:gdLst/>
              <a:ahLst/>
              <a:cxnLst/>
              <a:rect l="l" t="t" r="r" b="b"/>
              <a:pathLst>
                <a:path w="124269" h="98361" extrusionOk="0">
                  <a:moveTo>
                    <a:pt x="0" y="98362"/>
                  </a:moveTo>
                  <a:lnTo>
                    <a:pt x="124269" y="98362"/>
                  </a:lnTo>
                  <a:cubicBezTo>
                    <a:pt x="101409" y="63926"/>
                    <a:pt x="78549" y="30821"/>
                    <a:pt x="55245" y="0"/>
                  </a:cubicBezTo>
                  <a:cubicBezTo>
                    <a:pt x="37020" y="33358"/>
                    <a:pt x="18606" y="66145"/>
                    <a:pt x="0" y="98362"/>
                  </a:cubicBezTo>
                  <a:close/>
                </a:path>
              </a:pathLst>
            </a:custGeom>
            <a:solidFill>
              <a:srgbClr val="FF85C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14"/>
            <p:cNvSpPr/>
            <p:nvPr/>
          </p:nvSpPr>
          <p:spPr>
            <a:xfrm>
              <a:off x="8369228" y="1606642"/>
              <a:ext cx="459581" cy="142691"/>
            </a:xfrm>
            <a:custGeom>
              <a:avLst/>
              <a:gdLst/>
              <a:ahLst/>
              <a:cxnLst/>
              <a:rect l="l" t="t" r="r" b="b"/>
              <a:pathLst>
                <a:path w="1225550" h="380509" extrusionOk="0">
                  <a:moveTo>
                    <a:pt x="607632" y="380510"/>
                  </a:moveTo>
                  <a:cubicBezTo>
                    <a:pt x="862712" y="380510"/>
                    <a:pt x="1059435" y="217271"/>
                    <a:pt x="1225550" y="0"/>
                  </a:cubicBezTo>
                  <a:lnTo>
                    <a:pt x="0" y="0"/>
                  </a:lnTo>
                  <a:cubicBezTo>
                    <a:pt x="173101" y="220442"/>
                    <a:pt x="370078" y="380510"/>
                    <a:pt x="607632" y="380510"/>
                  </a:cubicBezTo>
                  <a:close/>
                </a:path>
              </a:pathLst>
            </a:custGeom>
            <a:solidFill>
              <a:srgbClr val="FFC22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14"/>
            <p:cNvSpPr/>
            <p:nvPr/>
          </p:nvSpPr>
          <p:spPr>
            <a:xfrm>
              <a:off x="6000837" y="1606143"/>
              <a:ext cx="506206" cy="237366"/>
            </a:xfrm>
            <a:custGeom>
              <a:avLst/>
              <a:gdLst/>
              <a:ahLst/>
              <a:cxnLst/>
              <a:rect l="l" t="t" r="r" b="b"/>
              <a:pathLst>
                <a:path w="1349883" h="632977" extrusionOk="0">
                  <a:moveTo>
                    <a:pt x="617347" y="0"/>
                  </a:moveTo>
                  <a:cubicBezTo>
                    <a:pt x="595535" y="0"/>
                    <a:pt x="577850" y="17662"/>
                    <a:pt x="577850" y="39446"/>
                  </a:cubicBezTo>
                  <a:cubicBezTo>
                    <a:pt x="577850" y="39465"/>
                    <a:pt x="577850" y="39491"/>
                    <a:pt x="577850" y="39509"/>
                  </a:cubicBezTo>
                  <a:lnTo>
                    <a:pt x="577850" y="569877"/>
                  </a:lnTo>
                  <a:cubicBezTo>
                    <a:pt x="577850" y="591661"/>
                    <a:pt x="595535" y="609323"/>
                    <a:pt x="617347" y="609323"/>
                  </a:cubicBezTo>
                  <a:cubicBezTo>
                    <a:pt x="639159" y="609323"/>
                    <a:pt x="656844" y="591661"/>
                    <a:pt x="656844" y="569877"/>
                  </a:cubicBezTo>
                  <a:lnTo>
                    <a:pt x="656844" y="39509"/>
                  </a:lnTo>
                  <a:cubicBezTo>
                    <a:pt x="656876" y="17725"/>
                    <a:pt x="639223" y="38"/>
                    <a:pt x="617411" y="0"/>
                  </a:cubicBezTo>
                  <a:cubicBezTo>
                    <a:pt x="617392" y="0"/>
                    <a:pt x="617366" y="0"/>
                    <a:pt x="617347" y="0"/>
                  </a:cubicBezTo>
                  <a:close/>
                  <a:moveTo>
                    <a:pt x="39497" y="0"/>
                  </a:moveTo>
                  <a:cubicBezTo>
                    <a:pt x="17685" y="0"/>
                    <a:pt x="0" y="17662"/>
                    <a:pt x="0" y="39446"/>
                  </a:cubicBezTo>
                  <a:cubicBezTo>
                    <a:pt x="0" y="39465"/>
                    <a:pt x="0" y="39491"/>
                    <a:pt x="0" y="39509"/>
                  </a:cubicBezTo>
                  <a:lnTo>
                    <a:pt x="0" y="69506"/>
                  </a:lnTo>
                  <a:cubicBezTo>
                    <a:pt x="0" y="91291"/>
                    <a:pt x="17685" y="108953"/>
                    <a:pt x="39497" y="108953"/>
                  </a:cubicBezTo>
                  <a:cubicBezTo>
                    <a:pt x="61309" y="108953"/>
                    <a:pt x="78994" y="91291"/>
                    <a:pt x="78994" y="69506"/>
                  </a:cubicBezTo>
                  <a:lnTo>
                    <a:pt x="78994" y="39509"/>
                  </a:lnTo>
                  <a:cubicBezTo>
                    <a:pt x="79032" y="17821"/>
                    <a:pt x="61532" y="171"/>
                    <a:pt x="39815" y="0"/>
                  </a:cubicBezTo>
                  <a:close/>
                  <a:moveTo>
                    <a:pt x="501523" y="0"/>
                  </a:moveTo>
                  <a:cubicBezTo>
                    <a:pt x="479711" y="0"/>
                    <a:pt x="462026" y="17662"/>
                    <a:pt x="462026" y="39446"/>
                  </a:cubicBezTo>
                  <a:cubicBezTo>
                    <a:pt x="462026" y="39465"/>
                    <a:pt x="462026" y="39491"/>
                    <a:pt x="462026" y="39509"/>
                  </a:cubicBezTo>
                  <a:lnTo>
                    <a:pt x="462026" y="513561"/>
                  </a:lnTo>
                  <a:cubicBezTo>
                    <a:pt x="462026" y="535345"/>
                    <a:pt x="479711" y="553007"/>
                    <a:pt x="501523" y="553007"/>
                  </a:cubicBezTo>
                  <a:cubicBezTo>
                    <a:pt x="523336" y="553007"/>
                    <a:pt x="541020" y="535345"/>
                    <a:pt x="541020" y="513561"/>
                  </a:cubicBezTo>
                  <a:lnTo>
                    <a:pt x="541020" y="39509"/>
                  </a:lnTo>
                  <a:cubicBezTo>
                    <a:pt x="541058" y="17821"/>
                    <a:pt x="523558" y="171"/>
                    <a:pt x="501841" y="0"/>
                  </a:cubicBezTo>
                  <a:close/>
                  <a:moveTo>
                    <a:pt x="386017" y="0"/>
                  </a:moveTo>
                  <a:cubicBezTo>
                    <a:pt x="364205" y="0"/>
                    <a:pt x="346520" y="17662"/>
                    <a:pt x="346520" y="39446"/>
                  </a:cubicBezTo>
                  <a:cubicBezTo>
                    <a:pt x="346520" y="39465"/>
                    <a:pt x="346520" y="39491"/>
                    <a:pt x="346520" y="39509"/>
                  </a:cubicBezTo>
                  <a:lnTo>
                    <a:pt x="346520" y="437206"/>
                  </a:lnTo>
                  <a:cubicBezTo>
                    <a:pt x="346520" y="458990"/>
                    <a:pt x="364205" y="476652"/>
                    <a:pt x="386017" y="476652"/>
                  </a:cubicBezTo>
                  <a:cubicBezTo>
                    <a:pt x="407829" y="476652"/>
                    <a:pt x="425514" y="458990"/>
                    <a:pt x="425514" y="437206"/>
                  </a:cubicBezTo>
                  <a:lnTo>
                    <a:pt x="425514" y="39509"/>
                  </a:lnTo>
                  <a:cubicBezTo>
                    <a:pt x="425552" y="17821"/>
                    <a:pt x="408051" y="171"/>
                    <a:pt x="386334" y="0"/>
                  </a:cubicBezTo>
                  <a:close/>
                  <a:moveTo>
                    <a:pt x="155004" y="0"/>
                  </a:moveTo>
                  <a:cubicBezTo>
                    <a:pt x="133191" y="0"/>
                    <a:pt x="115507" y="17662"/>
                    <a:pt x="115507" y="39446"/>
                  </a:cubicBezTo>
                  <a:cubicBezTo>
                    <a:pt x="115507" y="39465"/>
                    <a:pt x="115507" y="39491"/>
                    <a:pt x="115507" y="39509"/>
                  </a:cubicBezTo>
                  <a:lnTo>
                    <a:pt x="115507" y="171356"/>
                  </a:lnTo>
                  <a:cubicBezTo>
                    <a:pt x="115507" y="193140"/>
                    <a:pt x="133191" y="210802"/>
                    <a:pt x="155004" y="210802"/>
                  </a:cubicBezTo>
                  <a:cubicBezTo>
                    <a:pt x="176816" y="210802"/>
                    <a:pt x="194501" y="193140"/>
                    <a:pt x="194501" y="171356"/>
                  </a:cubicBezTo>
                  <a:lnTo>
                    <a:pt x="194501" y="39509"/>
                  </a:lnTo>
                  <a:cubicBezTo>
                    <a:pt x="194539" y="17821"/>
                    <a:pt x="177038" y="171"/>
                    <a:pt x="155321" y="0"/>
                  </a:cubicBezTo>
                  <a:close/>
                  <a:moveTo>
                    <a:pt x="270510" y="0"/>
                  </a:moveTo>
                  <a:cubicBezTo>
                    <a:pt x="248698" y="0"/>
                    <a:pt x="231013" y="17662"/>
                    <a:pt x="231013" y="39446"/>
                  </a:cubicBezTo>
                  <a:cubicBezTo>
                    <a:pt x="231013" y="39465"/>
                    <a:pt x="231013" y="39491"/>
                    <a:pt x="231013" y="39509"/>
                  </a:cubicBezTo>
                  <a:lnTo>
                    <a:pt x="231013" y="322355"/>
                  </a:lnTo>
                  <a:cubicBezTo>
                    <a:pt x="231013" y="344139"/>
                    <a:pt x="248698" y="361801"/>
                    <a:pt x="270510" y="361801"/>
                  </a:cubicBezTo>
                  <a:cubicBezTo>
                    <a:pt x="292322" y="361801"/>
                    <a:pt x="310007" y="344139"/>
                    <a:pt x="310007" y="322355"/>
                  </a:cubicBezTo>
                  <a:lnTo>
                    <a:pt x="310007" y="39509"/>
                  </a:lnTo>
                  <a:cubicBezTo>
                    <a:pt x="310045" y="17821"/>
                    <a:pt x="292545" y="171"/>
                    <a:pt x="270828" y="0"/>
                  </a:cubicBezTo>
                  <a:close/>
                  <a:moveTo>
                    <a:pt x="848360" y="0"/>
                  </a:moveTo>
                  <a:cubicBezTo>
                    <a:pt x="826548" y="0"/>
                    <a:pt x="808863" y="17662"/>
                    <a:pt x="808863" y="39446"/>
                  </a:cubicBezTo>
                  <a:cubicBezTo>
                    <a:pt x="808863" y="39465"/>
                    <a:pt x="808863" y="39491"/>
                    <a:pt x="808863" y="39509"/>
                  </a:cubicBezTo>
                  <a:lnTo>
                    <a:pt x="808863" y="580911"/>
                  </a:lnTo>
                  <a:cubicBezTo>
                    <a:pt x="808863" y="602696"/>
                    <a:pt x="826548" y="620358"/>
                    <a:pt x="848360" y="620358"/>
                  </a:cubicBezTo>
                  <a:cubicBezTo>
                    <a:pt x="870172" y="620358"/>
                    <a:pt x="887857" y="602696"/>
                    <a:pt x="887857" y="580911"/>
                  </a:cubicBezTo>
                  <a:lnTo>
                    <a:pt x="887857" y="39509"/>
                  </a:lnTo>
                  <a:cubicBezTo>
                    <a:pt x="887889" y="17725"/>
                    <a:pt x="870236" y="38"/>
                    <a:pt x="848424" y="0"/>
                  </a:cubicBezTo>
                  <a:cubicBezTo>
                    <a:pt x="848405" y="0"/>
                    <a:pt x="848379" y="0"/>
                    <a:pt x="848360" y="0"/>
                  </a:cubicBezTo>
                  <a:close/>
                  <a:moveTo>
                    <a:pt x="1194880" y="0"/>
                  </a:moveTo>
                  <a:cubicBezTo>
                    <a:pt x="1173068" y="0"/>
                    <a:pt x="1155383" y="17662"/>
                    <a:pt x="1155383" y="39446"/>
                  </a:cubicBezTo>
                  <a:cubicBezTo>
                    <a:pt x="1155383" y="39465"/>
                    <a:pt x="1155383" y="39491"/>
                    <a:pt x="1155383" y="39509"/>
                  </a:cubicBezTo>
                  <a:lnTo>
                    <a:pt x="1155383" y="236106"/>
                  </a:lnTo>
                  <a:cubicBezTo>
                    <a:pt x="1155383" y="257890"/>
                    <a:pt x="1173068" y="275552"/>
                    <a:pt x="1194880" y="275552"/>
                  </a:cubicBezTo>
                  <a:cubicBezTo>
                    <a:pt x="1216692" y="275552"/>
                    <a:pt x="1234377" y="257890"/>
                    <a:pt x="1234377" y="236106"/>
                  </a:cubicBezTo>
                  <a:lnTo>
                    <a:pt x="1234377" y="39509"/>
                  </a:lnTo>
                  <a:cubicBezTo>
                    <a:pt x="1234408" y="17725"/>
                    <a:pt x="1216756" y="38"/>
                    <a:pt x="1194943" y="0"/>
                  </a:cubicBezTo>
                  <a:cubicBezTo>
                    <a:pt x="1194924" y="0"/>
                    <a:pt x="1194899" y="0"/>
                    <a:pt x="1194880" y="0"/>
                  </a:cubicBezTo>
                  <a:close/>
                  <a:moveTo>
                    <a:pt x="1310386" y="0"/>
                  </a:moveTo>
                  <a:cubicBezTo>
                    <a:pt x="1288574" y="0"/>
                    <a:pt x="1270889" y="17662"/>
                    <a:pt x="1270889" y="39446"/>
                  </a:cubicBezTo>
                  <a:cubicBezTo>
                    <a:pt x="1270889" y="39465"/>
                    <a:pt x="1270889" y="39491"/>
                    <a:pt x="1270889" y="39509"/>
                  </a:cubicBezTo>
                  <a:lnTo>
                    <a:pt x="1270889" y="71219"/>
                  </a:lnTo>
                  <a:cubicBezTo>
                    <a:pt x="1270889" y="93003"/>
                    <a:pt x="1288574" y="110665"/>
                    <a:pt x="1310386" y="110665"/>
                  </a:cubicBezTo>
                  <a:cubicBezTo>
                    <a:pt x="1332199" y="110665"/>
                    <a:pt x="1349883" y="93003"/>
                    <a:pt x="1349883" y="71219"/>
                  </a:cubicBezTo>
                  <a:lnTo>
                    <a:pt x="1349883" y="39509"/>
                  </a:lnTo>
                  <a:cubicBezTo>
                    <a:pt x="1349915" y="17725"/>
                    <a:pt x="1332262" y="38"/>
                    <a:pt x="1310450" y="0"/>
                  </a:cubicBezTo>
                  <a:cubicBezTo>
                    <a:pt x="1310431" y="0"/>
                    <a:pt x="1310405" y="0"/>
                    <a:pt x="1310386" y="0"/>
                  </a:cubicBezTo>
                  <a:close/>
                  <a:moveTo>
                    <a:pt x="732536" y="0"/>
                  </a:moveTo>
                  <a:cubicBezTo>
                    <a:pt x="710724" y="0"/>
                    <a:pt x="693039" y="17662"/>
                    <a:pt x="693039" y="39446"/>
                  </a:cubicBezTo>
                  <a:cubicBezTo>
                    <a:pt x="693039" y="39465"/>
                    <a:pt x="693039" y="39491"/>
                    <a:pt x="693039" y="39509"/>
                  </a:cubicBezTo>
                  <a:lnTo>
                    <a:pt x="693039" y="593532"/>
                  </a:lnTo>
                  <a:cubicBezTo>
                    <a:pt x="693039" y="615316"/>
                    <a:pt x="710724" y="632978"/>
                    <a:pt x="732536" y="632978"/>
                  </a:cubicBezTo>
                  <a:cubicBezTo>
                    <a:pt x="754349" y="632978"/>
                    <a:pt x="772033" y="615316"/>
                    <a:pt x="772033" y="593532"/>
                  </a:cubicBezTo>
                  <a:lnTo>
                    <a:pt x="772033" y="39509"/>
                  </a:lnTo>
                  <a:cubicBezTo>
                    <a:pt x="772072" y="17821"/>
                    <a:pt x="754571" y="171"/>
                    <a:pt x="732854" y="0"/>
                  </a:cubicBezTo>
                  <a:close/>
                  <a:moveTo>
                    <a:pt x="1079056" y="0"/>
                  </a:moveTo>
                  <a:cubicBezTo>
                    <a:pt x="1057244" y="0"/>
                    <a:pt x="1039559" y="17662"/>
                    <a:pt x="1039559" y="39446"/>
                  </a:cubicBezTo>
                  <a:cubicBezTo>
                    <a:pt x="1039559" y="39465"/>
                    <a:pt x="1039559" y="39491"/>
                    <a:pt x="1039559" y="39509"/>
                  </a:cubicBezTo>
                  <a:lnTo>
                    <a:pt x="1039559" y="411141"/>
                  </a:lnTo>
                  <a:cubicBezTo>
                    <a:pt x="1039559" y="432925"/>
                    <a:pt x="1057244" y="450587"/>
                    <a:pt x="1079056" y="450587"/>
                  </a:cubicBezTo>
                  <a:cubicBezTo>
                    <a:pt x="1100868" y="450587"/>
                    <a:pt x="1118553" y="432925"/>
                    <a:pt x="1118553" y="411141"/>
                  </a:cubicBezTo>
                  <a:lnTo>
                    <a:pt x="1118553" y="39509"/>
                  </a:lnTo>
                  <a:cubicBezTo>
                    <a:pt x="1118591" y="17821"/>
                    <a:pt x="1101090" y="171"/>
                    <a:pt x="1079373" y="0"/>
                  </a:cubicBezTo>
                  <a:close/>
                  <a:moveTo>
                    <a:pt x="963549" y="0"/>
                  </a:moveTo>
                  <a:lnTo>
                    <a:pt x="963549" y="0"/>
                  </a:lnTo>
                  <a:cubicBezTo>
                    <a:pt x="941737" y="0"/>
                    <a:pt x="924052" y="17662"/>
                    <a:pt x="924052" y="39446"/>
                  </a:cubicBezTo>
                  <a:cubicBezTo>
                    <a:pt x="924052" y="39465"/>
                    <a:pt x="924052" y="39491"/>
                    <a:pt x="924052" y="39509"/>
                  </a:cubicBezTo>
                  <a:lnTo>
                    <a:pt x="924052" y="524913"/>
                  </a:lnTo>
                  <a:cubicBezTo>
                    <a:pt x="924014" y="546697"/>
                    <a:pt x="941674" y="564391"/>
                    <a:pt x="963486" y="564423"/>
                  </a:cubicBezTo>
                  <a:cubicBezTo>
                    <a:pt x="963594" y="564423"/>
                    <a:pt x="963695" y="564423"/>
                    <a:pt x="963803" y="564423"/>
                  </a:cubicBezTo>
                  <a:lnTo>
                    <a:pt x="963803" y="564423"/>
                  </a:lnTo>
                  <a:cubicBezTo>
                    <a:pt x="985615" y="564423"/>
                    <a:pt x="1003300" y="546761"/>
                    <a:pt x="1003300" y="524977"/>
                  </a:cubicBezTo>
                  <a:cubicBezTo>
                    <a:pt x="1003300" y="524957"/>
                    <a:pt x="1003300" y="524932"/>
                    <a:pt x="1003300" y="524913"/>
                  </a:cubicBezTo>
                  <a:lnTo>
                    <a:pt x="1003300" y="39509"/>
                  </a:lnTo>
                  <a:cubicBezTo>
                    <a:pt x="1003332" y="17725"/>
                    <a:pt x="985679" y="38"/>
                    <a:pt x="963867" y="0"/>
                  </a:cubicBezTo>
                  <a:cubicBezTo>
                    <a:pt x="963848" y="0"/>
                    <a:pt x="963822" y="0"/>
                    <a:pt x="963803" y="0"/>
                  </a:cubicBezTo>
                  <a:close/>
                </a:path>
              </a:pathLst>
            </a:custGeom>
            <a:solidFill>
              <a:srgbClr val="33E7FF">
                <a:alpha val="597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14"/>
            <p:cNvSpPr/>
            <p:nvPr/>
          </p:nvSpPr>
          <p:spPr>
            <a:xfrm flipH="1">
              <a:off x="3624791" y="1606642"/>
              <a:ext cx="753451" cy="523201"/>
            </a:xfrm>
            <a:custGeom>
              <a:avLst/>
              <a:gdLst/>
              <a:ahLst/>
              <a:cxnLst/>
              <a:rect l="l" t="t" r="r" b="b"/>
              <a:pathLst>
                <a:path w="2009203" h="1395202" extrusionOk="0">
                  <a:moveTo>
                    <a:pt x="1005142" y="1395202"/>
                  </a:moveTo>
                  <a:cubicBezTo>
                    <a:pt x="1434656" y="1395202"/>
                    <a:pt x="1742377" y="650418"/>
                    <a:pt x="2009204" y="0"/>
                  </a:cubicBezTo>
                  <a:lnTo>
                    <a:pt x="0" y="0"/>
                  </a:lnTo>
                  <a:cubicBezTo>
                    <a:pt x="310706" y="521742"/>
                    <a:pt x="470408" y="1395202"/>
                    <a:pt x="1005142" y="1395202"/>
                  </a:cubicBezTo>
                  <a:close/>
                </a:path>
              </a:pathLst>
            </a:custGeom>
            <a:gradFill>
              <a:gsLst>
                <a:gs pos="0">
                  <a:srgbClr val="BEF176"/>
                </a:gs>
                <a:gs pos="100000">
                  <a:srgbClr val="17A89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14"/>
            <p:cNvSpPr/>
            <p:nvPr/>
          </p:nvSpPr>
          <p:spPr>
            <a:xfrm flipH="1">
              <a:off x="3913827" y="1606642"/>
              <a:ext cx="426243" cy="242789"/>
            </a:xfrm>
            <a:custGeom>
              <a:avLst/>
              <a:gdLst/>
              <a:ahLst/>
              <a:cxnLst/>
              <a:rect l="l" t="t" r="r" b="b"/>
              <a:pathLst>
                <a:path w="1136649" h="647437" extrusionOk="0">
                  <a:moveTo>
                    <a:pt x="632968" y="647437"/>
                  </a:moveTo>
                  <a:cubicBezTo>
                    <a:pt x="884492" y="647437"/>
                    <a:pt x="1023684" y="362626"/>
                    <a:pt x="1136650" y="0"/>
                  </a:cubicBezTo>
                  <a:lnTo>
                    <a:pt x="0" y="0"/>
                  </a:lnTo>
                  <a:cubicBezTo>
                    <a:pt x="142494" y="321467"/>
                    <a:pt x="282067" y="647437"/>
                    <a:pt x="632968" y="647437"/>
                  </a:cubicBezTo>
                  <a:close/>
                </a:path>
              </a:pathLst>
            </a:custGeom>
            <a:solidFill>
              <a:srgbClr val="002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14"/>
            <p:cNvSpPr/>
            <p:nvPr/>
          </p:nvSpPr>
          <p:spPr>
            <a:xfrm flipH="1">
              <a:off x="3142801" y="1249917"/>
              <a:ext cx="481965" cy="356728"/>
            </a:xfrm>
            <a:custGeom>
              <a:avLst/>
              <a:gdLst/>
              <a:ahLst/>
              <a:cxnLst/>
              <a:rect l="l" t="t" r="r" b="b"/>
              <a:pathLst>
                <a:path w="1285240" h="951274" extrusionOk="0">
                  <a:moveTo>
                    <a:pt x="584200" y="0"/>
                  </a:moveTo>
                  <a:cubicBezTo>
                    <a:pt x="388938" y="0"/>
                    <a:pt x="206692" y="447289"/>
                    <a:pt x="0" y="951274"/>
                  </a:cubicBezTo>
                  <a:lnTo>
                    <a:pt x="1285240" y="951274"/>
                  </a:lnTo>
                  <a:cubicBezTo>
                    <a:pt x="1028509" y="509883"/>
                    <a:pt x="837755" y="0"/>
                    <a:pt x="584200" y="0"/>
                  </a:cubicBezTo>
                  <a:close/>
                </a:path>
              </a:pathLst>
            </a:custGeom>
            <a:solidFill>
              <a:srgbClr val="FF85C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14"/>
            <p:cNvSpPr/>
            <p:nvPr/>
          </p:nvSpPr>
          <p:spPr>
            <a:xfrm flipH="1">
              <a:off x="3227765" y="1040852"/>
              <a:ext cx="686062" cy="565794"/>
            </a:xfrm>
            <a:custGeom>
              <a:avLst/>
              <a:gdLst/>
              <a:ahLst/>
              <a:cxnLst/>
              <a:rect l="l" t="t" r="r" b="b"/>
              <a:pathLst>
                <a:path w="1829498" h="1508784" extrusionOk="0">
                  <a:moveTo>
                    <a:pt x="815658" y="0"/>
                  </a:moveTo>
                  <a:cubicBezTo>
                    <a:pt x="315468" y="0"/>
                    <a:pt x="197866" y="873714"/>
                    <a:pt x="0" y="1508784"/>
                  </a:cubicBezTo>
                  <a:lnTo>
                    <a:pt x="1829498" y="1508784"/>
                  </a:lnTo>
                  <a:cubicBezTo>
                    <a:pt x="1541526" y="928000"/>
                    <a:pt x="1355789" y="0"/>
                    <a:pt x="815658" y="0"/>
                  </a:cubicBezTo>
                  <a:close/>
                </a:path>
              </a:pathLst>
            </a:custGeom>
            <a:solidFill>
              <a:srgbClr val="AF9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14"/>
            <p:cNvSpPr/>
            <p:nvPr/>
          </p:nvSpPr>
          <p:spPr>
            <a:xfrm flipH="1">
              <a:off x="2834859" y="1606642"/>
              <a:ext cx="392906" cy="171443"/>
            </a:xfrm>
            <a:custGeom>
              <a:avLst/>
              <a:gdLst/>
              <a:ahLst/>
              <a:cxnLst/>
              <a:rect l="l" t="t" r="r" b="b"/>
              <a:pathLst>
                <a:path w="1047750" h="457182" extrusionOk="0">
                  <a:moveTo>
                    <a:pt x="500190" y="457182"/>
                  </a:moveTo>
                  <a:cubicBezTo>
                    <a:pt x="745744" y="457182"/>
                    <a:pt x="914019" y="257605"/>
                    <a:pt x="1047750" y="0"/>
                  </a:cubicBezTo>
                  <a:lnTo>
                    <a:pt x="0" y="0"/>
                  </a:lnTo>
                  <a:cubicBezTo>
                    <a:pt x="131191" y="264645"/>
                    <a:pt x="283528" y="457182"/>
                    <a:pt x="500190" y="457182"/>
                  </a:cubicBezTo>
                  <a:close/>
                </a:path>
              </a:pathLst>
            </a:custGeom>
            <a:gradFill>
              <a:gsLst>
                <a:gs pos="0">
                  <a:srgbClr val="FF826C"/>
                </a:gs>
                <a:gs pos="100000">
                  <a:srgbClr val="FF3E4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14"/>
            <p:cNvSpPr/>
            <p:nvPr/>
          </p:nvSpPr>
          <p:spPr>
            <a:xfrm flipH="1">
              <a:off x="904784" y="1606642"/>
              <a:ext cx="493657" cy="242765"/>
            </a:xfrm>
            <a:custGeom>
              <a:avLst/>
              <a:gdLst/>
              <a:ahLst/>
              <a:cxnLst/>
              <a:rect l="l" t="t" r="r" b="b"/>
              <a:pathLst>
                <a:path w="1316418" h="647373" extrusionOk="0">
                  <a:moveTo>
                    <a:pt x="475298" y="345376"/>
                  </a:moveTo>
                  <a:cubicBezTo>
                    <a:pt x="465201" y="345376"/>
                    <a:pt x="457010" y="353551"/>
                    <a:pt x="457010" y="363640"/>
                  </a:cubicBezTo>
                  <a:cubicBezTo>
                    <a:pt x="457010" y="373730"/>
                    <a:pt x="465201" y="381905"/>
                    <a:pt x="475298" y="381905"/>
                  </a:cubicBezTo>
                  <a:cubicBezTo>
                    <a:pt x="485394" y="381905"/>
                    <a:pt x="493586" y="373730"/>
                    <a:pt x="493586" y="363640"/>
                  </a:cubicBezTo>
                  <a:cubicBezTo>
                    <a:pt x="493586" y="353551"/>
                    <a:pt x="485394" y="345376"/>
                    <a:pt x="475298" y="345376"/>
                  </a:cubicBezTo>
                  <a:close/>
                  <a:moveTo>
                    <a:pt x="475298" y="436698"/>
                  </a:moveTo>
                  <a:cubicBezTo>
                    <a:pt x="465201" y="436698"/>
                    <a:pt x="457010" y="444873"/>
                    <a:pt x="457010" y="454963"/>
                  </a:cubicBezTo>
                  <a:cubicBezTo>
                    <a:pt x="457010" y="465053"/>
                    <a:pt x="465201" y="473227"/>
                    <a:pt x="475298" y="473227"/>
                  </a:cubicBezTo>
                  <a:cubicBezTo>
                    <a:pt x="485394" y="473227"/>
                    <a:pt x="493586" y="465053"/>
                    <a:pt x="493586" y="454963"/>
                  </a:cubicBezTo>
                  <a:cubicBezTo>
                    <a:pt x="493586" y="444873"/>
                    <a:pt x="485394" y="436698"/>
                    <a:pt x="475298" y="436698"/>
                  </a:cubicBezTo>
                  <a:close/>
                  <a:moveTo>
                    <a:pt x="475298" y="528021"/>
                  </a:moveTo>
                  <a:cubicBezTo>
                    <a:pt x="465138" y="527983"/>
                    <a:pt x="456947" y="536164"/>
                    <a:pt x="456883" y="546285"/>
                  </a:cubicBezTo>
                  <a:cubicBezTo>
                    <a:pt x="456819" y="556407"/>
                    <a:pt x="465011" y="564638"/>
                    <a:pt x="475171" y="564676"/>
                  </a:cubicBezTo>
                  <a:cubicBezTo>
                    <a:pt x="485331" y="564714"/>
                    <a:pt x="493523" y="556533"/>
                    <a:pt x="493586" y="546412"/>
                  </a:cubicBezTo>
                  <a:cubicBezTo>
                    <a:pt x="493586" y="546367"/>
                    <a:pt x="493586" y="546330"/>
                    <a:pt x="493586" y="546285"/>
                  </a:cubicBezTo>
                  <a:cubicBezTo>
                    <a:pt x="493586" y="536195"/>
                    <a:pt x="485394" y="528021"/>
                    <a:pt x="475298" y="528021"/>
                  </a:cubicBezTo>
                  <a:close/>
                  <a:moveTo>
                    <a:pt x="429578" y="25748"/>
                  </a:moveTo>
                  <a:cubicBezTo>
                    <a:pt x="419481" y="25748"/>
                    <a:pt x="411290" y="33922"/>
                    <a:pt x="411290" y="44012"/>
                  </a:cubicBezTo>
                  <a:cubicBezTo>
                    <a:pt x="411290" y="54102"/>
                    <a:pt x="419481" y="62277"/>
                    <a:pt x="429578" y="62277"/>
                  </a:cubicBezTo>
                  <a:cubicBezTo>
                    <a:pt x="439675" y="62277"/>
                    <a:pt x="447866" y="54102"/>
                    <a:pt x="447866" y="44012"/>
                  </a:cubicBezTo>
                  <a:cubicBezTo>
                    <a:pt x="447739" y="33998"/>
                    <a:pt x="439611" y="25938"/>
                    <a:pt x="429578" y="25938"/>
                  </a:cubicBezTo>
                  <a:close/>
                  <a:moveTo>
                    <a:pt x="475298" y="162731"/>
                  </a:moveTo>
                  <a:cubicBezTo>
                    <a:pt x="465201" y="162731"/>
                    <a:pt x="457010" y="170906"/>
                    <a:pt x="457010" y="180996"/>
                  </a:cubicBezTo>
                  <a:cubicBezTo>
                    <a:pt x="457010" y="191086"/>
                    <a:pt x="465201" y="199260"/>
                    <a:pt x="475298" y="199260"/>
                  </a:cubicBezTo>
                  <a:cubicBezTo>
                    <a:pt x="485394" y="199260"/>
                    <a:pt x="493586" y="191086"/>
                    <a:pt x="493586" y="180996"/>
                  </a:cubicBezTo>
                  <a:cubicBezTo>
                    <a:pt x="493586" y="170906"/>
                    <a:pt x="485394" y="162731"/>
                    <a:pt x="475298" y="162731"/>
                  </a:cubicBezTo>
                  <a:close/>
                  <a:moveTo>
                    <a:pt x="521018" y="573682"/>
                  </a:moveTo>
                  <a:cubicBezTo>
                    <a:pt x="510922" y="573682"/>
                    <a:pt x="502730" y="581856"/>
                    <a:pt x="502730" y="591946"/>
                  </a:cubicBezTo>
                  <a:cubicBezTo>
                    <a:pt x="502730" y="591946"/>
                    <a:pt x="502730" y="591946"/>
                    <a:pt x="502730" y="592263"/>
                  </a:cubicBezTo>
                  <a:cubicBezTo>
                    <a:pt x="512826" y="596747"/>
                    <a:pt x="523113" y="600971"/>
                    <a:pt x="533591" y="604947"/>
                  </a:cubicBezTo>
                  <a:cubicBezTo>
                    <a:pt x="541020" y="598123"/>
                    <a:pt x="541528" y="586568"/>
                    <a:pt x="534670" y="579142"/>
                  </a:cubicBezTo>
                  <a:cubicBezTo>
                    <a:pt x="531114" y="575293"/>
                    <a:pt x="526098" y="573143"/>
                    <a:pt x="520891" y="573238"/>
                  </a:cubicBezTo>
                  <a:close/>
                  <a:moveTo>
                    <a:pt x="475298" y="254054"/>
                  </a:moveTo>
                  <a:cubicBezTo>
                    <a:pt x="465201" y="254054"/>
                    <a:pt x="457010" y="262228"/>
                    <a:pt x="457010" y="272318"/>
                  </a:cubicBezTo>
                  <a:cubicBezTo>
                    <a:pt x="457010" y="282408"/>
                    <a:pt x="465201" y="290583"/>
                    <a:pt x="475298" y="290583"/>
                  </a:cubicBezTo>
                  <a:cubicBezTo>
                    <a:pt x="485394" y="290583"/>
                    <a:pt x="493586" y="282408"/>
                    <a:pt x="493586" y="272318"/>
                  </a:cubicBezTo>
                  <a:cubicBezTo>
                    <a:pt x="493459" y="262304"/>
                    <a:pt x="485331" y="254244"/>
                    <a:pt x="475298" y="254244"/>
                  </a:cubicBezTo>
                  <a:close/>
                  <a:moveTo>
                    <a:pt x="475298" y="71409"/>
                  </a:moveTo>
                  <a:cubicBezTo>
                    <a:pt x="465201" y="71409"/>
                    <a:pt x="457010" y="79584"/>
                    <a:pt x="457010" y="89673"/>
                  </a:cubicBezTo>
                  <a:cubicBezTo>
                    <a:pt x="457010" y="99763"/>
                    <a:pt x="465201" y="107938"/>
                    <a:pt x="475298" y="107938"/>
                  </a:cubicBezTo>
                  <a:cubicBezTo>
                    <a:pt x="485394" y="107938"/>
                    <a:pt x="493586" y="99763"/>
                    <a:pt x="493586" y="89673"/>
                  </a:cubicBezTo>
                  <a:cubicBezTo>
                    <a:pt x="493586" y="79584"/>
                    <a:pt x="485394" y="71409"/>
                    <a:pt x="475298" y="71409"/>
                  </a:cubicBezTo>
                  <a:close/>
                  <a:moveTo>
                    <a:pt x="521018" y="482359"/>
                  </a:moveTo>
                  <a:cubicBezTo>
                    <a:pt x="510922" y="482359"/>
                    <a:pt x="502730" y="490534"/>
                    <a:pt x="502730" y="500624"/>
                  </a:cubicBezTo>
                  <a:cubicBezTo>
                    <a:pt x="502730" y="510714"/>
                    <a:pt x="510922" y="518888"/>
                    <a:pt x="521018" y="518888"/>
                  </a:cubicBezTo>
                  <a:cubicBezTo>
                    <a:pt x="531114" y="518888"/>
                    <a:pt x="539306" y="510714"/>
                    <a:pt x="539306" y="500624"/>
                  </a:cubicBezTo>
                  <a:cubicBezTo>
                    <a:pt x="539179" y="490610"/>
                    <a:pt x="531051" y="482550"/>
                    <a:pt x="521018" y="482550"/>
                  </a:cubicBezTo>
                  <a:close/>
                  <a:moveTo>
                    <a:pt x="383858" y="162731"/>
                  </a:moveTo>
                  <a:cubicBezTo>
                    <a:pt x="373762" y="162731"/>
                    <a:pt x="365570" y="170906"/>
                    <a:pt x="365570" y="180996"/>
                  </a:cubicBezTo>
                  <a:cubicBezTo>
                    <a:pt x="365570" y="191086"/>
                    <a:pt x="373762" y="199260"/>
                    <a:pt x="383858" y="199260"/>
                  </a:cubicBezTo>
                  <a:cubicBezTo>
                    <a:pt x="393954" y="199260"/>
                    <a:pt x="402146" y="191086"/>
                    <a:pt x="402146" y="180996"/>
                  </a:cubicBezTo>
                  <a:cubicBezTo>
                    <a:pt x="402146" y="170906"/>
                    <a:pt x="393954" y="162731"/>
                    <a:pt x="383858" y="162731"/>
                  </a:cubicBezTo>
                  <a:close/>
                  <a:moveTo>
                    <a:pt x="383858" y="254054"/>
                  </a:moveTo>
                  <a:cubicBezTo>
                    <a:pt x="373762" y="254054"/>
                    <a:pt x="365570" y="262228"/>
                    <a:pt x="365570" y="272318"/>
                  </a:cubicBezTo>
                  <a:cubicBezTo>
                    <a:pt x="365570" y="282408"/>
                    <a:pt x="373762" y="290583"/>
                    <a:pt x="383858" y="290583"/>
                  </a:cubicBezTo>
                  <a:cubicBezTo>
                    <a:pt x="393954" y="290583"/>
                    <a:pt x="402146" y="282408"/>
                    <a:pt x="402146" y="272318"/>
                  </a:cubicBezTo>
                  <a:cubicBezTo>
                    <a:pt x="402019" y="262304"/>
                    <a:pt x="393891" y="254244"/>
                    <a:pt x="383858" y="254244"/>
                  </a:cubicBezTo>
                  <a:close/>
                  <a:moveTo>
                    <a:pt x="383858" y="71409"/>
                  </a:moveTo>
                  <a:cubicBezTo>
                    <a:pt x="373762" y="71409"/>
                    <a:pt x="365570" y="79584"/>
                    <a:pt x="365570" y="89673"/>
                  </a:cubicBezTo>
                  <a:cubicBezTo>
                    <a:pt x="365570" y="99763"/>
                    <a:pt x="373762" y="107938"/>
                    <a:pt x="383858" y="107938"/>
                  </a:cubicBezTo>
                  <a:cubicBezTo>
                    <a:pt x="393954" y="107938"/>
                    <a:pt x="402146" y="99763"/>
                    <a:pt x="402146" y="89673"/>
                  </a:cubicBezTo>
                  <a:cubicBezTo>
                    <a:pt x="402146" y="79584"/>
                    <a:pt x="393954" y="71409"/>
                    <a:pt x="383858" y="71409"/>
                  </a:cubicBezTo>
                  <a:close/>
                  <a:moveTo>
                    <a:pt x="383858" y="345376"/>
                  </a:moveTo>
                  <a:cubicBezTo>
                    <a:pt x="373762" y="345376"/>
                    <a:pt x="365570" y="353551"/>
                    <a:pt x="365570" y="363640"/>
                  </a:cubicBezTo>
                  <a:cubicBezTo>
                    <a:pt x="365570" y="373730"/>
                    <a:pt x="373762" y="381905"/>
                    <a:pt x="383858" y="381905"/>
                  </a:cubicBezTo>
                  <a:cubicBezTo>
                    <a:pt x="393954" y="381905"/>
                    <a:pt x="402146" y="373730"/>
                    <a:pt x="402146" y="363640"/>
                  </a:cubicBezTo>
                  <a:cubicBezTo>
                    <a:pt x="402146" y="353551"/>
                    <a:pt x="393954" y="345376"/>
                    <a:pt x="383858" y="345376"/>
                  </a:cubicBezTo>
                  <a:close/>
                  <a:moveTo>
                    <a:pt x="429578" y="208392"/>
                  </a:moveTo>
                  <a:cubicBezTo>
                    <a:pt x="419481" y="208392"/>
                    <a:pt x="411290" y="216567"/>
                    <a:pt x="411290" y="226657"/>
                  </a:cubicBezTo>
                  <a:cubicBezTo>
                    <a:pt x="411290" y="236747"/>
                    <a:pt x="419481" y="244921"/>
                    <a:pt x="429578" y="244921"/>
                  </a:cubicBezTo>
                  <a:cubicBezTo>
                    <a:pt x="439675" y="244921"/>
                    <a:pt x="447866" y="236747"/>
                    <a:pt x="447866" y="226657"/>
                  </a:cubicBezTo>
                  <a:cubicBezTo>
                    <a:pt x="447866" y="216567"/>
                    <a:pt x="439675" y="208392"/>
                    <a:pt x="429578" y="208392"/>
                  </a:cubicBezTo>
                  <a:close/>
                  <a:moveTo>
                    <a:pt x="429578" y="117070"/>
                  </a:moveTo>
                  <a:cubicBezTo>
                    <a:pt x="419481" y="117070"/>
                    <a:pt x="411290" y="125245"/>
                    <a:pt x="411290" y="135335"/>
                  </a:cubicBezTo>
                  <a:cubicBezTo>
                    <a:pt x="411290" y="145424"/>
                    <a:pt x="419481" y="153599"/>
                    <a:pt x="429578" y="153599"/>
                  </a:cubicBezTo>
                  <a:cubicBezTo>
                    <a:pt x="439675" y="153599"/>
                    <a:pt x="447866" y="145424"/>
                    <a:pt x="447866" y="135335"/>
                  </a:cubicBezTo>
                  <a:cubicBezTo>
                    <a:pt x="447866" y="125245"/>
                    <a:pt x="439675" y="117070"/>
                    <a:pt x="429578" y="117070"/>
                  </a:cubicBezTo>
                  <a:close/>
                  <a:moveTo>
                    <a:pt x="429578" y="299715"/>
                  </a:moveTo>
                  <a:cubicBezTo>
                    <a:pt x="419481" y="299715"/>
                    <a:pt x="411290" y="307890"/>
                    <a:pt x="411290" y="317979"/>
                  </a:cubicBezTo>
                  <a:cubicBezTo>
                    <a:pt x="411290" y="328069"/>
                    <a:pt x="419481" y="336244"/>
                    <a:pt x="429578" y="336244"/>
                  </a:cubicBezTo>
                  <a:cubicBezTo>
                    <a:pt x="439675" y="336244"/>
                    <a:pt x="447866" y="328069"/>
                    <a:pt x="447866" y="317979"/>
                  </a:cubicBezTo>
                  <a:cubicBezTo>
                    <a:pt x="447866" y="307890"/>
                    <a:pt x="439675" y="299715"/>
                    <a:pt x="429578" y="299715"/>
                  </a:cubicBezTo>
                  <a:close/>
                  <a:moveTo>
                    <a:pt x="429578" y="482359"/>
                  </a:moveTo>
                  <a:cubicBezTo>
                    <a:pt x="419481" y="482359"/>
                    <a:pt x="411290" y="490534"/>
                    <a:pt x="411290" y="500624"/>
                  </a:cubicBezTo>
                  <a:cubicBezTo>
                    <a:pt x="411290" y="510714"/>
                    <a:pt x="419481" y="518888"/>
                    <a:pt x="429578" y="518888"/>
                  </a:cubicBezTo>
                  <a:cubicBezTo>
                    <a:pt x="439675" y="518888"/>
                    <a:pt x="447866" y="510714"/>
                    <a:pt x="447866" y="500624"/>
                  </a:cubicBezTo>
                  <a:cubicBezTo>
                    <a:pt x="447739" y="490610"/>
                    <a:pt x="439611" y="482550"/>
                    <a:pt x="429578" y="482550"/>
                  </a:cubicBezTo>
                  <a:close/>
                  <a:moveTo>
                    <a:pt x="429578" y="391037"/>
                  </a:moveTo>
                  <a:cubicBezTo>
                    <a:pt x="419481" y="391037"/>
                    <a:pt x="411290" y="399212"/>
                    <a:pt x="411290" y="409302"/>
                  </a:cubicBezTo>
                  <a:cubicBezTo>
                    <a:pt x="411290" y="419391"/>
                    <a:pt x="419481" y="427566"/>
                    <a:pt x="429578" y="427566"/>
                  </a:cubicBezTo>
                  <a:cubicBezTo>
                    <a:pt x="439675" y="427566"/>
                    <a:pt x="447866" y="419391"/>
                    <a:pt x="447866" y="409302"/>
                  </a:cubicBezTo>
                  <a:cubicBezTo>
                    <a:pt x="447866" y="399212"/>
                    <a:pt x="439675" y="391037"/>
                    <a:pt x="429578" y="391037"/>
                  </a:cubicBezTo>
                  <a:close/>
                  <a:moveTo>
                    <a:pt x="566738" y="71409"/>
                  </a:moveTo>
                  <a:cubicBezTo>
                    <a:pt x="556641" y="71409"/>
                    <a:pt x="548450" y="79584"/>
                    <a:pt x="548450" y="89673"/>
                  </a:cubicBezTo>
                  <a:cubicBezTo>
                    <a:pt x="548450" y="99763"/>
                    <a:pt x="556641" y="107938"/>
                    <a:pt x="566738" y="107938"/>
                  </a:cubicBezTo>
                  <a:cubicBezTo>
                    <a:pt x="576835" y="107938"/>
                    <a:pt x="585026" y="99763"/>
                    <a:pt x="585026" y="89673"/>
                  </a:cubicBezTo>
                  <a:cubicBezTo>
                    <a:pt x="585026" y="79584"/>
                    <a:pt x="576835" y="71409"/>
                    <a:pt x="566738" y="71409"/>
                  </a:cubicBezTo>
                  <a:close/>
                  <a:moveTo>
                    <a:pt x="612458" y="391037"/>
                  </a:moveTo>
                  <a:cubicBezTo>
                    <a:pt x="602362" y="391037"/>
                    <a:pt x="594170" y="399212"/>
                    <a:pt x="594170" y="409302"/>
                  </a:cubicBezTo>
                  <a:cubicBezTo>
                    <a:pt x="594170" y="419391"/>
                    <a:pt x="602362" y="427566"/>
                    <a:pt x="612458" y="427566"/>
                  </a:cubicBezTo>
                  <a:cubicBezTo>
                    <a:pt x="622554" y="427566"/>
                    <a:pt x="630746" y="419391"/>
                    <a:pt x="630746" y="409302"/>
                  </a:cubicBezTo>
                  <a:cubicBezTo>
                    <a:pt x="630746" y="399212"/>
                    <a:pt x="622554" y="391037"/>
                    <a:pt x="612458" y="391037"/>
                  </a:cubicBezTo>
                  <a:close/>
                  <a:moveTo>
                    <a:pt x="612458" y="299715"/>
                  </a:moveTo>
                  <a:cubicBezTo>
                    <a:pt x="602362" y="299715"/>
                    <a:pt x="594170" y="307890"/>
                    <a:pt x="594170" y="317979"/>
                  </a:cubicBezTo>
                  <a:cubicBezTo>
                    <a:pt x="594170" y="328069"/>
                    <a:pt x="602362" y="336244"/>
                    <a:pt x="612458" y="336244"/>
                  </a:cubicBezTo>
                  <a:cubicBezTo>
                    <a:pt x="622554" y="336244"/>
                    <a:pt x="630746" y="328069"/>
                    <a:pt x="630746" y="317979"/>
                  </a:cubicBezTo>
                  <a:cubicBezTo>
                    <a:pt x="630746" y="307890"/>
                    <a:pt x="622554" y="299715"/>
                    <a:pt x="612458" y="299715"/>
                  </a:cubicBezTo>
                  <a:close/>
                  <a:moveTo>
                    <a:pt x="612458" y="482359"/>
                  </a:moveTo>
                  <a:cubicBezTo>
                    <a:pt x="602362" y="482359"/>
                    <a:pt x="594170" y="490534"/>
                    <a:pt x="594170" y="500624"/>
                  </a:cubicBezTo>
                  <a:cubicBezTo>
                    <a:pt x="594170" y="510714"/>
                    <a:pt x="602362" y="518888"/>
                    <a:pt x="612458" y="518888"/>
                  </a:cubicBezTo>
                  <a:cubicBezTo>
                    <a:pt x="622554" y="518888"/>
                    <a:pt x="630746" y="510714"/>
                    <a:pt x="630746" y="500624"/>
                  </a:cubicBezTo>
                  <a:cubicBezTo>
                    <a:pt x="630619" y="490610"/>
                    <a:pt x="622491" y="482550"/>
                    <a:pt x="612458" y="482550"/>
                  </a:cubicBezTo>
                  <a:close/>
                  <a:moveTo>
                    <a:pt x="521018" y="391037"/>
                  </a:moveTo>
                  <a:cubicBezTo>
                    <a:pt x="510922" y="391037"/>
                    <a:pt x="502730" y="399212"/>
                    <a:pt x="502730" y="409302"/>
                  </a:cubicBezTo>
                  <a:cubicBezTo>
                    <a:pt x="502730" y="419391"/>
                    <a:pt x="510922" y="427566"/>
                    <a:pt x="521018" y="427566"/>
                  </a:cubicBezTo>
                  <a:cubicBezTo>
                    <a:pt x="531114" y="427566"/>
                    <a:pt x="539306" y="419391"/>
                    <a:pt x="539306" y="409302"/>
                  </a:cubicBezTo>
                  <a:cubicBezTo>
                    <a:pt x="539306" y="399212"/>
                    <a:pt x="531114" y="391037"/>
                    <a:pt x="521018" y="391037"/>
                  </a:cubicBezTo>
                  <a:close/>
                  <a:moveTo>
                    <a:pt x="612458" y="25748"/>
                  </a:moveTo>
                  <a:cubicBezTo>
                    <a:pt x="602362" y="25748"/>
                    <a:pt x="594170" y="33922"/>
                    <a:pt x="594170" y="44012"/>
                  </a:cubicBezTo>
                  <a:cubicBezTo>
                    <a:pt x="594170" y="54102"/>
                    <a:pt x="602362" y="62277"/>
                    <a:pt x="612458" y="62277"/>
                  </a:cubicBezTo>
                  <a:cubicBezTo>
                    <a:pt x="622554" y="62277"/>
                    <a:pt x="630746" y="54102"/>
                    <a:pt x="630746" y="44012"/>
                  </a:cubicBezTo>
                  <a:cubicBezTo>
                    <a:pt x="630619" y="33998"/>
                    <a:pt x="622491" y="25938"/>
                    <a:pt x="612458" y="25938"/>
                  </a:cubicBezTo>
                  <a:close/>
                  <a:moveTo>
                    <a:pt x="658178" y="619343"/>
                  </a:moveTo>
                  <a:cubicBezTo>
                    <a:pt x="648970" y="619381"/>
                    <a:pt x="641224" y="626293"/>
                    <a:pt x="640144" y="635451"/>
                  </a:cubicBezTo>
                  <a:cubicBezTo>
                    <a:pt x="651891" y="637734"/>
                    <a:pt x="663829" y="639700"/>
                    <a:pt x="676085" y="641349"/>
                  </a:cubicBezTo>
                  <a:cubicBezTo>
                    <a:pt x="678180" y="631475"/>
                    <a:pt x="671830" y="621797"/>
                    <a:pt x="661925" y="619730"/>
                  </a:cubicBezTo>
                  <a:cubicBezTo>
                    <a:pt x="660718" y="619470"/>
                    <a:pt x="659448" y="619343"/>
                    <a:pt x="658178" y="619343"/>
                  </a:cubicBezTo>
                  <a:close/>
                  <a:moveTo>
                    <a:pt x="383858" y="436698"/>
                  </a:moveTo>
                  <a:cubicBezTo>
                    <a:pt x="373762" y="436698"/>
                    <a:pt x="365570" y="444873"/>
                    <a:pt x="365570" y="454963"/>
                  </a:cubicBezTo>
                  <a:cubicBezTo>
                    <a:pt x="365570" y="465053"/>
                    <a:pt x="373762" y="473227"/>
                    <a:pt x="383858" y="473227"/>
                  </a:cubicBezTo>
                  <a:cubicBezTo>
                    <a:pt x="393954" y="473227"/>
                    <a:pt x="402146" y="465053"/>
                    <a:pt x="402146" y="454963"/>
                  </a:cubicBezTo>
                  <a:cubicBezTo>
                    <a:pt x="402146" y="444873"/>
                    <a:pt x="393954" y="436698"/>
                    <a:pt x="383858" y="436698"/>
                  </a:cubicBezTo>
                  <a:close/>
                  <a:moveTo>
                    <a:pt x="612458" y="208392"/>
                  </a:moveTo>
                  <a:cubicBezTo>
                    <a:pt x="602362" y="208392"/>
                    <a:pt x="594170" y="216567"/>
                    <a:pt x="594170" y="226657"/>
                  </a:cubicBezTo>
                  <a:cubicBezTo>
                    <a:pt x="594170" y="236747"/>
                    <a:pt x="602362" y="244921"/>
                    <a:pt x="612458" y="244921"/>
                  </a:cubicBezTo>
                  <a:cubicBezTo>
                    <a:pt x="622554" y="244921"/>
                    <a:pt x="630746" y="236747"/>
                    <a:pt x="630746" y="226657"/>
                  </a:cubicBezTo>
                  <a:cubicBezTo>
                    <a:pt x="630746" y="216567"/>
                    <a:pt x="622554" y="208392"/>
                    <a:pt x="612458" y="208392"/>
                  </a:cubicBezTo>
                  <a:close/>
                  <a:moveTo>
                    <a:pt x="612458" y="117070"/>
                  </a:moveTo>
                  <a:cubicBezTo>
                    <a:pt x="602362" y="117070"/>
                    <a:pt x="594170" y="125245"/>
                    <a:pt x="594170" y="135335"/>
                  </a:cubicBezTo>
                  <a:cubicBezTo>
                    <a:pt x="594170" y="145424"/>
                    <a:pt x="602362" y="153599"/>
                    <a:pt x="612458" y="153599"/>
                  </a:cubicBezTo>
                  <a:cubicBezTo>
                    <a:pt x="622554" y="153599"/>
                    <a:pt x="630746" y="145424"/>
                    <a:pt x="630746" y="135335"/>
                  </a:cubicBezTo>
                  <a:cubicBezTo>
                    <a:pt x="630746" y="125245"/>
                    <a:pt x="622554" y="117070"/>
                    <a:pt x="612458" y="117070"/>
                  </a:cubicBezTo>
                  <a:close/>
                  <a:moveTo>
                    <a:pt x="612458" y="573682"/>
                  </a:moveTo>
                  <a:cubicBezTo>
                    <a:pt x="602362" y="573682"/>
                    <a:pt x="594170" y="581856"/>
                    <a:pt x="594170" y="591946"/>
                  </a:cubicBezTo>
                  <a:cubicBezTo>
                    <a:pt x="594170" y="602036"/>
                    <a:pt x="602362" y="610211"/>
                    <a:pt x="612458" y="610211"/>
                  </a:cubicBezTo>
                  <a:cubicBezTo>
                    <a:pt x="622554" y="610211"/>
                    <a:pt x="630746" y="602036"/>
                    <a:pt x="630746" y="591946"/>
                  </a:cubicBezTo>
                  <a:cubicBezTo>
                    <a:pt x="630746" y="581856"/>
                    <a:pt x="622554" y="573682"/>
                    <a:pt x="612458" y="573682"/>
                  </a:cubicBezTo>
                  <a:close/>
                  <a:moveTo>
                    <a:pt x="521018" y="25748"/>
                  </a:moveTo>
                  <a:cubicBezTo>
                    <a:pt x="510922" y="25748"/>
                    <a:pt x="502730" y="33922"/>
                    <a:pt x="502730" y="44012"/>
                  </a:cubicBezTo>
                  <a:cubicBezTo>
                    <a:pt x="502730" y="54102"/>
                    <a:pt x="510922" y="62277"/>
                    <a:pt x="521018" y="62277"/>
                  </a:cubicBezTo>
                  <a:cubicBezTo>
                    <a:pt x="531114" y="62277"/>
                    <a:pt x="539306" y="54102"/>
                    <a:pt x="539306" y="44012"/>
                  </a:cubicBezTo>
                  <a:cubicBezTo>
                    <a:pt x="539179" y="33998"/>
                    <a:pt x="531051" y="25938"/>
                    <a:pt x="521018" y="25938"/>
                  </a:cubicBezTo>
                  <a:close/>
                  <a:moveTo>
                    <a:pt x="521018" y="117070"/>
                  </a:moveTo>
                  <a:cubicBezTo>
                    <a:pt x="510922" y="117070"/>
                    <a:pt x="502730" y="125245"/>
                    <a:pt x="502730" y="135335"/>
                  </a:cubicBezTo>
                  <a:cubicBezTo>
                    <a:pt x="502730" y="145424"/>
                    <a:pt x="510922" y="153599"/>
                    <a:pt x="521018" y="153599"/>
                  </a:cubicBezTo>
                  <a:cubicBezTo>
                    <a:pt x="531114" y="153599"/>
                    <a:pt x="539306" y="145424"/>
                    <a:pt x="539306" y="135335"/>
                  </a:cubicBezTo>
                  <a:cubicBezTo>
                    <a:pt x="539306" y="125245"/>
                    <a:pt x="531114" y="117070"/>
                    <a:pt x="521018" y="117070"/>
                  </a:cubicBezTo>
                  <a:close/>
                  <a:moveTo>
                    <a:pt x="521018" y="208392"/>
                  </a:moveTo>
                  <a:cubicBezTo>
                    <a:pt x="510922" y="208392"/>
                    <a:pt x="502730" y="216567"/>
                    <a:pt x="502730" y="226657"/>
                  </a:cubicBezTo>
                  <a:cubicBezTo>
                    <a:pt x="502730" y="236747"/>
                    <a:pt x="510922" y="244921"/>
                    <a:pt x="521018" y="244921"/>
                  </a:cubicBezTo>
                  <a:cubicBezTo>
                    <a:pt x="531114" y="244921"/>
                    <a:pt x="539306" y="236747"/>
                    <a:pt x="539306" y="226657"/>
                  </a:cubicBezTo>
                  <a:cubicBezTo>
                    <a:pt x="539306" y="216567"/>
                    <a:pt x="531114" y="208392"/>
                    <a:pt x="521018" y="208392"/>
                  </a:cubicBezTo>
                  <a:close/>
                  <a:moveTo>
                    <a:pt x="521018" y="299715"/>
                  </a:moveTo>
                  <a:cubicBezTo>
                    <a:pt x="510922" y="299715"/>
                    <a:pt x="502730" y="307890"/>
                    <a:pt x="502730" y="317979"/>
                  </a:cubicBezTo>
                  <a:cubicBezTo>
                    <a:pt x="502730" y="328069"/>
                    <a:pt x="510922" y="336244"/>
                    <a:pt x="521018" y="336244"/>
                  </a:cubicBezTo>
                  <a:cubicBezTo>
                    <a:pt x="531114" y="336244"/>
                    <a:pt x="539306" y="328069"/>
                    <a:pt x="539306" y="317979"/>
                  </a:cubicBezTo>
                  <a:cubicBezTo>
                    <a:pt x="539306" y="307890"/>
                    <a:pt x="531114" y="299715"/>
                    <a:pt x="521018" y="299715"/>
                  </a:cubicBezTo>
                  <a:close/>
                  <a:moveTo>
                    <a:pt x="566738" y="162731"/>
                  </a:moveTo>
                  <a:cubicBezTo>
                    <a:pt x="556641" y="162731"/>
                    <a:pt x="548450" y="170906"/>
                    <a:pt x="548450" y="180996"/>
                  </a:cubicBezTo>
                  <a:cubicBezTo>
                    <a:pt x="548450" y="191086"/>
                    <a:pt x="556641" y="199260"/>
                    <a:pt x="566738" y="199260"/>
                  </a:cubicBezTo>
                  <a:cubicBezTo>
                    <a:pt x="576835" y="199260"/>
                    <a:pt x="585026" y="191086"/>
                    <a:pt x="585026" y="180996"/>
                  </a:cubicBezTo>
                  <a:cubicBezTo>
                    <a:pt x="585026" y="170906"/>
                    <a:pt x="576835" y="162731"/>
                    <a:pt x="566738" y="162731"/>
                  </a:cubicBezTo>
                  <a:close/>
                  <a:moveTo>
                    <a:pt x="566738" y="528021"/>
                  </a:moveTo>
                  <a:cubicBezTo>
                    <a:pt x="556578" y="527983"/>
                    <a:pt x="548387" y="536164"/>
                    <a:pt x="548323" y="546285"/>
                  </a:cubicBezTo>
                  <a:cubicBezTo>
                    <a:pt x="548260" y="556407"/>
                    <a:pt x="556451" y="564638"/>
                    <a:pt x="566611" y="564676"/>
                  </a:cubicBezTo>
                  <a:cubicBezTo>
                    <a:pt x="576771" y="564714"/>
                    <a:pt x="584962" y="556533"/>
                    <a:pt x="585026" y="546412"/>
                  </a:cubicBezTo>
                  <a:cubicBezTo>
                    <a:pt x="585026" y="546367"/>
                    <a:pt x="585026" y="546330"/>
                    <a:pt x="585026" y="546285"/>
                  </a:cubicBezTo>
                  <a:cubicBezTo>
                    <a:pt x="585026" y="536195"/>
                    <a:pt x="576835" y="528021"/>
                    <a:pt x="566738" y="528021"/>
                  </a:cubicBezTo>
                  <a:close/>
                  <a:moveTo>
                    <a:pt x="566738" y="254054"/>
                  </a:moveTo>
                  <a:cubicBezTo>
                    <a:pt x="556641" y="254054"/>
                    <a:pt x="548450" y="262228"/>
                    <a:pt x="548450" y="272318"/>
                  </a:cubicBezTo>
                  <a:cubicBezTo>
                    <a:pt x="548450" y="282408"/>
                    <a:pt x="556641" y="290583"/>
                    <a:pt x="566738" y="290583"/>
                  </a:cubicBezTo>
                  <a:cubicBezTo>
                    <a:pt x="576835" y="290583"/>
                    <a:pt x="585026" y="282408"/>
                    <a:pt x="585026" y="272318"/>
                  </a:cubicBezTo>
                  <a:cubicBezTo>
                    <a:pt x="584899" y="262304"/>
                    <a:pt x="576771" y="254244"/>
                    <a:pt x="566738" y="254244"/>
                  </a:cubicBezTo>
                  <a:close/>
                  <a:moveTo>
                    <a:pt x="566738" y="345376"/>
                  </a:moveTo>
                  <a:cubicBezTo>
                    <a:pt x="556641" y="345376"/>
                    <a:pt x="548450" y="353551"/>
                    <a:pt x="548450" y="363640"/>
                  </a:cubicBezTo>
                  <a:cubicBezTo>
                    <a:pt x="548450" y="373730"/>
                    <a:pt x="556641" y="381905"/>
                    <a:pt x="566738" y="381905"/>
                  </a:cubicBezTo>
                  <a:cubicBezTo>
                    <a:pt x="576835" y="381905"/>
                    <a:pt x="585026" y="373730"/>
                    <a:pt x="585026" y="363640"/>
                  </a:cubicBezTo>
                  <a:cubicBezTo>
                    <a:pt x="585026" y="353551"/>
                    <a:pt x="576835" y="345376"/>
                    <a:pt x="566738" y="345376"/>
                  </a:cubicBezTo>
                  <a:close/>
                  <a:moveTo>
                    <a:pt x="566738" y="436698"/>
                  </a:moveTo>
                  <a:cubicBezTo>
                    <a:pt x="556641" y="436698"/>
                    <a:pt x="548450" y="444873"/>
                    <a:pt x="548450" y="454963"/>
                  </a:cubicBezTo>
                  <a:cubicBezTo>
                    <a:pt x="548450" y="465053"/>
                    <a:pt x="556641" y="473227"/>
                    <a:pt x="566738" y="473227"/>
                  </a:cubicBezTo>
                  <a:cubicBezTo>
                    <a:pt x="576835" y="473227"/>
                    <a:pt x="585026" y="465053"/>
                    <a:pt x="585026" y="454963"/>
                  </a:cubicBezTo>
                  <a:cubicBezTo>
                    <a:pt x="585026" y="444873"/>
                    <a:pt x="576835" y="436698"/>
                    <a:pt x="566738" y="436698"/>
                  </a:cubicBezTo>
                  <a:close/>
                  <a:moveTo>
                    <a:pt x="338138" y="299715"/>
                  </a:moveTo>
                  <a:cubicBezTo>
                    <a:pt x="328041" y="299715"/>
                    <a:pt x="319849" y="307890"/>
                    <a:pt x="319849" y="317979"/>
                  </a:cubicBezTo>
                  <a:cubicBezTo>
                    <a:pt x="319849" y="328069"/>
                    <a:pt x="328041" y="336244"/>
                    <a:pt x="338138" y="336244"/>
                  </a:cubicBezTo>
                  <a:cubicBezTo>
                    <a:pt x="348235" y="336244"/>
                    <a:pt x="356426" y="328069"/>
                    <a:pt x="356426" y="317979"/>
                  </a:cubicBezTo>
                  <a:cubicBezTo>
                    <a:pt x="356426" y="307890"/>
                    <a:pt x="348235" y="299715"/>
                    <a:pt x="338138" y="299715"/>
                  </a:cubicBezTo>
                  <a:close/>
                  <a:moveTo>
                    <a:pt x="292418" y="16616"/>
                  </a:moveTo>
                  <a:cubicBezTo>
                    <a:pt x="301879" y="16590"/>
                    <a:pt x="309753" y="9392"/>
                    <a:pt x="310579" y="0"/>
                  </a:cubicBezTo>
                  <a:lnTo>
                    <a:pt x="274193" y="0"/>
                  </a:lnTo>
                  <a:cubicBezTo>
                    <a:pt x="275019" y="9443"/>
                    <a:pt x="282956" y="16679"/>
                    <a:pt x="292418" y="16616"/>
                  </a:cubicBezTo>
                  <a:close/>
                  <a:moveTo>
                    <a:pt x="200978" y="16616"/>
                  </a:moveTo>
                  <a:cubicBezTo>
                    <a:pt x="210439" y="16590"/>
                    <a:pt x="218313" y="9392"/>
                    <a:pt x="219139" y="0"/>
                  </a:cubicBezTo>
                  <a:lnTo>
                    <a:pt x="182880" y="0"/>
                  </a:lnTo>
                  <a:cubicBezTo>
                    <a:pt x="183642" y="9392"/>
                    <a:pt x="191516" y="16616"/>
                    <a:pt x="200978" y="16616"/>
                  </a:cubicBezTo>
                  <a:close/>
                  <a:moveTo>
                    <a:pt x="109538" y="16616"/>
                  </a:moveTo>
                  <a:cubicBezTo>
                    <a:pt x="119000" y="16590"/>
                    <a:pt x="126874" y="9392"/>
                    <a:pt x="127699" y="0"/>
                  </a:cubicBezTo>
                  <a:lnTo>
                    <a:pt x="91440" y="0"/>
                  </a:lnTo>
                  <a:cubicBezTo>
                    <a:pt x="92266" y="9380"/>
                    <a:pt x="100140" y="16584"/>
                    <a:pt x="109538" y="16616"/>
                  </a:cubicBezTo>
                  <a:close/>
                  <a:moveTo>
                    <a:pt x="383858" y="16616"/>
                  </a:moveTo>
                  <a:cubicBezTo>
                    <a:pt x="393319" y="16590"/>
                    <a:pt x="401193" y="9392"/>
                    <a:pt x="402019" y="0"/>
                  </a:cubicBezTo>
                  <a:lnTo>
                    <a:pt x="365761" y="0"/>
                  </a:lnTo>
                  <a:cubicBezTo>
                    <a:pt x="366523" y="9392"/>
                    <a:pt x="374397" y="16616"/>
                    <a:pt x="383858" y="16616"/>
                  </a:cubicBezTo>
                  <a:close/>
                  <a:moveTo>
                    <a:pt x="63818" y="25748"/>
                  </a:moveTo>
                  <a:cubicBezTo>
                    <a:pt x="53722" y="25748"/>
                    <a:pt x="45530" y="33922"/>
                    <a:pt x="45530" y="44012"/>
                  </a:cubicBezTo>
                  <a:cubicBezTo>
                    <a:pt x="45530" y="54102"/>
                    <a:pt x="53722" y="62277"/>
                    <a:pt x="63818" y="62277"/>
                  </a:cubicBezTo>
                  <a:cubicBezTo>
                    <a:pt x="73914" y="62277"/>
                    <a:pt x="82106" y="54102"/>
                    <a:pt x="82106" y="44012"/>
                  </a:cubicBezTo>
                  <a:cubicBezTo>
                    <a:pt x="81979" y="33998"/>
                    <a:pt x="73851" y="25938"/>
                    <a:pt x="63818" y="25938"/>
                  </a:cubicBezTo>
                  <a:close/>
                  <a:moveTo>
                    <a:pt x="63818" y="117070"/>
                  </a:moveTo>
                  <a:cubicBezTo>
                    <a:pt x="57341" y="117121"/>
                    <a:pt x="51436" y="120539"/>
                    <a:pt x="48133" y="126076"/>
                  </a:cubicBezTo>
                  <a:lnTo>
                    <a:pt x="65913" y="153409"/>
                  </a:lnTo>
                  <a:cubicBezTo>
                    <a:pt x="75947" y="152699"/>
                    <a:pt x="83503" y="143991"/>
                    <a:pt x="82804" y="133965"/>
                  </a:cubicBezTo>
                  <a:cubicBezTo>
                    <a:pt x="82106" y="124129"/>
                    <a:pt x="73661" y="116633"/>
                    <a:pt x="63818" y="117070"/>
                  </a:cubicBezTo>
                  <a:close/>
                  <a:moveTo>
                    <a:pt x="475298" y="16616"/>
                  </a:moveTo>
                  <a:cubicBezTo>
                    <a:pt x="484760" y="16590"/>
                    <a:pt x="492634" y="9392"/>
                    <a:pt x="493459" y="0"/>
                  </a:cubicBezTo>
                  <a:lnTo>
                    <a:pt x="457200" y="0"/>
                  </a:lnTo>
                  <a:cubicBezTo>
                    <a:pt x="457962" y="9392"/>
                    <a:pt x="465837" y="16616"/>
                    <a:pt x="475298" y="16616"/>
                  </a:cubicBezTo>
                  <a:close/>
                  <a:moveTo>
                    <a:pt x="18098" y="71409"/>
                  </a:moveTo>
                  <a:cubicBezTo>
                    <a:pt x="16511" y="71447"/>
                    <a:pt x="14923" y="71682"/>
                    <a:pt x="13399" y="72107"/>
                  </a:cubicBezTo>
                  <a:cubicBezTo>
                    <a:pt x="19749" y="81746"/>
                    <a:pt x="26099" y="91513"/>
                    <a:pt x="32449" y="101279"/>
                  </a:cubicBezTo>
                  <a:cubicBezTo>
                    <a:pt x="35179" y="98038"/>
                    <a:pt x="36703" y="93922"/>
                    <a:pt x="36703" y="89673"/>
                  </a:cubicBezTo>
                  <a:cubicBezTo>
                    <a:pt x="36703" y="79584"/>
                    <a:pt x="28512" y="71409"/>
                    <a:pt x="18415" y="71409"/>
                  </a:cubicBezTo>
                  <a:cubicBezTo>
                    <a:pt x="18288" y="71409"/>
                    <a:pt x="18224" y="71409"/>
                    <a:pt x="18098" y="71409"/>
                  </a:cubicBezTo>
                  <a:close/>
                  <a:moveTo>
                    <a:pt x="36259" y="0"/>
                  </a:moveTo>
                  <a:lnTo>
                    <a:pt x="0" y="0"/>
                  </a:lnTo>
                  <a:cubicBezTo>
                    <a:pt x="1016" y="10001"/>
                    <a:pt x="9970" y="17275"/>
                    <a:pt x="20003" y="16248"/>
                  </a:cubicBezTo>
                  <a:cubicBezTo>
                    <a:pt x="28575" y="15366"/>
                    <a:pt x="35370" y="8580"/>
                    <a:pt x="36259" y="0"/>
                  </a:cubicBezTo>
                  <a:close/>
                  <a:moveTo>
                    <a:pt x="1115378" y="16616"/>
                  </a:moveTo>
                  <a:cubicBezTo>
                    <a:pt x="1124839" y="16616"/>
                    <a:pt x="1132713" y="9392"/>
                    <a:pt x="1133475" y="0"/>
                  </a:cubicBezTo>
                  <a:lnTo>
                    <a:pt x="1097280" y="0"/>
                  </a:lnTo>
                  <a:cubicBezTo>
                    <a:pt x="1098042" y="9392"/>
                    <a:pt x="1105916" y="16616"/>
                    <a:pt x="1115378" y="16616"/>
                  </a:cubicBezTo>
                  <a:close/>
                  <a:moveTo>
                    <a:pt x="1023938" y="16616"/>
                  </a:moveTo>
                  <a:cubicBezTo>
                    <a:pt x="1033400" y="16616"/>
                    <a:pt x="1041274" y="9392"/>
                    <a:pt x="1042036" y="0"/>
                  </a:cubicBezTo>
                  <a:lnTo>
                    <a:pt x="1005840" y="0"/>
                  </a:lnTo>
                  <a:cubicBezTo>
                    <a:pt x="1006602" y="9392"/>
                    <a:pt x="1014476" y="16616"/>
                    <a:pt x="1023938" y="16616"/>
                  </a:cubicBezTo>
                  <a:close/>
                  <a:moveTo>
                    <a:pt x="932498" y="16616"/>
                  </a:moveTo>
                  <a:cubicBezTo>
                    <a:pt x="941960" y="16616"/>
                    <a:pt x="949834" y="9392"/>
                    <a:pt x="950595" y="0"/>
                  </a:cubicBezTo>
                  <a:lnTo>
                    <a:pt x="914400" y="0"/>
                  </a:lnTo>
                  <a:cubicBezTo>
                    <a:pt x="915162" y="9392"/>
                    <a:pt x="923037" y="16616"/>
                    <a:pt x="932498" y="16616"/>
                  </a:cubicBezTo>
                  <a:close/>
                  <a:moveTo>
                    <a:pt x="109538" y="162478"/>
                  </a:moveTo>
                  <a:cubicBezTo>
                    <a:pt x="99441" y="162478"/>
                    <a:pt x="91249" y="170652"/>
                    <a:pt x="91249" y="180742"/>
                  </a:cubicBezTo>
                  <a:cubicBezTo>
                    <a:pt x="91249" y="190832"/>
                    <a:pt x="99441" y="199007"/>
                    <a:pt x="109538" y="199007"/>
                  </a:cubicBezTo>
                  <a:cubicBezTo>
                    <a:pt x="119635" y="199007"/>
                    <a:pt x="127826" y="190832"/>
                    <a:pt x="127826" y="180742"/>
                  </a:cubicBezTo>
                  <a:cubicBezTo>
                    <a:pt x="127699" y="170754"/>
                    <a:pt x="119571" y="162731"/>
                    <a:pt x="109538" y="162731"/>
                  </a:cubicBezTo>
                  <a:close/>
                  <a:moveTo>
                    <a:pt x="566738" y="16616"/>
                  </a:moveTo>
                  <a:cubicBezTo>
                    <a:pt x="576200" y="16590"/>
                    <a:pt x="584074" y="9392"/>
                    <a:pt x="584899" y="0"/>
                  </a:cubicBezTo>
                  <a:lnTo>
                    <a:pt x="548640" y="0"/>
                  </a:lnTo>
                  <a:cubicBezTo>
                    <a:pt x="549402" y="9392"/>
                    <a:pt x="557276" y="16616"/>
                    <a:pt x="566738" y="16616"/>
                  </a:cubicBezTo>
                  <a:close/>
                  <a:moveTo>
                    <a:pt x="1206818" y="16616"/>
                  </a:moveTo>
                  <a:cubicBezTo>
                    <a:pt x="1216279" y="16616"/>
                    <a:pt x="1224153" y="9392"/>
                    <a:pt x="1224915" y="0"/>
                  </a:cubicBezTo>
                  <a:lnTo>
                    <a:pt x="1188593" y="0"/>
                  </a:lnTo>
                  <a:cubicBezTo>
                    <a:pt x="1189419" y="9443"/>
                    <a:pt x="1197356" y="16679"/>
                    <a:pt x="1206818" y="16616"/>
                  </a:cubicBezTo>
                  <a:close/>
                  <a:moveTo>
                    <a:pt x="841058" y="16616"/>
                  </a:moveTo>
                  <a:cubicBezTo>
                    <a:pt x="850519" y="16616"/>
                    <a:pt x="858393" y="9392"/>
                    <a:pt x="859155" y="0"/>
                  </a:cubicBezTo>
                  <a:lnTo>
                    <a:pt x="822961" y="0"/>
                  </a:lnTo>
                  <a:cubicBezTo>
                    <a:pt x="823723" y="9392"/>
                    <a:pt x="831597" y="16616"/>
                    <a:pt x="841058" y="16616"/>
                  </a:cubicBezTo>
                  <a:close/>
                  <a:moveTo>
                    <a:pt x="658178" y="16616"/>
                  </a:moveTo>
                  <a:cubicBezTo>
                    <a:pt x="667639" y="16590"/>
                    <a:pt x="675513" y="9392"/>
                    <a:pt x="676339" y="0"/>
                  </a:cubicBezTo>
                  <a:lnTo>
                    <a:pt x="640080" y="0"/>
                  </a:lnTo>
                  <a:cubicBezTo>
                    <a:pt x="640842" y="9392"/>
                    <a:pt x="648716" y="16616"/>
                    <a:pt x="658178" y="16616"/>
                  </a:cubicBezTo>
                  <a:close/>
                  <a:moveTo>
                    <a:pt x="749618" y="16616"/>
                  </a:moveTo>
                  <a:cubicBezTo>
                    <a:pt x="759079" y="16616"/>
                    <a:pt x="766953" y="9392"/>
                    <a:pt x="767715" y="0"/>
                  </a:cubicBezTo>
                  <a:lnTo>
                    <a:pt x="731393" y="0"/>
                  </a:lnTo>
                  <a:cubicBezTo>
                    <a:pt x="732219" y="9443"/>
                    <a:pt x="740156" y="16679"/>
                    <a:pt x="749618" y="16616"/>
                  </a:cubicBezTo>
                  <a:close/>
                  <a:moveTo>
                    <a:pt x="200978" y="71409"/>
                  </a:moveTo>
                  <a:cubicBezTo>
                    <a:pt x="190881" y="71409"/>
                    <a:pt x="182690" y="79584"/>
                    <a:pt x="182690" y="89673"/>
                  </a:cubicBezTo>
                  <a:cubicBezTo>
                    <a:pt x="182690" y="99763"/>
                    <a:pt x="190881" y="107938"/>
                    <a:pt x="200978" y="107938"/>
                  </a:cubicBezTo>
                  <a:cubicBezTo>
                    <a:pt x="211075" y="107938"/>
                    <a:pt x="219266" y="99763"/>
                    <a:pt x="219266" y="89673"/>
                  </a:cubicBezTo>
                  <a:cubicBezTo>
                    <a:pt x="219266" y="79584"/>
                    <a:pt x="211075" y="71409"/>
                    <a:pt x="200978" y="71409"/>
                  </a:cubicBezTo>
                  <a:close/>
                  <a:moveTo>
                    <a:pt x="292418" y="162731"/>
                  </a:moveTo>
                  <a:cubicBezTo>
                    <a:pt x="282322" y="162731"/>
                    <a:pt x="274130" y="170906"/>
                    <a:pt x="274130" y="180996"/>
                  </a:cubicBezTo>
                  <a:cubicBezTo>
                    <a:pt x="274130" y="191086"/>
                    <a:pt x="282322" y="199260"/>
                    <a:pt x="292418" y="199260"/>
                  </a:cubicBezTo>
                  <a:cubicBezTo>
                    <a:pt x="302514" y="199260"/>
                    <a:pt x="310706" y="191086"/>
                    <a:pt x="310706" y="180996"/>
                  </a:cubicBezTo>
                  <a:cubicBezTo>
                    <a:pt x="310706" y="170906"/>
                    <a:pt x="302514" y="162731"/>
                    <a:pt x="292418" y="162731"/>
                  </a:cubicBezTo>
                  <a:close/>
                  <a:moveTo>
                    <a:pt x="292418" y="71409"/>
                  </a:moveTo>
                  <a:cubicBezTo>
                    <a:pt x="282322" y="71409"/>
                    <a:pt x="274130" y="79584"/>
                    <a:pt x="274130" y="89673"/>
                  </a:cubicBezTo>
                  <a:cubicBezTo>
                    <a:pt x="274130" y="99763"/>
                    <a:pt x="282322" y="107938"/>
                    <a:pt x="292418" y="107938"/>
                  </a:cubicBezTo>
                  <a:cubicBezTo>
                    <a:pt x="302514" y="107938"/>
                    <a:pt x="310706" y="99763"/>
                    <a:pt x="310706" y="89673"/>
                  </a:cubicBezTo>
                  <a:cubicBezTo>
                    <a:pt x="310706" y="79584"/>
                    <a:pt x="302514" y="71409"/>
                    <a:pt x="292418" y="71409"/>
                  </a:cubicBezTo>
                  <a:close/>
                  <a:moveTo>
                    <a:pt x="292418" y="254054"/>
                  </a:moveTo>
                  <a:cubicBezTo>
                    <a:pt x="282322" y="254054"/>
                    <a:pt x="274130" y="262228"/>
                    <a:pt x="274130" y="272318"/>
                  </a:cubicBezTo>
                  <a:cubicBezTo>
                    <a:pt x="274130" y="282408"/>
                    <a:pt x="282322" y="290583"/>
                    <a:pt x="292418" y="290583"/>
                  </a:cubicBezTo>
                  <a:cubicBezTo>
                    <a:pt x="302514" y="290583"/>
                    <a:pt x="310706" y="282408"/>
                    <a:pt x="310706" y="272318"/>
                  </a:cubicBezTo>
                  <a:cubicBezTo>
                    <a:pt x="310579" y="262304"/>
                    <a:pt x="302451" y="254244"/>
                    <a:pt x="292418" y="254244"/>
                  </a:cubicBezTo>
                  <a:close/>
                  <a:moveTo>
                    <a:pt x="292418" y="345376"/>
                  </a:moveTo>
                  <a:cubicBezTo>
                    <a:pt x="282322" y="345376"/>
                    <a:pt x="274130" y="353551"/>
                    <a:pt x="274130" y="363640"/>
                  </a:cubicBezTo>
                  <a:cubicBezTo>
                    <a:pt x="274130" y="373730"/>
                    <a:pt x="282322" y="381905"/>
                    <a:pt x="292418" y="381905"/>
                  </a:cubicBezTo>
                  <a:cubicBezTo>
                    <a:pt x="302514" y="381905"/>
                    <a:pt x="310706" y="373730"/>
                    <a:pt x="310706" y="363640"/>
                  </a:cubicBezTo>
                  <a:cubicBezTo>
                    <a:pt x="310706" y="353551"/>
                    <a:pt x="302514" y="345376"/>
                    <a:pt x="292418" y="345376"/>
                  </a:cubicBezTo>
                  <a:close/>
                  <a:moveTo>
                    <a:pt x="338138" y="208392"/>
                  </a:moveTo>
                  <a:cubicBezTo>
                    <a:pt x="328041" y="208392"/>
                    <a:pt x="319849" y="216567"/>
                    <a:pt x="319849" y="226657"/>
                  </a:cubicBezTo>
                  <a:cubicBezTo>
                    <a:pt x="319849" y="236747"/>
                    <a:pt x="328041" y="244921"/>
                    <a:pt x="338138" y="244921"/>
                  </a:cubicBezTo>
                  <a:cubicBezTo>
                    <a:pt x="348235" y="244921"/>
                    <a:pt x="356426" y="236747"/>
                    <a:pt x="356426" y="226657"/>
                  </a:cubicBezTo>
                  <a:cubicBezTo>
                    <a:pt x="356426" y="216567"/>
                    <a:pt x="348235" y="208392"/>
                    <a:pt x="338138" y="208392"/>
                  </a:cubicBezTo>
                  <a:close/>
                  <a:moveTo>
                    <a:pt x="109538" y="71409"/>
                  </a:moveTo>
                  <a:cubicBezTo>
                    <a:pt x="99441" y="71409"/>
                    <a:pt x="91249" y="79584"/>
                    <a:pt x="91249" y="89673"/>
                  </a:cubicBezTo>
                  <a:cubicBezTo>
                    <a:pt x="91249" y="99763"/>
                    <a:pt x="99441" y="107938"/>
                    <a:pt x="109538" y="107938"/>
                  </a:cubicBezTo>
                  <a:cubicBezTo>
                    <a:pt x="119635" y="107938"/>
                    <a:pt x="127826" y="99763"/>
                    <a:pt x="127826" y="89673"/>
                  </a:cubicBezTo>
                  <a:cubicBezTo>
                    <a:pt x="127826" y="79584"/>
                    <a:pt x="119635" y="71409"/>
                    <a:pt x="109538" y="71409"/>
                  </a:cubicBezTo>
                  <a:close/>
                  <a:moveTo>
                    <a:pt x="246698" y="25748"/>
                  </a:moveTo>
                  <a:cubicBezTo>
                    <a:pt x="236601" y="25748"/>
                    <a:pt x="228410" y="33922"/>
                    <a:pt x="228410" y="44012"/>
                  </a:cubicBezTo>
                  <a:cubicBezTo>
                    <a:pt x="228410" y="54102"/>
                    <a:pt x="236601" y="62277"/>
                    <a:pt x="246698" y="62277"/>
                  </a:cubicBezTo>
                  <a:cubicBezTo>
                    <a:pt x="256794" y="62277"/>
                    <a:pt x="264986" y="54102"/>
                    <a:pt x="264986" y="44012"/>
                  </a:cubicBezTo>
                  <a:cubicBezTo>
                    <a:pt x="264859" y="33998"/>
                    <a:pt x="256731" y="25938"/>
                    <a:pt x="246698" y="25938"/>
                  </a:cubicBezTo>
                  <a:close/>
                  <a:moveTo>
                    <a:pt x="338138" y="117070"/>
                  </a:moveTo>
                  <a:cubicBezTo>
                    <a:pt x="328041" y="117070"/>
                    <a:pt x="319849" y="125245"/>
                    <a:pt x="319849" y="135335"/>
                  </a:cubicBezTo>
                  <a:cubicBezTo>
                    <a:pt x="319849" y="145424"/>
                    <a:pt x="328041" y="153599"/>
                    <a:pt x="338138" y="153599"/>
                  </a:cubicBezTo>
                  <a:cubicBezTo>
                    <a:pt x="348235" y="153599"/>
                    <a:pt x="356426" y="145424"/>
                    <a:pt x="356426" y="135335"/>
                  </a:cubicBezTo>
                  <a:cubicBezTo>
                    <a:pt x="356426" y="125245"/>
                    <a:pt x="348235" y="117070"/>
                    <a:pt x="338138" y="117070"/>
                  </a:cubicBezTo>
                  <a:close/>
                  <a:moveTo>
                    <a:pt x="658178" y="528021"/>
                  </a:moveTo>
                  <a:cubicBezTo>
                    <a:pt x="648018" y="527983"/>
                    <a:pt x="639826" y="536164"/>
                    <a:pt x="639763" y="546285"/>
                  </a:cubicBezTo>
                  <a:cubicBezTo>
                    <a:pt x="639700" y="556407"/>
                    <a:pt x="647891" y="564638"/>
                    <a:pt x="658051" y="564676"/>
                  </a:cubicBezTo>
                  <a:cubicBezTo>
                    <a:pt x="668211" y="564714"/>
                    <a:pt x="676402" y="556533"/>
                    <a:pt x="676466" y="546412"/>
                  </a:cubicBezTo>
                  <a:cubicBezTo>
                    <a:pt x="676466" y="546367"/>
                    <a:pt x="676466" y="546330"/>
                    <a:pt x="676466" y="546285"/>
                  </a:cubicBezTo>
                  <a:cubicBezTo>
                    <a:pt x="676466" y="536195"/>
                    <a:pt x="668275" y="528021"/>
                    <a:pt x="658178" y="528021"/>
                  </a:cubicBezTo>
                  <a:close/>
                  <a:moveTo>
                    <a:pt x="338138" y="391037"/>
                  </a:moveTo>
                  <a:cubicBezTo>
                    <a:pt x="328041" y="391037"/>
                    <a:pt x="319849" y="399212"/>
                    <a:pt x="319849" y="409302"/>
                  </a:cubicBezTo>
                  <a:cubicBezTo>
                    <a:pt x="319849" y="419391"/>
                    <a:pt x="328041" y="427566"/>
                    <a:pt x="338138" y="427566"/>
                  </a:cubicBezTo>
                  <a:cubicBezTo>
                    <a:pt x="348235" y="427566"/>
                    <a:pt x="356426" y="419391"/>
                    <a:pt x="356426" y="409302"/>
                  </a:cubicBezTo>
                  <a:cubicBezTo>
                    <a:pt x="356426" y="399212"/>
                    <a:pt x="348235" y="391037"/>
                    <a:pt x="338138" y="391037"/>
                  </a:cubicBezTo>
                  <a:close/>
                  <a:moveTo>
                    <a:pt x="155258" y="25748"/>
                  </a:moveTo>
                  <a:cubicBezTo>
                    <a:pt x="145162" y="25748"/>
                    <a:pt x="136970" y="33922"/>
                    <a:pt x="136970" y="44012"/>
                  </a:cubicBezTo>
                  <a:cubicBezTo>
                    <a:pt x="136970" y="54102"/>
                    <a:pt x="145162" y="62277"/>
                    <a:pt x="155258" y="62277"/>
                  </a:cubicBezTo>
                  <a:cubicBezTo>
                    <a:pt x="165354" y="62277"/>
                    <a:pt x="173546" y="54102"/>
                    <a:pt x="173546" y="44012"/>
                  </a:cubicBezTo>
                  <a:cubicBezTo>
                    <a:pt x="173419" y="33998"/>
                    <a:pt x="165291" y="25938"/>
                    <a:pt x="155258" y="25938"/>
                  </a:cubicBezTo>
                  <a:close/>
                  <a:moveTo>
                    <a:pt x="155258" y="117070"/>
                  </a:moveTo>
                  <a:cubicBezTo>
                    <a:pt x="145162" y="117070"/>
                    <a:pt x="136970" y="125245"/>
                    <a:pt x="136970" y="135335"/>
                  </a:cubicBezTo>
                  <a:cubicBezTo>
                    <a:pt x="136970" y="145424"/>
                    <a:pt x="145162" y="153599"/>
                    <a:pt x="155258" y="153599"/>
                  </a:cubicBezTo>
                  <a:cubicBezTo>
                    <a:pt x="165354" y="153599"/>
                    <a:pt x="173546" y="145424"/>
                    <a:pt x="173546" y="135335"/>
                  </a:cubicBezTo>
                  <a:cubicBezTo>
                    <a:pt x="173546" y="125245"/>
                    <a:pt x="165354" y="117070"/>
                    <a:pt x="155258" y="117070"/>
                  </a:cubicBezTo>
                  <a:close/>
                  <a:moveTo>
                    <a:pt x="200978" y="254054"/>
                  </a:moveTo>
                  <a:cubicBezTo>
                    <a:pt x="190881" y="254054"/>
                    <a:pt x="182690" y="262228"/>
                    <a:pt x="182690" y="272318"/>
                  </a:cubicBezTo>
                  <a:cubicBezTo>
                    <a:pt x="182690" y="282408"/>
                    <a:pt x="190881" y="290583"/>
                    <a:pt x="200978" y="290583"/>
                  </a:cubicBezTo>
                  <a:cubicBezTo>
                    <a:pt x="211075" y="290583"/>
                    <a:pt x="219266" y="282408"/>
                    <a:pt x="219266" y="272318"/>
                  </a:cubicBezTo>
                  <a:cubicBezTo>
                    <a:pt x="219139" y="262304"/>
                    <a:pt x="211011" y="254244"/>
                    <a:pt x="200978" y="254244"/>
                  </a:cubicBezTo>
                  <a:close/>
                  <a:moveTo>
                    <a:pt x="155258" y="208392"/>
                  </a:moveTo>
                  <a:cubicBezTo>
                    <a:pt x="145162" y="208392"/>
                    <a:pt x="136970" y="216567"/>
                    <a:pt x="136970" y="226657"/>
                  </a:cubicBezTo>
                  <a:cubicBezTo>
                    <a:pt x="136970" y="236747"/>
                    <a:pt x="145162" y="244921"/>
                    <a:pt x="155258" y="244921"/>
                  </a:cubicBezTo>
                  <a:cubicBezTo>
                    <a:pt x="165354" y="244921"/>
                    <a:pt x="173546" y="236747"/>
                    <a:pt x="173546" y="226657"/>
                  </a:cubicBezTo>
                  <a:cubicBezTo>
                    <a:pt x="173546" y="216567"/>
                    <a:pt x="165354" y="208392"/>
                    <a:pt x="155258" y="208392"/>
                  </a:cubicBezTo>
                  <a:close/>
                  <a:moveTo>
                    <a:pt x="200978" y="162731"/>
                  </a:moveTo>
                  <a:cubicBezTo>
                    <a:pt x="190881" y="162731"/>
                    <a:pt x="182690" y="170906"/>
                    <a:pt x="182690" y="180996"/>
                  </a:cubicBezTo>
                  <a:cubicBezTo>
                    <a:pt x="182690" y="191086"/>
                    <a:pt x="190881" y="199260"/>
                    <a:pt x="200978" y="199260"/>
                  </a:cubicBezTo>
                  <a:cubicBezTo>
                    <a:pt x="211075" y="199260"/>
                    <a:pt x="219266" y="191086"/>
                    <a:pt x="219266" y="180996"/>
                  </a:cubicBezTo>
                  <a:cubicBezTo>
                    <a:pt x="219266" y="170906"/>
                    <a:pt x="211075" y="162731"/>
                    <a:pt x="200978" y="162731"/>
                  </a:cubicBezTo>
                  <a:close/>
                  <a:moveTo>
                    <a:pt x="246698" y="208392"/>
                  </a:moveTo>
                  <a:cubicBezTo>
                    <a:pt x="236601" y="208392"/>
                    <a:pt x="228410" y="216567"/>
                    <a:pt x="228410" y="226657"/>
                  </a:cubicBezTo>
                  <a:cubicBezTo>
                    <a:pt x="228410" y="236747"/>
                    <a:pt x="236601" y="244921"/>
                    <a:pt x="246698" y="244921"/>
                  </a:cubicBezTo>
                  <a:cubicBezTo>
                    <a:pt x="256794" y="244921"/>
                    <a:pt x="264986" y="236747"/>
                    <a:pt x="264986" y="226657"/>
                  </a:cubicBezTo>
                  <a:cubicBezTo>
                    <a:pt x="264986" y="216567"/>
                    <a:pt x="256794" y="208392"/>
                    <a:pt x="246698" y="208392"/>
                  </a:cubicBezTo>
                  <a:close/>
                  <a:moveTo>
                    <a:pt x="246698" y="299715"/>
                  </a:moveTo>
                  <a:cubicBezTo>
                    <a:pt x="236601" y="299715"/>
                    <a:pt x="228410" y="307890"/>
                    <a:pt x="228410" y="317979"/>
                  </a:cubicBezTo>
                  <a:cubicBezTo>
                    <a:pt x="228410" y="328069"/>
                    <a:pt x="236601" y="336244"/>
                    <a:pt x="246698" y="336244"/>
                  </a:cubicBezTo>
                  <a:cubicBezTo>
                    <a:pt x="256794" y="336244"/>
                    <a:pt x="264986" y="328069"/>
                    <a:pt x="264986" y="317979"/>
                  </a:cubicBezTo>
                  <a:cubicBezTo>
                    <a:pt x="264986" y="307890"/>
                    <a:pt x="256794" y="299715"/>
                    <a:pt x="246698" y="299715"/>
                  </a:cubicBezTo>
                  <a:close/>
                  <a:moveTo>
                    <a:pt x="338138" y="25748"/>
                  </a:moveTo>
                  <a:cubicBezTo>
                    <a:pt x="328041" y="25748"/>
                    <a:pt x="319849" y="33922"/>
                    <a:pt x="319849" y="44012"/>
                  </a:cubicBezTo>
                  <a:cubicBezTo>
                    <a:pt x="319849" y="54102"/>
                    <a:pt x="328041" y="62277"/>
                    <a:pt x="338138" y="62277"/>
                  </a:cubicBezTo>
                  <a:cubicBezTo>
                    <a:pt x="348235" y="62277"/>
                    <a:pt x="356426" y="54102"/>
                    <a:pt x="356426" y="44012"/>
                  </a:cubicBezTo>
                  <a:cubicBezTo>
                    <a:pt x="356299" y="33998"/>
                    <a:pt x="348171" y="25938"/>
                    <a:pt x="338138" y="25938"/>
                  </a:cubicBezTo>
                  <a:close/>
                  <a:moveTo>
                    <a:pt x="246698" y="117070"/>
                  </a:moveTo>
                  <a:cubicBezTo>
                    <a:pt x="236601" y="117070"/>
                    <a:pt x="228410" y="125245"/>
                    <a:pt x="228410" y="135335"/>
                  </a:cubicBezTo>
                  <a:cubicBezTo>
                    <a:pt x="228410" y="145424"/>
                    <a:pt x="236601" y="153599"/>
                    <a:pt x="246698" y="153599"/>
                  </a:cubicBezTo>
                  <a:cubicBezTo>
                    <a:pt x="256794" y="153599"/>
                    <a:pt x="264986" y="145424"/>
                    <a:pt x="264986" y="135335"/>
                  </a:cubicBezTo>
                  <a:cubicBezTo>
                    <a:pt x="264986" y="125245"/>
                    <a:pt x="256794" y="117070"/>
                    <a:pt x="246698" y="117070"/>
                  </a:cubicBezTo>
                  <a:close/>
                  <a:moveTo>
                    <a:pt x="1023938" y="345376"/>
                  </a:moveTo>
                  <a:cubicBezTo>
                    <a:pt x="1013841" y="345376"/>
                    <a:pt x="1005650" y="353551"/>
                    <a:pt x="1005650" y="363640"/>
                  </a:cubicBezTo>
                  <a:cubicBezTo>
                    <a:pt x="1005650" y="373730"/>
                    <a:pt x="1013841" y="381905"/>
                    <a:pt x="1023938" y="381905"/>
                  </a:cubicBezTo>
                  <a:cubicBezTo>
                    <a:pt x="1034035" y="381905"/>
                    <a:pt x="1042226" y="373730"/>
                    <a:pt x="1042226" y="363640"/>
                  </a:cubicBezTo>
                  <a:cubicBezTo>
                    <a:pt x="1042226" y="353551"/>
                    <a:pt x="1034035" y="345376"/>
                    <a:pt x="1023938" y="345376"/>
                  </a:cubicBezTo>
                  <a:close/>
                  <a:moveTo>
                    <a:pt x="978218" y="25748"/>
                  </a:moveTo>
                  <a:cubicBezTo>
                    <a:pt x="968122" y="25748"/>
                    <a:pt x="959930" y="33922"/>
                    <a:pt x="959930" y="44012"/>
                  </a:cubicBezTo>
                  <a:cubicBezTo>
                    <a:pt x="959930" y="54102"/>
                    <a:pt x="968122" y="62277"/>
                    <a:pt x="978218" y="62277"/>
                  </a:cubicBezTo>
                  <a:cubicBezTo>
                    <a:pt x="988314" y="62277"/>
                    <a:pt x="996506" y="54102"/>
                    <a:pt x="996506" y="44012"/>
                  </a:cubicBezTo>
                  <a:cubicBezTo>
                    <a:pt x="996379" y="33998"/>
                    <a:pt x="988251" y="25938"/>
                    <a:pt x="978218" y="25938"/>
                  </a:cubicBezTo>
                  <a:close/>
                  <a:moveTo>
                    <a:pt x="1023938" y="436698"/>
                  </a:moveTo>
                  <a:cubicBezTo>
                    <a:pt x="1013841" y="436698"/>
                    <a:pt x="1005650" y="444873"/>
                    <a:pt x="1005650" y="454963"/>
                  </a:cubicBezTo>
                  <a:cubicBezTo>
                    <a:pt x="1005650" y="465053"/>
                    <a:pt x="1013841" y="473227"/>
                    <a:pt x="1023938" y="473227"/>
                  </a:cubicBezTo>
                  <a:cubicBezTo>
                    <a:pt x="1034035" y="473227"/>
                    <a:pt x="1042226" y="465053"/>
                    <a:pt x="1042226" y="454963"/>
                  </a:cubicBezTo>
                  <a:cubicBezTo>
                    <a:pt x="1042226" y="444873"/>
                    <a:pt x="1034035" y="436698"/>
                    <a:pt x="1023938" y="436698"/>
                  </a:cubicBezTo>
                  <a:close/>
                  <a:moveTo>
                    <a:pt x="978218" y="117070"/>
                  </a:moveTo>
                  <a:cubicBezTo>
                    <a:pt x="968122" y="117070"/>
                    <a:pt x="959930" y="125245"/>
                    <a:pt x="959930" y="135335"/>
                  </a:cubicBezTo>
                  <a:cubicBezTo>
                    <a:pt x="959930" y="145424"/>
                    <a:pt x="968122" y="153599"/>
                    <a:pt x="978218" y="153599"/>
                  </a:cubicBezTo>
                  <a:cubicBezTo>
                    <a:pt x="988314" y="153599"/>
                    <a:pt x="996506" y="145424"/>
                    <a:pt x="996506" y="135335"/>
                  </a:cubicBezTo>
                  <a:cubicBezTo>
                    <a:pt x="996506" y="125245"/>
                    <a:pt x="988314" y="117070"/>
                    <a:pt x="978218" y="117070"/>
                  </a:cubicBezTo>
                  <a:close/>
                  <a:moveTo>
                    <a:pt x="1069658" y="391037"/>
                  </a:moveTo>
                  <a:cubicBezTo>
                    <a:pt x="1059562" y="391037"/>
                    <a:pt x="1051370" y="399212"/>
                    <a:pt x="1051370" y="409302"/>
                  </a:cubicBezTo>
                  <a:cubicBezTo>
                    <a:pt x="1051370" y="419391"/>
                    <a:pt x="1059562" y="427566"/>
                    <a:pt x="1069658" y="427566"/>
                  </a:cubicBezTo>
                  <a:cubicBezTo>
                    <a:pt x="1079754" y="427566"/>
                    <a:pt x="1087946" y="419391"/>
                    <a:pt x="1087946" y="409302"/>
                  </a:cubicBezTo>
                  <a:cubicBezTo>
                    <a:pt x="1087946" y="399212"/>
                    <a:pt x="1079754" y="391037"/>
                    <a:pt x="1069658" y="391037"/>
                  </a:cubicBezTo>
                  <a:close/>
                  <a:moveTo>
                    <a:pt x="1023938" y="254054"/>
                  </a:moveTo>
                  <a:cubicBezTo>
                    <a:pt x="1013841" y="254054"/>
                    <a:pt x="1005650" y="262228"/>
                    <a:pt x="1005650" y="272318"/>
                  </a:cubicBezTo>
                  <a:cubicBezTo>
                    <a:pt x="1005650" y="282408"/>
                    <a:pt x="1013841" y="290583"/>
                    <a:pt x="1023938" y="290583"/>
                  </a:cubicBezTo>
                  <a:cubicBezTo>
                    <a:pt x="1034035" y="290583"/>
                    <a:pt x="1042226" y="282408"/>
                    <a:pt x="1042226" y="272318"/>
                  </a:cubicBezTo>
                  <a:cubicBezTo>
                    <a:pt x="1042099" y="262304"/>
                    <a:pt x="1033971" y="254244"/>
                    <a:pt x="1023938" y="254244"/>
                  </a:cubicBezTo>
                  <a:close/>
                  <a:moveTo>
                    <a:pt x="1023938" y="71409"/>
                  </a:moveTo>
                  <a:cubicBezTo>
                    <a:pt x="1013841" y="71409"/>
                    <a:pt x="1005650" y="79584"/>
                    <a:pt x="1005650" y="89673"/>
                  </a:cubicBezTo>
                  <a:cubicBezTo>
                    <a:pt x="1005650" y="99763"/>
                    <a:pt x="1013841" y="107938"/>
                    <a:pt x="1023938" y="107938"/>
                  </a:cubicBezTo>
                  <a:cubicBezTo>
                    <a:pt x="1034035" y="107938"/>
                    <a:pt x="1042226" y="99763"/>
                    <a:pt x="1042226" y="89673"/>
                  </a:cubicBezTo>
                  <a:cubicBezTo>
                    <a:pt x="1042226" y="79584"/>
                    <a:pt x="1034035" y="71409"/>
                    <a:pt x="1023938" y="71409"/>
                  </a:cubicBezTo>
                  <a:close/>
                  <a:moveTo>
                    <a:pt x="978218" y="208392"/>
                  </a:moveTo>
                  <a:cubicBezTo>
                    <a:pt x="968122" y="208392"/>
                    <a:pt x="959930" y="216567"/>
                    <a:pt x="959930" y="226657"/>
                  </a:cubicBezTo>
                  <a:cubicBezTo>
                    <a:pt x="959930" y="236747"/>
                    <a:pt x="968122" y="244921"/>
                    <a:pt x="978218" y="244921"/>
                  </a:cubicBezTo>
                  <a:cubicBezTo>
                    <a:pt x="988314" y="244921"/>
                    <a:pt x="996506" y="236747"/>
                    <a:pt x="996506" y="226657"/>
                  </a:cubicBezTo>
                  <a:cubicBezTo>
                    <a:pt x="996506" y="216567"/>
                    <a:pt x="988314" y="208392"/>
                    <a:pt x="978218" y="208392"/>
                  </a:cubicBezTo>
                  <a:close/>
                  <a:moveTo>
                    <a:pt x="1023938" y="162731"/>
                  </a:moveTo>
                  <a:cubicBezTo>
                    <a:pt x="1013841" y="162731"/>
                    <a:pt x="1005650" y="170906"/>
                    <a:pt x="1005650" y="180996"/>
                  </a:cubicBezTo>
                  <a:cubicBezTo>
                    <a:pt x="1005650" y="191086"/>
                    <a:pt x="1013841" y="199260"/>
                    <a:pt x="1023938" y="199260"/>
                  </a:cubicBezTo>
                  <a:cubicBezTo>
                    <a:pt x="1034035" y="199260"/>
                    <a:pt x="1042226" y="191086"/>
                    <a:pt x="1042226" y="180996"/>
                  </a:cubicBezTo>
                  <a:cubicBezTo>
                    <a:pt x="1042226" y="170906"/>
                    <a:pt x="1034035" y="162731"/>
                    <a:pt x="1023938" y="162731"/>
                  </a:cubicBezTo>
                  <a:close/>
                  <a:moveTo>
                    <a:pt x="932498" y="528021"/>
                  </a:moveTo>
                  <a:cubicBezTo>
                    <a:pt x="922338" y="527983"/>
                    <a:pt x="914147" y="536164"/>
                    <a:pt x="914083" y="546285"/>
                  </a:cubicBezTo>
                  <a:cubicBezTo>
                    <a:pt x="914019" y="556407"/>
                    <a:pt x="922211" y="564638"/>
                    <a:pt x="932371" y="564676"/>
                  </a:cubicBezTo>
                  <a:cubicBezTo>
                    <a:pt x="942531" y="564714"/>
                    <a:pt x="950723" y="556533"/>
                    <a:pt x="950786" y="546412"/>
                  </a:cubicBezTo>
                  <a:cubicBezTo>
                    <a:pt x="950786" y="546367"/>
                    <a:pt x="950786" y="546330"/>
                    <a:pt x="950786" y="546285"/>
                  </a:cubicBezTo>
                  <a:cubicBezTo>
                    <a:pt x="950786" y="536195"/>
                    <a:pt x="942594" y="528021"/>
                    <a:pt x="932498" y="528021"/>
                  </a:cubicBezTo>
                  <a:close/>
                  <a:moveTo>
                    <a:pt x="932498" y="436698"/>
                  </a:moveTo>
                  <a:cubicBezTo>
                    <a:pt x="922401" y="436698"/>
                    <a:pt x="914210" y="444873"/>
                    <a:pt x="914210" y="454963"/>
                  </a:cubicBezTo>
                  <a:cubicBezTo>
                    <a:pt x="914210" y="465053"/>
                    <a:pt x="922401" y="473227"/>
                    <a:pt x="932498" y="473227"/>
                  </a:cubicBezTo>
                  <a:cubicBezTo>
                    <a:pt x="942594" y="473227"/>
                    <a:pt x="950786" y="465053"/>
                    <a:pt x="950786" y="454963"/>
                  </a:cubicBezTo>
                  <a:cubicBezTo>
                    <a:pt x="950786" y="444873"/>
                    <a:pt x="942594" y="436698"/>
                    <a:pt x="932498" y="436698"/>
                  </a:cubicBezTo>
                  <a:close/>
                  <a:moveTo>
                    <a:pt x="932498" y="345376"/>
                  </a:moveTo>
                  <a:cubicBezTo>
                    <a:pt x="922401" y="345376"/>
                    <a:pt x="914210" y="353551"/>
                    <a:pt x="914210" y="363640"/>
                  </a:cubicBezTo>
                  <a:cubicBezTo>
                    <a:pt x="914210" y="373730"/>
                    <a:pt x="922401" y="381905"/>
                    <a:pt x="932498" y="381905"/>
                  </a:cubicBezTo>
                  <a:cubicBezTo>
                    <a:pt x="942594" y="381905"/>
                    <a:pt x="950786" y="373730"/>
                    <a:pt x="950786" y="363640"/>
                  </a:cubicBezTo>
                  <a:cubicBezTo>
                    <a:pt x="950786" y="353551"/>
                    <a:pt x="942594" y="345376"/>
                    <a:pt x="932498" y="345376"/>
                  </a:cubicBezTo>
                  <a:close/>
                  <a:moveTo>
                    <a:pt x="1069658" y="299715"/>
                  </a:moveTo>
                  <a:cubicBezTo>
                    <a:pt x="1059562" y="299715"/>
                    <a:pt x="1051370" y="307890"/>
                    <a:pt x="1051370" y="317979"/>
                  </a:cubicBezTo>
                  <a:cubicBezTo>
                    <a:pt x="1051370" y="328069"/>
                    <a:pt x="1059562" y="336244"/>
                    <a:pt x="1069658" y="336244"/>
                  </a:cubicBezTo>
                  <a:cubicBezTo>
                    <a:pt x="1079754" y="336244"/>
                    <a:pt x="1087946" y="328069"/>
                    <a:pt x="1087946" y="317979"/>
                  </a:cubicBezTo>
                  <a:cubicBezTo>
                    <a:pt x="1087946" y="307890"/>
                    <a:pt x="1079754" y="299715"/>
                    <a:pt x="1069658" y="299715"/>
                  </a:cubicBezTo>
                  <a:close/>
                  <a:moveTo>
                    <a:pt x="886778" y="25748"/>
                  </a:moveTo>
                  <a:cubicBezTo>
                    <a:pt x="876681" y="25748"/>
                    <a:pt x="868490" y="33922"/>
                    <a:pt x="868490" y="44012"/>
                  </a:cubicBezTo>
                  <a:cubicBezTo>
                    <a:pt x="868490" y="54102"/>
                    <a:pt x="876681" y="62277"/>
                    <a:pt x="886778" y="62277"/>
                  </a:cubicBezTo>
                  <a:cubicBezTo>
                    <a:pt x="896875" y="62277"/>
                    <a:pt x="905066" y="54102"/>
                    <a:pt x="905066" y="44012"/>
                  </a:cubicBezTo>
                  <a:cubicBezTo>
                    <a:pt x="904939" y="33998"/>
                    <a:pt x="896811" y="25938"/>
                    <a:pt x="886778" y="25938"/>
                  </a:cubicBezTo>
                  <a:close/>
                  <a:moveTo>
                    <a:pt x="932498" y="162731"/>
                  </a:moveTo>
                  <a:cubicBezTo>
                    <a:pt x="922401" y="162731"/>
                    <a:pt x="914210" y="170906"/>
                    <a:pt x="914210" y="180996"/>
                  </a:cubicBezTo>
                  <a:cubicBezTo>
                    <a:pt x="914210" y="191086"/>
                    <a:pt x="922401" y="199260"/>
                    <a:pt x="932498" y="199260"/>
                  </a:cubicBezTo>
                  <a:cubicBezTo>
                    <a:pt x="942594" y="199260"/>
                    <a:pt x="950786" y="191086"/>
                    <a:pt x="950786" y="180996"/>
                  </a:cubicBezTo>
                  <a:cubicBezTo>
                    <a:pt x="950786" y="170906"/>
                    <a:pt x="942594" y="162731"/>
                    <a:pt x="932498" y="162731"/>
                  </a:cubicBezTo>
                  <a:close/>
                  <a:moveTo>
                    <a:pt x="978218" y="482359"/>
                  </a:moveTo>
                  <a:cubicBezTo>
                    <a:pt x="968122" y="482359"/>
                    <a:pt x="959930" y="490534"/>
                    <a:pt x="959930" y="500624"/>
                  </a:cubicBezTo>
                  <a:cubicBezTo>
                    <a:pt x="959930" y="510714"/>
                    <a:pt x="968122" y="518888"/>
                    <a:pt x="978218" y="518888"/>
                  </a:cubicBezTo>
                  <a:cubicBezTo>
                    <a:pt x="988314" y="518888"/>
                    <a:pt x="996506" y="510714"/>
                    <a:pt x="996506" y="500624"/>
                  </a:cubicBezTo>
                  <a:cubicBezTo>
                    <a:pt x="996379" y="490610"/>
                    <a:pt x="988251" y="482550"/>
                    <a:pt x="978218" y="482550"/>
                  </a:cubicBezTo>
                  <a:close/>
                  <a:moveTo>
                    <a:pt x="978218" y="299715"/>
                  </a:moveTo>
                  <a:cubicBezTo>
                    <a:pt x="968122" y="299715"/>
                    <a:pt x="959930" y="307890"/>
                    <a:pt x="959930" y="317979"/>
                  </a:cubicBezTo>
                  <a:cubicBezTo>
                    <a:pt x="959930" y="328069"/>
                    <a:pt x="968122" y="336244"/>
                    <a:pt x="978218" y="336244"/>
                  </a:cubicBezTo>
                  <a:cubicBezTo>
                    <a:pt x="988314" y="336244"/>
                    <a:pt x="996506" y="328069"/>
                    <a:pt x="996506" y="317979"/>
                  </a:cubicBezTo>
                  <a:cubicBezTo>
                    <a:pt x="996506" y="307890"/>
                    <a:pt x="988314" y="299715"/>
                    <a:pt x="978218" y="299715"/>
                  </a:cubicBezTo>
                  <a:close/>
                  <a:moveTo>
                    <a:pt x="978218" y="391037"/>
                  </a:moveTo>
                  <a:cubicBezTo>
                    <a:pt x="968122" y="391037"/>
                    <a:pt x="959930" y="399212"/>
                    <a:pt x="959930" y="409302"/>
                  </a:cubicBezTo>
                  <a:cubicBezTo>
                    <a:pt x="959930" y="419391"/>
                    <a:pt x="968122" y="427566"/>
                    <a:pt x="978218" y="427566"/>
                  </a:cubicBezTo>
                  <a:cubicBezTo>
                    <a:pt x="988314" y="427566"/>
                    <a:pt x="996506" y="419391"/>
                    <a:pt x="996506" y="409302"/>
                  </a:cubicBezTo>
                  <a:cubicBezTo>
                    <a:pt x="996506" y="399212"/>
                    <a:pt x="988314" y="391037"/>
                    <a:pt x="978218" y="391037"/>
                  </a:cubicBezTo>
                  <a:close/>
                  <a:moveTo>
                    <a:pt x="932498" y="71409"/>
                  </a:moveTo>
                  <a:cubicBezTo>
                    <a:pt x="922401" y="71409"/>
                    <a:pt x="914210" y="79584"/>
                    <a:pt x="914210" y="89673"/>
                  </a:cubicBezTo>
                  <a:cubicBezTo>
                    <a:pt x="914210" y="99763"/>
                    <a:pt x="922401" y="107938"/>
                    <a:pt x="932498" y="107938"/>
                  </a:cubicBezTo>
                  <a:cubicBezTo>
                    <a:pt x="942594" y="107938"/>
                    <a:pt x="950786" y="99763"/>
                    <a:pt x="950786" y="89673"/>
                  </a:cubicBezTo>
                  <a:cubicBezTo>
                    <a:pt x="950786" y="79584"/>
                    <a:pt x="942594" y="71409"/>
                    <a:pt x="932498" y="71409"/>
                  </a:cubicBezTo>
                  <a:close/>
                  <a:moveTo>
                    <a:pt x="932498" y="254054"/>
                  </a:moveTo>
                  <a:cubicBezTo>
                    <a:pt x="922401" y="254054"/>
                    <a:pt x="914210" y="262228"/>
                    <a:pt x="914210" y="272318"/>
                  </a:cubicBezTo>
                  <a:cubicBezTo>
                    <a:pt x="914210" y="282408"/>
                    <a:pt x="922401" y="290583"/>
                    <a:pt x="932498" y="290583"/>
                  </a:cubicBezTo>
                  <a:cubicBezTo>
                    <a:pt x="942594" y="290583"/>
                    <a:pt x="950786" y="282408"/>
                    <a:pt x="950786" y="272318"/>
                  </a:cubicBezTo>
                  <a:cubicBezTo>
                    <a:pt x="950659" y="262304"/>
                    <a:pt x="942531" y="254244"/>
                    <a:pt x="932498" y="254244"/>
                  </a:cubicBezTo>
                  <a:close/>
                  <a:moveTo>
                    <a:pt x="1206818" y="162731"/>
                  </a:moveTo>
                  <a:cubicBezTo>
                    <a:pt x="1196722" y="162731"/>
                    <a:pt x="1188530" y="170906"/>
                    <a:pt x="1188530" y="180996"/>
                  </a:cubicBezTo>
                  <a:cubicBezTo>
                    <a:pt x="1188530" y="191086"/>
                    <a:pt x="1196722" y="199260"/>
                    <a:pt x="1206818" y="199260"/>
                  </a:cubicBezTo>
                  <a:cubicBezTo>
                    <a:pt x="1216914" y="199260"/>
                    <a:pt x="1225106" y="191086"/>
                    <a:pt x="1225106" y="180996"/>
                  </a:cubicBezTo>
                  <a:cubicBezTo>
                    <a:pt x="1225106" y="170906"/>
                    <a:pt x="1216914" y="162731"/>
                    <a:pt x="1206818" y="162731"/>
                  </a:cubicBezTo>
                  <a:close/>
                  <a:moveTo>
                    <a:pt x="1206818" y="71409"/>
                  </a:moveTo>
                  <a:cubicBezTo>
                    <a:pt x="1196722" y="71409"/>
                    <a:pt x="1188530" y="79584"/>
                    <a:pt x="1188530" y="89673"/>
                  </a:cubicBezTo>
                  <a:cubicBezTo>
                    <a:pt x="1188530" y="99763"/>
                    <a:pt x="1196722" y="107938"/>
                    <a:pt x="1206818" y="107938"/>
                  </a:cubicBezTo>
                  <a:cubicBezTo>
                    <a:pt x="1216914" y="107938"/>
                    <a:pt x="1225106" y="99763"/>
                    <a:pt x="1225106" y="89673"/>
                  </a:cubicBezTo>
                  <a:cubicBezTo>
                    <a:pt x="1225106" y="79584"/>
                    <a:pt x="1216914" y="71409"/>
                    <a:pt x="1206818" y="71409"/>
                  </a:cubicBezTo>
                  <a:close/>
                  <a:moveTo>
                    <a:pt x="1188593" y="272318"/>
                  </a:moveTo>
                  <a:cubicBezTo>
                    <a:pt x="1188593" y="276599"/>
                    <a:pt x="1190117" y="280734"/>
                    <a:pt x="1192912" y="283987"/>
                  </a:cubicBezTo>
                  <a:cubicBezTo>
                    <a:pt x="1198309" y="274221"/>
                    <a:pt x="1203706" y="264327"/>
                    <a:pt x="1209104" y="254307"/>
                  </a:cubicBezTo>
                  <a:cubicBezTo>
                    <a:pt x="1208342" y="254244"/>
                    <a:pt x="1207643" y="254244"/>
                    <a:pt x="1206881" y="254307"/>
                  </a:cubicBezTo>
                  <a:cubicBezTo>
                    <a:pt x="1196849" y="254307"/>
                    <a:pt x="1188721" y="262330"/>
                    <a:pt x="1188593" y="272318"/>
                  </a:cubicBezTo>
                  <a:close/>
                  <a:moveTo>
                    <a:pt x="658241" y="436698"/>
                  </a:moveTo>
                  <a:cubicBezTo>
                    <a:pt x="648145" y="436698"/>
                    <a:pt x="639953" y="444873"/>
                    <a:pt x="639953" y="454963"/>
                  </a:cubicBezTo>
                  <a:cubicBezTo>
                    <a:pt x="639953" y="465053"/>
                    <a:pt x="648145" y="473227"/>
                    <a:pt x="658241" y="473227"/>
                  </a:cubicBezTo>
                  <a:cubicBezTo>
                    <a:pt x="668338" y="473227"/>
                    <a:pt x="676529" y="465053"/>
                    <a:pt x="676529" y="454963"/>
                  </a:cubicBezTo>
                  <a:cubicBezTo>
                    <a:pt x="676529" y="444873"/>
                    <a:pt x="668338" y="436698"/>
                    <a:pt x="658241" y="436698"/>
                  </a:cubicBezTo>
                  <a:cubicBezTo>
                    <a:pt x="658241" y="436698"/>
                    <a:pt x="658178" y="436698"/>
                    <a:pt x="658178" y="436698"/>
                  </a:cubicBezTo>
                  <a:close/>
                  <a:moveTo>
                    <a:pt x="1161162" y="25748"/>
                  </a:moveTo>
                  <a:cubicBezTo>
                    <a:pt x="1151065" y="25748"/>
                    <a:pt x="1142874" y="33922"/>
                    <a:pt x="1142874" y="44012"/>
                  </a:cubicBezTo>
                  <a:cubicBezTo>
                    <a:pt x="1142874" y="54102"/>
                    <a:pt x="1151065" y="62277"/>
                    <a:pt x="1161162" y="62277"/>
                  </a:cubicBezTo>
                  <a:cubicBezTo>
                    <a:pt x="1171258" y="62277"/>
                    <a:pt x="1179450" y="54102"/>
                    <a:pt x="1179450" y="44012"/>
                  </a:cubicBezTo>
                  <a:cubicBezTo>
                    <a:pt x="1179323" y="33973"/>
                    <a:pt x="1171131" y="25900"/>
                    <a:pt x="1161098" y="25938"/>
                  </a:cubicBezTo>
                  <a:close/>
                  <a:moveTo>
                    <a:pt x="1280034" y="89673"/>
                  </a:moveTo>
                  <a:cubicBezTo>
                    <a:pt x="1280034" y="93859"/>
                    <a:pt x="1281494" y="97911"/>
                    <a:pt x="1284161" y="101152"/>
                  </a:cubicBezTo>
                  <a:cubicBezTo>
                    <a:pt x="1288606" y="91322"/>
                    <a:pt x="1293051" y="81493"/>
                    <a:pt x="1297432" y="71536"/>
                  </a:cubicBezTo>
                  <a:cubicBezTo>
                    <a:pt x="1287717" y="71942"/>
                    <a:pt x="1279970" y="79939"/>
                    <a:pt x="1279970" y="89673"/>
                  </a:cubicBezTo>
                  <a:close/>
                  <a:moveTo>
                    <a:pt x="1069722" y="208392"/>
                  </a:moveTo>
                  <a:cubicBezTo>
                    <a:pt x="1059625" y="208392"/>
                    <a:pt x="1051434" y="216567"/>
                    <a:pt x="1051434" y="226657"/>
                  </a:cubicBezTo>
                  <a:cubicBezTo>
                    <a:pt x="1051434" y="236747"/>
                    <a:pt x="1059625" y="244921"/>
                    <a:pt x="1069722" y="244921"/>
                  </a:cubicBezTo>
                  <a:cubicBezTo>
                    <a:pt x="1079818" y="244921"/>
                    <a:pt x="1088010" y="236747"/>
                    <a:pt x="1088010" y="226657"/>
                  </a:cubicBezTo>
                  <a:cubicBezTo>
                    <a:pt x="1088010" y="216567"/>
                    <a:pt x="1079818" y="208392"/>
                    <a:pt x="1069722" y="208392"/>
                  </a:cubicBezTo>
                  <a:cubicBezTo>
                    <a:pt x="1069722" y="208392"/>
                    <a:pt x="1069658" y="208392"/>
                    <a:pt x="1069658" y="208392"/>
                  </a:cubicBezTo>
                  <a:close/>
                  <a:moveTo>
                    <a:pt x="1252601" y="25748"/>
                  </a:moveTo>
                  <a:cubicBezTo>
                    <a:pt x="1242505" y="25748"/>
                    <a:pt x="1234313" y="33922"/>
                    <a:pt x="1234313" y="44012"/>
                  </a:cubicBezTo>
                  <a:cubicBezTo>
                    <a:pt x="1234313" y="54102"/>
                    <a:pt x="1242505" y="62277"/>
                    <a:pt x="1252601" y="62277"/>
                  </a:cubicBezTo>
                  <a:cubicBezTo>
                    <a:pt x="1262698" y="62277"/>
                    <a:pt x="1270889" y="54102"/>
                    <a:pt x="1270889" y="44012"/>
                  </a:cubicBezTo>
                  <a:cubicBezTo>
                    <a:pt x="1270762" y="33973"/>
                    <a:pt x="1262571" y="25900"/>
                    <a:pt x="1252538" y="25938"/>
                  </a:cubicBezTo>
                  <a:close/>
                  <a:moveTo>
                    <a:pt x="1252601" y="117070"/>
                  </a:moveTo>
                  <a:cubicBezTo>
                    <a:pt x="1242505" y="117070"/>
                    <a:pt x="1234313" y="125245"/>
                    <a:pt x="1234313" y="135335"/>
                  </a:cubicBezTo>
                  <a:cubicBezTo>
                    <a:pt x="1234313" y="145424"/>
                    <a:pt x="1242505" y="153599"/>
                    <a:pt x="1252601" y="153599"/>
                  </a:cubicBezTo>
                  <a:cubicBezTo>
                    <a:pt x="1255396" y="153574"/>
                    <a:pt x="1258189" y="152901"/>
                    <a:pt x="1260729" y="151633"/>
                  </a:cubicBezTo>
                  <a:cubicBezTo>
                    <a:pt x="1263904" y="144847"/>
                    <a:pt x="1267079" y="138062"/>
                    <a:pt x="1270318" y="131149"/>
                  </a:cubicBezTo>
                  <a:cubicBezTo>
                    <a:pt x="1268413" y="122879"/>
                    <a:pt x="1261047" y="117032"/>
                    <a:pt x="1252538" y="117070"/>
                  </a:cubicBezTo>
                  <a:close/>
                  <a:moveTo>
                    <a:pt x="1280224" y="0"/>
                  </a:moveTo>
                  <a:cubicBezTo>
                    <a:pt x="1281050" y="9982"/>
                    <a:pt x="1289812" y="17396"/>
                    <a:pt x="1299846" y="16558"/>
                  </a:cubicBezTo>
                  <a:cubicBezTo>
                    <a:pt x="1308672" y="15816"/>
                    <a:pt x="1315657" y="8821"/>
                    <a:pt x="1316419" y="0"/>
                  </a:cubicBezTo>
                  <a:close/>
                  <a:moveTo>
                    <a:pt x="1115124" y="345376"/>
                  </a:moveTo>
                  <a:cubicBezTo>
                    <a:pt x="1105027" y="345376"/>
                    <a:pt x="1096836" y="353551"/>
                    <a:pt x="1096836" y="363640"/>
                  </a:cubicBezTo>
                  <a:cubicBezTo>
                    <a:pt x="1096836" y="373730"/>
                    <a:pt x="1105027" y="381905"/>
                    <a:pt x="1115124" y="381905"/>
                  </a:cubicBezTo>
                  <a:cubicBezTo>
                    <a:pt x="1125221" y="381905"/>
                    <a:pt x="1133412" y="373730"/>
                    <a:pt x="1133412" y="363640"/>
                  </a:cubicBezTo>
                  <a:cubicBezTo>
                    <a:pt x="1133412" y="353652"/>
                    <a:pt x="1125411" y="345515"/>
                    <a:pt x="1115378" y="345376"/>
                  </a:cubicBezTo>
                  <a:close/>
                  <a:moveTo>
                    <a:pt x="1115124" y="254054"/>
                  </a:moveTo>
                  <a:cubicBezTo>
                    <a:pt x="1105027" y="254054"/>
                    <a:pt x="1096836" y="262228"/>
                    <a:pt x="1096836" y="272318"/>
                  </a:cubicBezTo>
                  <a:cubicBezTo>
                    <a:pt x="1096836" y="282408"/>
                    <a:pt x="1105027" y="290583"/>
                    <a:pt x="1115124" y="290583"/>
                  </a:cubicBezTo>
                  <a:cubicBezTo>
                    <a:pt x="1125221" y="290583"/>
                    <a:pt x="1133412" y="282408"/>
                    <a:pt x="1133412" y="272318"/>
                  </a:cubicBezTo>
                  <a:cubicBezTo>
                    <a:pt x="1133285" y="262406"/>
                    <a:pt x="1125284" y="254383"/>
                    <a:pt x="1115378" y="254244"/>
                  </a:cubicBezTo>
                  <a:close/>
                  <a:moveTo>
                    <a:pt x="1069404" y="25748"/>
                  </a:moveTo>
                  <a:cubicBezTo>
                    <a:pt x="1059307" y="25748"/>
                    <a:pt x="1051116" y="33922"/>
                    <a:pt x="1051116" y="44012"/>
                  </a:cubicBezTo>
                  <a:cubicBezTo>
                    <a:pt x="1051116" y="54102"/>
                    <a:pt x="1059307" y="62277"/>
                    <a:pt x="1069404" y="62277"/>
                  </a:cubicBezTo>
                  <a:cubicBezTo>
                    <a:pt x="1079500" y="62277"/>
                    <a:pt x="1087692" y="54102"/>
                    <a:pt x="1087692" y="44012"/>
                  </a:cubicBezTo>
                  <a:cubicBezTo>
                    <a:pt x="1087565" y="34100"/>
                    <a:pt x="1079564" y="26078"/>
                    <a:pt x="1069658" y="25938"/>
                  </a:cubicBezTo>
                  <a:close/>
                  <a:moveTo>
                    <a:pt x="1069404" y="117070"/>
                  </a:moveTo>
                  <a:cubicBezTo>
                    <a:pt x="1059307" y="117070"/>
                    <a:pt x="1051116" y="125245"/>
                    <a:pt x="1051116" y="135335"/>
                  </a:cubicBezTo>
                  <a:cubicBezTo>
                    <a:pt x="1051116" y="145424"/>
                    <a:pt x="1059307" y="153599"/>
                    <a:pt x="1069404" y="153599"/>
                  </a:cubicBezTo>
                  <a:cubicBezTo>
                    <a:pt x="1079500" y="153599"/>
                    <a:pt x="1087692" y="145424"/>
                    <a:pt x="1087692" y="135335"/>
                  </a:cubicBezTo>
                  <a:cubicBezTo>
                    <a:pt x="1087692" y="125346"/>
                    <a:pt x="1079627" y="117210"/>
                    <a:pt x="1069658" y="117070"/>
                  </a:cubicBezTo>
                  <a:close/>
                  <a:moveTo>
                    <a:pt x="1160844" y="299715"/>
                  </a:moveTo>
                  <a:cubicBezTo>
                    <a:pt x="1150748" y="299715"/>
                    <a:pt x="1142556" y="307890"/>
                    <a:pt x="1142556" y="317979"/>
                  </a:cubicBezTo>
                  <a:cubicBezTo>
                    <a:pt x="1142556" y="328069"/>
                    <a:pt x="1150748" y="336244"/>
                    <a:pt x="1160844" y="336244"/>
                  </a:cubicBezTo>
                  <a:lnTo>
                    <a:pt x="1162495" y="336244"/>
                  </a:lnTo>
                  <a:cubicBezTo>
                    <a:pt x="1167512" y="327790"/>
                    <a:pt x="1172528" y="319330"/>
                    <a:pt x="1177544" y="310876"/>
                  </a:cubicBezTo>
                  <a:cubicBezTo>
                    <a:pt x="1174750" y="304255"/>
                    <a:pt x="1168274" y="299892"/>
                    <a:pt x="1161098" y="299715"/>
                  </a:cubicBezTo>
                  <a:close/>
                  <a:moveTo>
                    <a:pt x="1160844" y="208392"/>
                  </a:moveTo>
                  <a:cubicBezTo>
                    <a:pt x="1150748" y="208392"/>
                    <a:pt x="1142556" y="216567"/>
                    <a:pt x="1142556" y="226657"/>
                  </a:cubicBezTo>
                  <a:cubicBezTo>
                    <a:pt x="1142556" y="236747"/>
                    <a:pt x="1150748" y="244921"/>
                    <a:pt x="1160844" y="244921"/>
                  </a:cubicBezTo>
                  <a:cubicBezTo>
                    <a:pt x="1170940" y="244921"/>
                    <a:pt x="1179132" y="236747"/>
                    <a:pt x="1179132" y="226657"/>
                  </a:cubicBezTo>
                  <a:cubicBezTo>
                    <a:pt x="1179132" y="216669"/>
                    <a:pt x="1171067" y="208532"/>
                    <a:pt x="1161098" y="208392"/>
                  </a:cubicBezTo>
                  <a:close/>
                  <a:moveTo>
                    <a:pt x="1115124" y="162731"/>
                  </a:moveTo>
                  <a:cubicBezTo>
                    <a:pt x="1105027" y="162731"/>
                    <a:pt x="1096836" y="170906"/>
                    <a:pt x="1096836" y="180996"/>
                  </a:cubicBezTo>
                  <a:cubicBezTo>
                    <a:pt x="1096836" y="191086"/>
                    <a:pt x="1105027" y="199260"/>
                    <a:pt x="1115124" y="199260"/>
                  </a:cubicBezTo>
                  <a:cubicBezTo>
                    <a:pt x="1125221" y="199260"/>
                    <a:pt x="1133412" y="191086"/>
                    <a:pt x="1133412" y="180996"/>
                  </a:cubicBezTo>
                  <a:cubicBezTo>
                    <a:pt x="1133412" y="171007"/>
                    <a:pt x="1125411" y="162871"/>
                    <a:pt x="1115378" y="162731"/>
                  </a:cubicBezTo>
                  <a:close/>
                  <a:moveTo>
                    <a:pt x="1115124" y="71409"/>
                  </a:moveTo>
                  <a:cubicBezTo>
                    <a:pt x="1105027" y="71409"/>
                    <a:pt x="1096836" y="79584"/>
                    <a:pt x="1096836" y="89673"/>
                  </a:cubicBezTo>
                  <a:cubicBezTo>
                    <a:pt x="1096836" y="99763"/>
                    <a:pt x="1105027" y="107938"/>
                    <a:pt x="1115124" y="107938"/>
                  </a:cubicBezTo>
                  <a:cubicBezTo>
                    <a:pt x="1125221" y="107938"/>
                    <a:pt x="1133412" y="99763"/>
                    <a:pt x="1133412" y="89673"/>
                  </a:cubicBezTo>
                  <a:cubicBezTo>
                    <a:pt x="1133412" y="79685"/>
                    <a:pt x="1125411" y="71548"/>
                    <a:pt x="1115378" y="71409"/>
                  </a:cubicBezTo>
                  <a:close/>
                  <a:moveTo>
                    <a:pt x="1160844" y="117070"/>
                  </a:moveTo>
                  <a:cubicBezTo>
                    <a:pt x="1150748" y="117070"/>
                    <a:pt x="1142556" y="125245"/>
                    <a:pt x="1142556" y="135335"/>
                  </a:cubicBezTo>
                  <a:cubicBezTo>
                    <a:pt x="1142556" y="145424"/>
                    <a:pt x="1150748" y="153599"/>
                    <a:pt x="1160844" y="153599"/>
                  </a:cubicBezTo>
                  <a:cubicBezTo>
                    <a:pt x="1170940" y="153599"/>
                    <a:pt x="1179132" y="145424"/>
                    <a:pt x="1179132" y="135335"/>
                  </a:cubicBezTo>
                  <a:cubicBezTo>
                    <a:pt x="1179132" y="125346"/>
                    <a:pt x="1171067" y="117210"/>
                    <a:pt x="1161098" y="117070"/>
                  </a:cubicBezTo>
                  <a:close/>
                  <a:moveTo>
                    <a:pt x="749364" y="619343"/>
                  </a:moveTo>
                  <a:cubicBezTo>
                    <a:pt x="739267" y="619343"/>
                    <a:pt x="731076" y="627518"/>
                    <a:pt x="731076" y="637607"/>
                  </a:cubicBezTo>
                  <a:cubicBezTo>
                    <a:pt x="731076" y="640747"/>
                    <a:pt x="731965" y="643822"/>
                    <a:pt x="733489" y="646549"/>
                  </a:cubicBezTo>
                  <a:cubicBezTo>
                    <a:pt x="743776" y="647057"/>
                    <a:pt x="754190" y="647310"/>
                    <a:pt x="764794" y="647374"/>
                  </a:cubicBezTo>
                  <a:cubicBezTo>
                    <a:pt x="770192" y="638850"/>
                    <a:pt x="767652" y="627568"/>
                    <a:pt x="759143" y="622171"/>
                  </a:cubicBezTo>
                  <a:cubicBezTo>
                    <a:pt x="756222" y="620326"/>
                    <a:pt x="752793" y="619349"/>
                    <a:pt x="749364" y="619343"/>
                  </a:cubicBezTo>
                  <a:close/>
                  <a:moveTo>
                    <a:pt x="749364" y="436698"/>
                  </a:moveTo>
                  <a:cubicBezTo>
                    <a:pt x="739267" y="436698"/>
                    <a:pt x="731076" y="444873"/>
                    <a:pt x="731076" y="454963"/>
                  </a:cubicBezTo>
                  <a:cubicBezTo>
                    <a:pt x="731076" y="465053"/>
                    <a:pt x="739267" y="473227"/>
                    <a:pt x="749364" y="473227"/>
                  </a:cubicBezTo>
                  <a:cubicBezTo>
                    <a:pt x="759461" y="473227"/>
                    <a:pt x="767652" y="465053"/>
                    <a:pt x="767652" y="454963"/>
                  </a:cubicBezTo>
                  <a:cubicBezTo>
                    <a:pt x="767652" y="444974"/>
                    <a:pt x="759587" y="436838"/>
                    <a:pt x="749618" y="436698"/>
                  </a:cubicBezTo>
                  <a:close/>
                  <a:moveTo>
                    <a:pt x="749364" y="528021"/>
                  </a:moveTo>
                  <a:cubicBezTo>
                    <a:pt x="739204" y="527983"/>
                    <a:pt x="731012" y="536164"/>
                    <a:pt x="730949" y="546285"/>
                  </a:cubicBezTo>
                  <a:cubicBezTo>
                    <a:pt x="730886" y="556407"/>
                    <a:pt x="739077" y="564638"/>
                    <a:pt x="749237" y="564676"/>
                  </a:cubicBezTo>
                  <a:cubicBezTo>
                    <a:pt x="759397" y="564714"/>
                    <a:pt x="767588" y="556533"/>
                    <a:pt x="767652" y="546412"/>
                  </a:cubicBezTo>
                  <a:cubicBezTo>
                    <a:pt x="767652" y="546367"/>
                    <a:pt x="767652" y="546330"/>
                    <a:pt x="767652" y="546285"/>
                  </a:cubicBezTo>
                  <a:cubicBezTo>
                    <a:pt x="767652" y="536297"/>
                    <a:pt x="759587" y="528160"/>
                    <a:pt x="749618" y="528021"/>
                  </a:cubicBezTo>
                  <a:close/>
                  <a:moveTo>
                    <a:pt x="703644" y="25748"/>
                  </a:moveTo>
                  <a:cubicBezTo>
                    <a:pt x="693548" y="25748"/>
                    <a:pt x="685356" y="33922"/>
                    <a:pt x="685356" y="44012"/>
                  </a:cubicBezTo>
                  <a:cubicBezTo>
                    <a:pt x="685356" y="54102"/>
                    <a:pt x="693548" y="62277"/>
                    <a:pt x="703644" y="62277"/>
                  </a:cubicBezTo>
                  <a:cubicBezTo>
                    <a:pt x="713740" y="62277"/>
                    <a:pt x="721932" y="54102"/>
                    <a:pt x="721932" y="44012"/>
                  </a:cubicBezTo>
                  <a:cubicBezTo>
                    <a:pt x="721805" y="34100"/>
                    <a:pt x="713804" y="26078"/>
                    <a:pt x="703898" y="25938"/>
                  </a:cubicBezTo>
                  <a:close/>
                  <a:moveTo>
                    <a:pt x="749364" y="162731"/>
                  </a:moveTo>
                  <a:cubicBezTo>
                    <a:pt x="739267" y="162731"/>
                    <a:pt x="731076" y="170906"/>
                    <a:pt x="731076" y="180996"/>
                  </a:cubicBezTo>
                  <a:cubicBezTo>
                    <a:pt x="731076" y="191086"/>
                    <a:pt x="739267" y="199260"/>
                    <a:pt x="749364" y="199260"/>
                  </a:cubicBezTo>
                  <a:cubicBezTo>
                    <a:pt x="759461" y="199260"/>
                    <a:pt x="767652" y="191086"/>
                    <a:pt x="767652" y="180996"/>
                  </a:cubicBezTo>
                  <a:cubicBezTo>
                    <a:pt x="767652" y="171007"/>
                    <a:pt x="759587" y="162871"/>
                    <a:pt x="749618" y="162731"/>
                  </a:cubicBezTo>
                  <a:close/>
                  <a:moveTo>
                    <a:pt x="749364" y="345376"/>
                  </a:moveTo>
                  <a:cubicBezTo>
                    <a:pt x="739267" y="345376"/>
                    <a:pt x="731076" y="353551"/>
                    <a:pt x="731076" y="363640"/>
                  </a:cubicBezTo>
                  <a:cubicBezTo>
                    <a:pt x="731076" y="373730"/>
                    <a:pt x="739267" y="381905"/>
                    <a:pt x="749364" y="381905"/>
                  </a:cubicBezTo>
                  <a:cubicBezTo>
                    <a:pt x="759461" y="381905"/>
                    <a:pt x="767652" y="373730"/>
                    <a:pt x="767652" y="363640"/>
                  </a:cubicBezTo>
                  <a:cubicBezTo>
                    <a:pt x="767652" y="353652"/>
                    <a:pt x="759587" y="345515"/>
                    <a:pt x="749618" y="345376"/>
                  </a:cubicBezTo>
                  <a:close/>
                  <a:moveTo>
                    <a:pt x="749364" y="71409"/>
                  </a:moveTo>
                  <a:cubicBezTo>
                    <a:pt x="739267" y="71409"/>
                    <a:pt x="731076" y="79584"/>
                    <a:pt x="731076" y="89673"/>
                  </a:cubicBezTo>
                  <a:cubicBezTo>
                    <a:pt x="731076" y="99763"/>
                    <a:pt x="739267" y="107938"/>
                    <a:pt x="749364" y="107938"/>
                  </a:cubicBezTo>
                  <a:cubicBezTo>
                    <a:pt x="759461" y="107938"/>
                    <a:pt x="767652" y="99763"/>
                    <a:pt x="767652" y="89673"/>
                  </a:cubicBezTo>
                  <a:cubicBezTo>
                    <a:pt x="767652" y="79685"/>
                    <a:pt x="759587" y="71548"/>
                    <a:pt x="749618" y="71409"/>
                  </a:cubicBezTo>
                  <a:close/>
                  <a:moveTo>
                    <a:pt x="703644" y="117070"/>
                  </a:moveTo>
                  <a:cubicBezTo>
                    <a:pt x="693548" y="117070"/>
                    <a:pt x="685356" y="125245"/>
                    <a:pt x="685356" y="135335"/>
                  </a:cubicBezTo>
                  <a:cubicBezTo>
                    <a:pt x="685356" y="145424"/>
                    <a:pt x="693548" y="153599"/>
                    <a:pt x="703644" y="153599"/>
                  </a:cubicBezTo>
                  <a:cubicBezTo>
                    <a:pt x="713740" y="153599"/>
                    <a:pt x="721932" y="145424"/>
                    <a:pt x="721932" y="135335"/>
                  </a:cubicBezTo>
                  <a:cubicBezTo>
                    <a:pt x="721932" y="125346"/>
                    <a:pt x="713867" y="117210"/>
                    <a:pt x="703898" y="117070"/>
                  </a:cubicBezTo>
                  <a:close/>
                  <a:moveTo>
                    <a:pt x="749364" y="254054"/>
                  </a:moveTo>
                  <a:cubicBezTo>
                    <a:pt x="739267" y="254054"/>
                    <a:pt x="731076" y="262228"/>
                    <a:pt x="731076" y="272318"/>
                  </a:cubicBezTo>
                  <a:cubicBezTo>
                    <a:pt x="731076" y="282408"/>
                    <a:pt x="739267" y="290583"/>
                    <a:pt x="749364" y="290583"/>
                  </a:cubicBezTo>
                  <a:cubicBezTo>
                    <a:pt x="759461" y="290583"/>
                    <a:pt x="767652" y="282408"/>
                    <a:pt x="767652" y="272318"/>
                  </a:cubicBezTo>
                  <a:cubicBezTo>
                    <a:pt x="767525" y="262406"/>
                    <a:pt x="759524" y="254383"/>
                    <a:pt x="749618" y="254244"/>
                  </a:cubicBezTo>
                  <a:close/>
                  <a:moveTo>
                    <a:pt x="703644" y="482359"/>
                  </a:moveTo>
                  <a:cubicBezTo>
                    <a:pt x="693548" y="482359"/>
                    <a:pt x="685356" y="490534"/>
                    <a:pt x="685356" y="500624"/>
                  </a:cubicBezTo>
                  <a:cubicBezTo>
                    <a:pt x="685356" y="510714"/>
                    <a:pt x="693548" y="518888"/>
                    <a:pt x="703644" y="518888"/>
                  </a:cubicBezTo>
                  <a:cubicBezTo>
                    <a:pt x="713740" y="518888"/>
                    <a:pt x="721932" y="510714"/>
                    <a:pt x="721932" y="500624"/>
                  </a:cubicBezTo>
                  <a:cubicBezTo>
                    <a:pt x="721805" y="490712"/>
                    <a:pt x="713804" y="482689"/>
                    <a:pt x="703898" y="482550"/>
                  </a:cubicBezTo>
                  <a:close/>
                  <a:moveTo>
                    <a:pt x="657924" y="71409"/>
                  </a:moveTo>
                  <a:cubicBezTo>
                    <a:pt x="647827" y="71409"/>
                    <a:pt x="639636" y="79584"/>
                    <a:pt x="639636" y="89673"/>
                  </a:cubicBezTo>
                  <a:cubicBezTo>
                    <a:pt x="639636" y="99763"/>
                    <a:pt x="647827" y="107938"/>
                    <a:pt x="657924" y="107938"/>
                  </a:cubicBezTo>
                  <a:cubicBezTo>
                    <a:pt x="668020" y="107938"/>
                    <a:pt x="676212" y="99763"/>
                    <a:pt x="676212" y="89673"/>
                  </a:cubicBezTo>
                  <a:cubicBezTo>
                    <a:pt x="676212" y="79685"/>
                    <a:pt x="668211" y="71548"/>
                    <a:pt x="658178" y="71409"/>
                  </a:cubicBezTo>
                  <a:close/>
                  <a:moveTo>
                    <a:pt x="886524" y="117070"/>
                  </a:moveTo>
                  <a:cubicBezTo>
                    <a:pt x="876427" y="117070"/>
                    <a:pt x="868236" y="125245"/>
                    <a:pt x="868236" y="135335"/>
                  </a:cubicBezTo>
                  <a:cubicBezTo>
                    <a:pt x="868236" y="145424"/>
                    <a:pt x="876427" y="153599"/>
                    <a:pt x="886524" y="153599"/>
                  </a:cubicBezTo>
                  <a:cubicBezTo>
                    <a:pt x="896620" y="153599"/>
                    <a:pt x="904812" y="145424"/>
                    <a:pt x="904812" y="135335"/>
                  </a:cubicBezTo>
                  <a:cubicBezTo>
                    <a:pt x="904812" y="125346"/>
                    <a:pt x="896811" y="117210"/>
                    <a:pt x="886778" y="117070"/>
                  </a:cubicBezTo>
                  <a:close/>
                  <a:moveTo>
                    <a:pt x="657924" y="162731"/>
                  </a:moveTo>
                  <a:cubicBezTo>
                    <a:pt x="647827" y="162731"/>
                    <a:pt x="639636" y="170906"/>
                    <a:pt x="639636" y="180996"/>
                  </a:cubicBezTo>
                  <a:cubicBezTo>
                    <a:pt x="639636" y="191086"/>
                    <a:pt x="647827" y="199260"/>
                    <a:pt x="657924" y="199260"/>
                  </a:cubicBezTo>
                  <a:cubicBezTo>
                    <a:pt x="668020" y="199260"/>
                    <a:pt x="676212" y="191086"/>
                    <a:pt x="676212" y="180996"/>
                  </a:cubicBezTo>
                  <a:cubicBezTo>
                    <a:pt x="676212" y="171007"/>
                    <a:pt x="668211" y="162871"/>
                    <a:pt x="658178" y="162731"/>
                  </a:cubicBezTo>
                  <a:close/>
                  <a:moveTo>
                    <a:pt x="657924" y="345376"/>
                  </a:moveTo>
                  <a:cubicBezTo>
                    <a:pt x="647827" y="345376"/>
                    <a:pt x="639636" y="353551"/>
                    <a:pt x="639636" y="363640"/>
                  </a:cubicBezTo>
                  <a:cubicBezTo>
                    <a:pt x="639636" y="373730"/>
                    <a:pt x="647827" y="381905"/>
                    <a:pt x="657924" y="381905"/>
                  </a:cubicBezTo>
                  <a:cubicBezTo>
                    <a:pt x="668020" y="381905"/>
                    <a:pt x="676212" y="373730"/>
                    <a:pt x="676212" y="363640"/>
                  </a:cubicBezTo>
                  <a:cubicBezTo>
                    <a:pt x="676212" y="353652"/>
                    <a:pt x="668211" y="345515"/>
                    <a:pt x="658178" y="345376"/>
                  </a:cubicBezTo>
                  <a:close/>
                  <a:moveTo>
                    <a:pt x="703644" y="391037"/>
                  </a:moveTo>
                  <a:cubicBezTo>
                    <a:pt x="693548" y="391037"/>
                    <a:pt x="685356" y="399212"/>
                    <a:pt x="685356" y="409302"/>
                  </a:cubicBezTo>
                  <a:cubicBezTo>
                    <a:pt x="685356" y="419391"/>
                    <a:pt x="693548" y="427566"/>
                    <a:pt x="703644" y="427566"/>
                  </a:cubicBezTo>
                  <a:cubicBezTo>
                    <a:pt x="713740" y="427566"/>
                    <a:pt x="721932" y="419391"/>
                    <a:pt x="721932" y="409302"/>
                  </a:cubicBezTo>
                  <a:cubicBezTo>
                    <a:pt x="721932" y="399313"/>
                    <a:pt x="713867" y="391177"/>
                    <a:pt x="703898" y="391037"/>
                  </a:cubicBezTo>
                  <a:close/>
                  <a:moveTo>
                    <a:pt x="703644" y="573682"/>
                  </a:moveTo>
                  <a:cubicBezTo>
                    <a:pt x="693548" y="573682"/>
                    <a:pt x="685356" y="581856"/>
                    <a:pt x="685356" y="591946"/>
                  </a:cubicBezTo>
                  <a:cubicBezTo>
                    <a:pt x="685356" y="602036"/>
                    <a:pt x="693548" y="610211"/>
                    <a:pt x="703644" y="610211"/>
                  </a:cubicBezTo>
                  <a:cubicBezTo>
                    <a:pt x="713740" y="610211"/>
                    <a:pt x="721932" y="602036"/>
                    <a:pt x="721932" y="591946"/>
                  </a:cubicBezTo>
                  <a:cubicBezTo>
                    <a:pt x="721932" y="581958"/>
                    <a:pt x="713867" y="573821"/>
                    <a:pt x="703898" y="573682"/>
                  </a:cubicBezTo>
                  <a:close/>
                  <a:moveTo>
                    <a:pt x="703644" y="208392"/>
                  </a:moveTo>
                  <a:cubicBezTo>
                    <a:pt x="693548" y="208392"/>
                    <a:pt x="685356" y="216567"/>
                    <a:pt x="685356" y="226657"/>
                  </a:cubicBezTo>
                  <a:cubicBezTo>
                    <a:pt x="685356" y="236747"/>
                    <a:pt x="693548" y="244921"/>
                    <a:pt x="703644" y="244921"/>
                  </a:cubicBezTo>
                  <a:cubicBezTo>
                    <a:pt x="713740" y="244921"/>
                    <a:pt x="721932" y="236747"/>
                    <a:pt x="721932" y="226657"/>
                  </a:cubicBezTo>
                  <a:cubicBezTo>
                    <a:pt x="721932" y="216669"/>
                    <a:pt x="713867" y="208532"/>
                    <a:pt x="703898" y="208392"/>
                  </a:cubicBezTo>
                  <a:close/>
                  <a:moveTo>
                    <a:pt x="703644" y="299715"/>
                  </a:moveTo>
                  <a:cubicBezTo>
                    <a:pt x="693548" y="299715"/>
                    <a:pt x="685356" y="307890"/>
                    <a:pt x="685356" y="317979"/>
                  </a:cubicBezTo>
                  <a:cubicBezTo>
                    <a:pt x="685356" y="328069"/>
                    <a:pt x="693548" y="336244"/>
                    <a:pt x="703644" y="336244"/>
                  </a:cubicBezTo>
                  <a:cubicBezTo>
                    <a:pt x="713740" y="336244"/>
                    <a:pt x="721932" y="328069"/>
                    <a:pt x="721932" y="317979"/>
                  </a:cubicBezTo>
                  <a:cubicBezTo>
                    <a:pt x="721932" y="307991"/>
                    <a:pt x="713867" y="299854"/>
                    <a:pt x="703898" y="299715"/>
                  </a:cubicBezTo>
                  <a:close/>
                  <a:moveTo>
                    <a:pt x="795084" y="573682"/>
                  </a:moveTo>
                  <a:cubicBezTo>
                    <a:pt x="784987" y="573682"/>
                    <a:pt x="776796" y="581856"/>
                    <a:pt x="776796" y="591946"/>
                  </a:cubicBezTo>
                  <a:cubicBezTo>
                    <a:pt x="776796" y="602036"/>
                    <a:pt x="784987" y="610211"/>
                    <a:pt x="795084" y="610211"/>
                  </a:cubicBezTo>
                  <a:cubicBezTo>
                    <a:pt x="805180" y="610211"/>
                    <a:pt x="813372" y="602036"/>
                    <a:pt x="813372" y="591946"/>
                  </a:cubicBezTo>
                  <a:cubicBezTo>
                    <a:pt x="813372" y="581958"/>
                    <a:pt x="805371" y="573821"/>
                    <a:pt x="795338" y="573682"/>
                  </a:cubicBezTo>
                  <a:close/>
                  <a:moveTo>
                    <a:pt x="657924" y="254054"/>
                  </a:moveTo>
                  <a:cubicBezTo>
                    <a:pt x="647827" y="254054"/>
                    <a:pt x="639636" y="262228"/>
                    <a:pt x="639636" y="272318"/>
                  </a:cubicBezTo>
                  <a:cubicBezTo>
                    <a:pt x="639636" y="282408"/>
                    <a:pt x="647827" y="290583"/>
                    <a:pt x="657924" y="290583"/>
                  </a:cubicBezTo>
                  <a:cubicBezTo>
                    <a:pt x="668020" y="290583"/>
                    <a:pt x="676212" y="282408"/>
                    <a:pt x="676212" y="272318"/>
                  </a:cubicBezTo>
                  <a:cubicBezTo>
                    <a:pt x="676085" y="262406"/>
                    <a:pt x="668084" y="254383"/>
                    <a:pt x="658178" y="254244"/>
                  </a:cubicBezTo>
                  <a:close/>
                  <a:moveTo>
                    <a:pt x="840804" y="162731"/>
                  </a:moveTo>
                  <a:cubicBezTo>
                    <a:pt x="830707" y="162731"/>
                    <a:pt x="822516" y="170906"/>
                    <a:pt x="822516" y="180996"/>
                  </a:cubicBezTo>
                  <a:cubicBezTo>
                    <a:pt x="822516" y="191086"/>
                    <a:pt x="830707" y="199260"/>
                    <a:pt x="840804" y="199260"/>
                  </a:cubicBezTo>
                  <a:cubicBezTo>
                    <a:pt x="850900" y="199260"/>
                    <a:pt x="859092" y="191086"/>
                    <a:pt x="859092" y="180996"/>
                  </a:cubicBezTo>
                  <a:cubicBezTo>
                    <a:pt x="859092" y="171007"/>
                    <a:pt x="851027" y="162871"/>
                    <a:pt x="841058" y="162731"/>
                  </a:cubicBezTo>
                  <a:close/>
                  <a:moveTo>
                    <a:pt x="840804" y="71409"/>
                  </a:moveTo>
                  <a:cubicBezTo>
                    <a:pt x="830707" y="71409"/>
                    <a:pt x="822516" y="79584"/>
                    <a:pt x="822516" y="89673"/>
                  </a:cubicBezTo>
                  <a:cubicBezTo>
                    <a:pt x="822516" y="99763"/>
                    <a:pt x="830707" y="107938"/>
                    <a:pt x="840804" y="107938"/>
                  </a:cubicBezTo>
                  <a:cubicBezTo>
                    <a:pt x="850900" y="107938"/>
                    <a:pt x="859092" y="99763"/>
                    <a:pt x="859092" y="89673"/>
                  </a:cubicBezTo>
                  <a:cubicBezTo>
                    <a:pt x="859092" y="79685"/>
                    <a:pt x="851027" y="71548"/>
                    <a:pt x="841058" y="71409"/>
                  </a:cubicBezTo>
                  <a:close/>
                  <a:moveTo>
                    <a:pt x="840804" y="345376"/>
                  </a:moveTo>
                  <a:cubicBezTo>
                    <a:pt x="830707" y="345376"/>
                    <a:pt x="822516" y="353551"/>
                    <a:pt x="822516" y="363640"/>
                  </a:cubicBezTo>
                  <a:cubicBezTo>
                    <a:pt x="822516" y="373730"/>
                    <a:pt x="830707" y="381905"/>
                    <a:pt x="840804" y="381905"/>
                  </a:cubicBezTo>
                  <a:cubicBezTo>
                    <a:pt x="850900" y="381905"/>
                    <a:pt x="859092" y="373730"/>
                    <a:pt x="859092" y="363640"/>
                  </a:cubicBezTo>
                  <a:cubicBezTo>
                    <a:pt x="859092" y="353652"/>
                    <a:pt x="851027" y="345515"/>
                    <a:pt x="841058" y="345376"/>
                  </a:cubicBezTo>
                  <a:close/>
                  <a:moveTo>
                    <a:pt x="886524" y="573682"/>
                  </a:moveTo>
                  <a:cubicBezTo>
                    <a:pt x="876427" y="573682"/>
                    <a:pt x="868236" y="581856"/>
                    <a:pt x="868236" y="591946"/>
                  </a:cubicBezTo>
                  <a:cubicBezTo>
                    <a:pt x="868236" y="602036"/>
                    <a:pt x="876427" y="610211"/>
                    <a:pt x="886524" y="610211"/>
                  </a:cubicBezTo>
                  <a:cubicBezTo>
                    <a:pt x="896620" y="610211"/>
                    <a:pt x="904812" y="602036"/>
                    <a:pt x="904812" y="591946"/>
                  </a:cubicBezTo>
                  <a:cubicBezTo>
                    <a:pt x="904812" y="581958"/>
                    <a:pt x="896811" y="573821"/>
                    <a:pt x="886778" y="573682"/>
                  </a:cubicBezTo>
                  <a:close/>
                  <a:moveTo>
                    <a:pt x="840804" y="254054"/>
                  </a:moveTo>
                  <a:cubicBezTo>
                    <a:pt x="830707" y="254054"/>
                    <a:pt x="822516" y="262228"/>
                    <a:pt x="822516" y="272318"/>
                  </a:cubicBezTo>
                  <a:cubicBezTo>
                    <a:pt x="822516" y="282408"/>
                    <a:pt x="830707" y="290583"/>
                    <a:pt x="840804" y="290583"/>
                  </a:cubicBezTo>
                  <a:cubicBezTo>
                    <a:pt x="850900" y="290583"/>
                    <a:pt x="859092" y="282408"/>
                    <a:pt x="859092" y="272318"/>
                  </a:cubicBezTo>
                  <a:cubicBezTo>
                    <a:pt x="858965" y="262406"/>
                    <a:pt x="850964" y="254383"/>
                    <a:pt x="841058" y="254244"/>
                  </a:cubicBezTo>
                  <a:close/>
                  <a:moveTo>
                    <a:pt x="886524" y="208392"/>
                  </a:moveTo>
                  <a:cubicBezTo>
                    <a:pt x="876427" y="208392"/>
                    <a:pt x="868236" y="216567"/>
                    <a:pt x="868236" y="226657"/>
                  </a:cubicBezTo>
                  <a:cubicBezTo>
                    <a:pt x="868236" y="236747"/>
                    <a:pt x="876427" y="244921"/>
                    <a:pt x="886524" y="244921"/>
                  </a:cubicBezTo>
                  <a:cubicBezTo>
                    <a:pt x="896620" y="244921"/>
                    <a:pt x="904812" y="236747"/>
                    <a:pt x="904812" y="226657"/>
                  </a:cubicBezTo>
                  <a:cubicBezTo>
                    <a:pt x="904812" y="216669"/>
                    <a:pt x="896811" y="208532"/>
                    <a:pt x="886778" y="208392"/>
                  </a:cubicBezTo>
                  <a:close/>
                  <a:moveTo>
                    <a:pt x="886524" y="299715"/>
                  </a:moveTo>
                  <a:cubicBezTo>
                    <a:pt x="876427" y="299715"/>
                    <a:pt x="868236" y="307890"/>
                    <a:pt x="868236" y="317979"/>
                  </a:cubicBezTo>
                  <a:cubicBezTo>
                    <a:pt x="868236" y="328069"/>
                    <a:pt x="876427" y="336244"/>
                    <a:pt x="886524" y="336244"/>
                  </a:cubicBezTo>
                  <a:cubicBezTo>
                    <a:pt x="896620" y="336244"/>
                    <a:pt x="904812" y="328069"/>
                    <a:pt x="904812" y="317979"/>
                  </a:cubicBezTo>
                  <a:cubicBezTo>
                    <a:pt x="904812" y="307991"/>
                    <a:pt x="896811" y="299854"/>
                    <a:pt x="886778" y="299715"/>
                  </a:cubicBezTo>
                  <a:close/>
                  <a:moveTo>
                    <a:pt x="886524" y="391037"/>
                  </a:moveTo>
                  <a:cubicBezTo>
                    <a:pt x="876427" y="391037"/>
                    <a:pt x="868236" y="399212"/>
                    <a:pt x="868236" y="409302"/>
                  </a:cubicBezTo>
                  <a:cubicBezTo>
                    <a:pt x="868236" y="419391"/>
                    <a:pt x="876427" y="427566"/>
                    <a:pt x="886524" y="427566"/>
                  </a:cubicBezTo>
                  <a:cubicBezTo>
                    <a:pt x="896620" y="427566"/>
                    <a:pt x="904812" y="419391"/>
                    <a:pt x="904812" y="409302"/>
                  </a:cubicBezTo>
                  <a:cubicBezTo>
                    <a:pt x="904812" y="399313"/>
                    <a:pt x="896811" y="391177"/>
                    <a:pt x="886778" y="391037"/>
                  </a:cubicBezTo>
                  <a:close/>
                  <a:moveTo>
                    <a:pt x="886524" y="482359"/>
                  </a:moveTo>
                  <a:cubicBezTo>
                    <a:pt x="876427" y="482359"/>
                    <a:pt x="868236" y="490534"/>
                    <a:pt x="868236" y="500624"/>
                  </a:cubicBezTo>
                  <a:cubicBezTo>
                    <a:pt x="868236" y="510714"/>
                    <a:pt x="876427" y="518888"/>
                    <a:pt x="886524" y="518888"/>
                  </a:cubicBezTo>
                  <a:cubicBezTo>
                    <a:pt x="896620" y="518888"/>
                    <a:pt x="904812" y="510714"/>
                    <a:pt x="904812" y="500624"/>
                  </a:cubicBezTo>
                  <a:cubicBezTo>
                    <a:pt x="904685" y="490712"/>
                    <a:pt x="896684" y="482689"/>
                    <a:pt x="886778" y="482550"/>
                  </a:cubicBezTo>
                  <a:close/>
                  <a:moveTo>
                    <a:pt x="795084" y="391037"/>
                  </a:moveTo>
                  <a:cubicBezTo>
                    <a:pt x="784987" y="391037"/>
                    <a:pt x="776796" y="399212"/>
                    <a:pt x="776796" y="409302"/>
                  </a:cubicBezTo>
                  <a:cubicBezTo>
                    <a:pt x="776796" y="419391"/>
                    <a:pt x="784987" y="427566"/>
                    <a:pt x="795084" y="427566"/>
                  </a:cubicBezTo>
                  <a:cubicBezTo>
                    <a:pt x="805180" y="427566"/>
                    <a:pt x="813372" y="419391"/>
                    <a:pt x="813372" y="409302"/>
                  </a:cubicBezTo>
                  <a:cubicBezTo>
                    <a:pt x="813372" y="399313"/>
                    <a:pt x="805371" y="391177"/>
                    <a:pt x="795338" y="391037"/>
                  </a:cubicBezTo>
                  <a:close/>
                  <a:moveTo>
                    <a:pt x="795084" y="299715"/>
                  </a:moveTo>
                  <a:cubicBezTo>
                    <a:pt x="784987" y="299715"/>
                    <a:pt x="776796" y="307890"/>
                    <a:pt x="776796" y="317979"/>
                  </a:cubicBezTo>
                  <a:cubicBezTo>
                    <a:pt x="776796" y="328069"/>
                    <a:pt x="784987" y="336244"/>
                    <a:pt x="795084" y="336244"/>
                  </a:cubicBezTo>
                  <a:cubicBezTo>
                    <a:pt x="805180" y="336244"/>
                    <a:pt x="813372" y="328069"/>
                    <a:pt x="813372" y="317979"/>
                  </a:cubicBezTo>
                  <a:cubicBezTo>
                    <a:pt x="813372" y="307991"/>
                    <a:pt x="805371" y="299854"/>
                    <a:pt x="795338" y="299715"/>
                  </a:cubicBezTo>
                  <a:close/>
                  <a:moveTo>
                    <a:pt x="840804" y="436698"/>
                  </a:moveTo>
                  <a:cubicBezTo>
                    <a:pt x="830707" y="436698"/>
                    <a:pt x="822516" y="444873"/>
                    <a:pt x="822516" y="454963"/>
                  </a:cubicBezTo>
                  <a:cubicBezTo>
                    <a:pt x="822516" y="465053"/>
                    <a:pt x="830707" y="473227"/>
                    <a:pt x="840804" y="473227"/>
                  </a:cubicBezTo>
                  <a:cubicBezTo>
                    <a:pt x="850900" y="473227"/>
                    <a:pt x="859092" y="465053"/>
                    <a:pt x="859092" y="454963"/>
                  </a:cubicBezTo>
                  <a:cubicBezTo>
                    <a:pt x="859092" y="444974"/>
                    <a:pt x="851027" y="436838"/>
                    <a:pt x="841058" y="436698"/>
                  </a:cubicBezTo>
                  <a:close/>
                  <a:moveTo>
                    <a:pt x="795084" y="208392"/>
                  </a:moveTo>
                  <a:cubicBezTo>
                    <a:pt x="784987" y="208392"/>
                    <a:pt x="776796" y="216567"/>
                    <a:pt x="776796" y="226657"/>
                  </a:cubicBezTo>
                  <a:cubicBezTo>
                    <a:pt x="776796" y="236747"/>
                    <a:pt x="784987" y="244921"/>
                    <a:pt x="795084" y="244921"/>
                  </a:cubicBezTo>
                  <a:cubicBezTo>
                    <a:pt x="805180" y="244921"/>
                    <a:pt x="813372" y="236747"/>
                    <a:pt x="813372" y="226657"/>
                  </a:cubicBezTo>
                  <a:cubicBezTo>
                    <a:pt x="813372" y="216669"/>
                    <a:pt x="805371" y="208532"/>
                    <a:pt x="795338" y="208392"/>
                  </a:cubicBezTo>
                  <a:close/>
                  <a:moveTo>
                    <a:pt x="795084" y="482359"/>
                  </a:moveTo>
                  <a:cubicBezTo>
                    <a:pt x="784987" y="482359"/>
                    <a:pt x="776796" y="490534"/>
                    <a:pt x="776796" y="500624"/>
                  </a:cubicBezTo>
                  <a:cubicBezTo>
                    <a:pt x="776796" y="510714"/>
                    <a:pt x="784987" y="518888"/>
                    <a:pt x="795084" y="518888"/>
                  </a:cubicBezTo>
                  <a:cubicBezTo>
                    <a:pt x="805180" y="518888"/>
                    <a:pt x="813372" y="510714"/>
                    <a:pt x="813372" y="500624"/>
                  </a:cubicBezTo>
                  <a:cubicBezTo>
                    <a:pt x="813245" y="490712"/>
                    <a:pt x="805244" y="482689"/>
                    <a:pt x="795338" y="482550"/>
                  </a:cubicBezTo>
                  <a:close/>
                  <a:moveTo>
                    <a:pt x="795084" y="117070"/>
                  </a:moveTo>
                  <a:cubicBezTo>
                    <a:pt x="784987" y="117070"/>
                    <a:pt x="776796" y="125245"/>
                    <a:pt x="776796" y="135335"/>
                  </a:cubicBezTo>
                  <a:cubicBezTo>
                    <a:pt x="776796" y="145424"/>
                    <a:pt x="784987" y="153599"/>
                    <a:pt x="795084" y="153599"/>
                  </a:cubicBezTo>
                  <a:cubicBezTo>
                    <a:pt x="805180" y="153599"/>
                    <a:pt x="813372" y="145424"/>
                    <a:pt x="813372" y="135335"/>
                  </a:cubicBezTo>
                  <a:cubicBezTo>
                    <a:pt x="813372" y="125346"/>
                    <a:pt x="805371" y="117210"/>
                    <a:pt x="795338" y="117070"/>
                  </a:cubicBezTo>
                  <a:close/>
                  <a:moveTo>
                    <a:pt x="840804" y="528021"/>
                  </a:moveTo>
                  <a:cubicBezTo>
                    <a:pt x="830644" y="527983"/>
                    <a:pt x="822452" y="536164"/>
                    <a:pt x="822389" y="546285"/>
                  </a:cubicBezTo>
                  <a:cubicBezTo>
                    <a:pt x="822325" y="556407"/>
                    <a:pt x="830517" y="564638"/>
                    <a:pt x="840677" y="564676"/>
                  </a:cubicBezTo>
                  <a:cubicBezTo>
                    <a:pt x="850837" y="564714"/>
                    <a:pt x="859028" y="556533"/>
                    <a:pt x="859092" y="546412"/>
                  </a:cubicBezTo>
                  <a:cubicBezTo>
                    <a:pt x="859092" y="546367"/>
                    <a:pt x="859092" y="546330"/>
                    <a:pt x="859092" y="546285"/>
                  </a:cubicBezTo>
                  <a:cubicBezTo>
                    <a:pt x="859092" y="536297"/>
                    <a:pt x="851027" y="528160"/>
                    <a:pt x="841058" y="528021"/>
                  </a:cubicBezTo>
                  <a:close/>
                  <a:moveTo>
                    <a:pt x="840804" y="619343"/>
                  </a:moveTo>
                  <a:cubicBezTo>
                    <a:pt x="830707" y="619343"/>
                    <a:pt x="822516" y="627518"/>
                    <a:pt x="822516" y="637607"/>
                  </a:cubicBezTo>
                  <a:cubicBezTo>
                    <a:pt x="822516" y="639148"/>
                    <a:pt x="822770" y="640683"/>
                    <a:pt x="823151" y="642174"/>
                  </a:cubicBezTo>
                  <a:cubicBezTo>
                    <a:pt x="835089" y="639814"/>
                    <a:pt x="846837" y="636701"/>
                    <a:pt x="858393" y="632851"/>
                  </a:cubicBezTo>
                  <a:cubicBezTo>
                    <a:pt x="856298" y="624994"/>
                    <a:pt x="849186" y="619489"/>
                    <a:pt x="841058" y="619343"/>
                  </a:cubicBezTo>
                  <a:close/>
                  <a:moveTo>
                    <a:pt x="795084" y="25748"/>
                  </a:moveTo>
                  <a:cubicBezTo>
                    <a:pt x="784987" y="25748"/>
                    <a:pt x="776796" y="33922"/>
                    <a:pt x="776796" y="44012"/>
                  </a:cubicBezTo>
                  <a:cubicBezTo>
                    <a:pt x="776796" y="54102"/>
                    <a:pt x="784987" y="62277"/>
                    <a:pt x="795084" y="62277"/>
                  </a:cubicBezTo>
                  <a:cubicBezTo>
                    <a:pt x="805180" y="62277"/>
                    <a:pt x="813372" y="54102"/>
                    <a:pt x="813372" y="44012"/>
                  </a:cubicBezTo>
                  <a:cubicBezTo>
                    <a:pt x="813245" y="34100"/>
                    <a:pt x="805244" y="26078"/>
                    <a:pt x="795338" y="25938"/>
                  </a:cubicBezTo>
                  <a:close/>
                </a:path>
              </a:pathLst>
            </a:custGeom>
            <a:solidFill>
              <a:srgbClr val="3BE5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14"/>
            <p:cNvSpPr/>
            <p:nvPr/>
          </p:nvSpPr>
          <p:spPr>
            <a:xfrm flipH="1">
              <a:off x="1676047" y="1606642"/>
              <a:ext cx="679513" cy="456825"/>
            </a:xfrm>
            <a:custGeom>
              <a:avLst/>
              <a:gdLst/>
              <a:ahLst/>
              <a:cxnLst/>
              <a:rect l="l" t="t" r="r" b="b"/>
              <a:pathLst>
                <a:path w="1812035" h="1218201" extrusionOk="0">
                  <a:moveTo>
                    <a:pt x="877760" y="1218202"/>
                  </a:moveTo>
                  <a:cubicBezTo>
                    <a:pt x="1373442" y="1218202"/>
                    <a:pt x="1576959" y="444118"/>
                    <a:pt x="1812036" y="0"/>
                  </a:cubicBezTo>
                  <a:lnTo>
                    <a:pt x="0" y="0"/>
                  </a:lnTo>
                  <a:cubicBezTo>
                    <a:pt x="243967" y="601269"/>
                    <a:pt x="522922" y="1218202"/>
                    <a:pt x="877760" y="1218202"/>
                  </a:cubicBezTo>
                  <a:close/>
                </a:path>
              </a:pathLst>
            </a:custGeom>
            <a:gradFill>
              <a:gsLst>
                <a:gs pos="0">
                  <a:srgbClr val="A54FA6"/>
                </a:gs>
                <a:gs pos="100000">
                  <a:srgbClr val="F702A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14"/>
            <p:cNvSpPr/>
            <p:nvPr/>
          </p:nvSpPr>
          <p:spPr>
            <a:xfrm flipH="1">
              <a:off x="2355561" y="1183542"/>
              <a:ext cx="479298" cy="423103"/>
            </a:xfrm>
            <a:custGeom>
              <a:avLst/>
              <a:gdLst/>
              <a:ahLst/>
              <a:cxnLst/>
              <a:rect l="l" t="t" r="r" b="b"/>
              <a:pathLst>
                <a:path w="1278128" h="1128274" extrusionOk="0">
                  <a:moveTo>
                    <a:pt x="641922" y="0"/>
                  </a:moveTo>
                  <a:cubicBezTo>
                    <a:pt x="371729" y="0"/>
                    <a:pt x="243142" y="659994"/>
                    <a:pt x="0" y="1128275"/>
                  </a:cubicBezTo>
                  <a:lnTo>
                    <a:pt x="1278128" y="1128275"/>
                  </a:lnTo>
                  <a:cubicBezTo>
                    <a:pt x="1046290" y="557066"/>
                    <a:pt x="845947" y="0"/>
                    <a:pt x="641922" y="0"/>
                  </a:cubicBezTo>
                  <a:close/>
                </a:path>
              </a:pathLst>
            </a:custGeom>
            <a:solidFill>
              <a:srgbClr val="FF800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14"/>
            <p:cNvSpPr/>
            <p:nvPr/>
          </p:nvSpPr>
          <p:spPr>
            <a:xfrm flipH="1">
              <a:off x="1411014" y="1492704"/>
              <a:ext cx="265033" cy="113939"/>
            </a:xfrm>
            <a:custGeom>
              <a:avLst/>
              <a:gdLst/>
              <a:ahLst/>
              <a:cxnLst/>
              <a:rect l="l" t="t" r="r" b="b"/>
              <a:pathLst>
                <a:path w="706755" h="303837" extrusionOk="0">
                  <a:moveTo>
                    <a:pt x="320167" y="0"/>
                  </a:moveTo>
                  <a:cubicBezTo>
                    <a:pt x="194310" y="0"/>
                    <a:pt x="94615" y="125251"/>
                    <a:pt x="0" y="303837"/>
                  </a:cubicBezTo>
                  <a:lnTo>
                    <a:pt x="706755" y="303837"/>
                  </a:lnTo>
                  <a:cubicBezTo>
                    <a:pt x="594932" y="135335"/>
                    <a:pt x="483933" y="0"/>
                    <a:pt x="320167" y="0"/>
                  </a:cubicBezTo>
                  <a:close/>
                </a:path>
              </a:pathLst>
            </a:custGeom>
            <a:solidFill>
              <a:srgbClr val="3BE5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14"/>
            <p:cNvSpPr/>
            <p:nvPr/>
          </p:nvSpPr>
          <p:spPr>
            <a:xfrm flipH="1">
              <a:off x="218" y="1606642"/>
              <a:ext cx="189405" cy="242741"/>
            </a:xfrm>
            <a:custGeom>
              <a:avLst/>
              <a:gdLst/>
              <a:ahLst/>
              <a:cxnLst/>
              <a:rect l="l" t="t" r="r" b="b"/>
              <a:pathLst>
                <a:path w="505079" h="647310" extrusionOk="0">
                  <a:moveTo>
                    <a:pt x="0" y="0"/>
                  </a:moveTo>
                  <a:cubicBezTo>
                    <a:pt x="127000" y="368460"/>
                    <a:pt x="278765" y="644013"/>
                    <a:pt x="505079" y="647310"/>
                  </a:cubicBezTo>
                  <a:lnTo>
                    <a:pt x="505079" y="0"/>
                  </a:lnTo>
                  <a:close/>
                </a:path>
              </a:pathLst>
            </a:custGeom>
            <a:solidFill>
              <a:srgbClr val="F702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14"/>
            <p:cNvSpPr/>
            <p:nvPr/>
          </p:nvSpPr>
          <p:spPr>
            <a:xfrm flipH="1">
              <a:off x="3227765" y="1249917"/>
              <a:ext cx="397002" cy="356728"/>
            </a:xfrm>
            <a:custGeom>
              <a:avLst/>
              <a:gdLst/>
              <a:ahLst/>
              <a:cxnLst/>
              <a:rect l="l" t="t" r="r" b="b"/>
              <a:pathLst>
                <a:path w="1058671" h="951274" extrusionOk="0">
                  <a:moveTo>
                    <a:pt x="584200" y="0"/>
                  </a:moveTo>
                  <a:cubicBezTo>
                    <a:pt x="388938" y="0"/>
                    <a:pt x="206692" y="447289"/>
                    <a:pt x="0" y="951274"/>
                  </a:cubicBezTo>
                  <a:lnTo>
                    <a:pt x="1058672" y="951274"/>
                  </a:lnTo>
                  <a:cubicBezTo>
                    <a:pt x="920623" y="672805"/>
                    <a:pt x="806005" y="314808"/>
                    <a:pt x="664654" y="17313"/>
                  </a:cubicBezTo>
                  <a:cubicBezTo>
                    <a:pt x="639312" y="6075"/>
                    <a:pt x="611924" y="184"/>
                    <a:pt x="584200" y="0"/>
                  </a:cubicBezTo>
                  <a:close/>
                </a:path>
              </a:pathLst>
            </a:custGeom>
            <a:solidFill>
              <a:srgbClr val="A54FA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14"/>
            <p:cNvSpPr/>
            <p:nvPr/>
          </p:nvSpPr>
          <p:spPr>
            <a:xfrm flipH="1">
              <a:off x="1457615" y="1606642"/>
              <a:ext cx="470225" cy="214036"/>
            </a:xfrm>
            <a:custGeom>
              <a:avLst/>
              <a:gdLst/>
              <a:ahLst/>
              <a:cxnLst/>
              <a:rect l="l" t="t" r="r" b="b"/>
              <a:pathLst>
                <a:path w="1253934" h="570764" extrusionOk="0">
                  <a:moveTo>
                    <a:pt x="569913" y="570765"/>
                  </a:moveTo>
                  <a:cubicBezTo>
                    <a:pt x="852488" y="570765"/>
                    <a:pt x="1068959" y="318106"/>
                    <a:pt x="1253934" y="0"/>
                  </a:cubicBezTo>
                  <a:lnTo>
                    <a:pt x="0" y="0"/>
                  </a:lnTo>
                  <a:cubicBezTo>
                    <a:pt x="142240" y="325336"/>
                    <a:pt x="312674" y="570765"/>
                    <a:pt x="569913" y="570765"/>
                  </a:cubicBezTo>
                  <a:close/>
                </a:path>
              </a:pathLst>
            </a:custGeom>
            <a:solidFill>
              <a:srgbClr val="C182FF">
                <a:alpha val="531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14"/>
            <p:cNvSpPr/>
            <p:nvPr/>
          </p:nvSpPr>
          <p:spPr>
            <a:xfrm flipH="1">
              <a:off x="218" y="1202353"/>
              <a:ext cx="314754" cy="404291"/>
            </a:xfrm>
            <a:custGeom>
              <a:avLst/>
              <a:gdLst/>
              <a:ahLst/>
              <a:cxnLst/>
              <a:rect l="l" t="t" r="r" b="b"/>
              <a:pathLst>
                <a:path w="839343" h="1078110" extrusionOk="0">
                  <a:moveTo>
                    <a:pt x="0" y="1078111"/>
                  </a:moveTo>
                  <a:lnTo>
                    <a:pt x="839343" y="1078111"/>
                  </a:lnTo>
                  <a:lnTo>
                    <a:pt x="839343" y="0"/>
                  </a:lnTo>
                  <a:cubicBezTo>
                    <a:pt x="537274" y="5898"/>
                    <a:pt x="328867" y="647881"/>
                    <a:pt x="0" y="1078111"/>
                  </a:cubicBezTo>
                  <a:close/>
                </a:path>
              </a:pathLst>
            </a:custGeom>
            <a:gradFill>
              <a:gsLst>
                <a:gs pos="0">
                  <a:srgbClr val="3BE5CC"/>
                </a:gs>
                <a:gs pos="100000">
                  <a:srgbClr val="02719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14"/>
            <p:cNvSpPr/>
            <p:nvPr/>
          </p:nvSpPr>
          <p:spPr>
            <a:xfrm flipH="1">
              <a:off x="1934650" y="1012171"/>
              <a:ext cx="699230" cy="594522"/>
            </a:xfrm>
            <a:custGeom>
              <a:avLst/>
              <a:gdLst/>
              <a:ahLst/>
              <a:cxnLst/>
              <a:rect l="l" t="t" r="r" b="b"/>
              <a:pathLst>
                <a:path w="1864614" h="1585393" extrusionOk="0">
                  <a:moveTo>
                    <a:pt x="215900" y="962880"/>
                  </a:moveTo>
                  <a:lnTo>
                    <a:pt x="839153" y="1585267"/>
                  </a:lnTo>
                  <a:lnTo>
                    <a:pt x="866648" y="1585267"/>
                  </a:lnTo>
                  <a:lnTo>
                    <a:pt x="223329" y="942523"/>
                  </a:lnTo>
                  <a:close/>
                  <a:moveTo>
                    <a:pt x="194754" y="1023761"/>
                  </a:moveTo>
                  <a:lnTo>
                    <a:pt x="757047" y="1585267"/>
                  </a:lnTo>
                  <a:lnTo>
                    <a:pt x="784542" y="1585267"/>
                  </a:lnTo>
                  <a:lnTo>
                    <a:pt x="201866" y="1003341"/>
                  </a:lnTo>
                  <a:cubicBezTo>
                    <a:pt x="199771" y="1010190"/>
                    <a:pt x="197358" y="1016976"/>
                    <a:pt x="195009" y="1023761"/>
                  </a:cubicBezTo>
                  <a:close/>
                  <a:moveTo>
                    <a:pt x="173990" y="1084833"/>
                  </a:moveTo>
                  <a:lnTo>
                    <a:pt x="675132" y="1585267"/>
                  </a:lnTo>
                  <a:lnTo>
                    <a:pt x="702691" y="1585267"/>
                  </a:lnTo>
                  <a:lnTo>
                    <a:pt x="181039" y="1064349"/>
                  </a:lnTo>
                  <a:close/>
                  <a:moveTo>
                    <a:pt x="259143" y="841751"/>
                  </a:moveTo>
                  <a:lnTo>
                    <a:pt x="1003681" y="1585267"/>
                  </a:lnTo>
                  <a:lnTo>
                    <a:pt x="1031177" y="1585267"/>
                  </a:lnTo>
                  <a:lnTo>
                    <a:pt x="266700" y="821584"/>
                  </a:lnTo>
                  <a:close/>
                  <a:moveTo>
                    <a:pt x="237490" y="902188"/>
                  </a:moveTo>
                  <a:lnTo>
                    <a:pt x="921512" y="1585267"/>
                  </a:lnTo>
                  <a:lnTo>
                    <a:pt x="949071" y="1585267"/>
                  </a:lnTo>
                  <a:lnTo>
                    <a:pt x="244729" y="881895"/>
                  </a:lnTo>
                  <a:close/>
                  <a:moveTo>
                    <a:pt x="303657" y="722207"/>
                  </a:moveTo>
                  <a:lnTo>
                    <a:pt x="1167892" y="1585267"/>
                  </a:lnTo>
                  <a:lnTo>
                    <a:pt x="1195451" y="1585267"/>
                  </a:lnTo>
                  <a:lnTo>
                    <a:pt x="311150" y="702358"/>
                  </a:lnTo>
                  <a:cubicBezTo>
                    <a:pt x="308801" y="708953"/>
                    <a:pt x="306260" y="715549"/>
                    <a:pt x="303657" y="722207"/>
                  </a:cubicBezTo>
                  <a:close/>
                  <a:moveTo>
                    <a:pt x="281178" y="781757"/>
                  </a:moveTo>
                  <a:lnTo>
                    <a:pt x="1085850" y="1585267"/>
                  </a:lnTo>
                  <a:lnTo>
                    <a:pt x="1113346" y="1585267"/>
                  </a:lnTo>
                  <a:lnTo>
                    <a:pt x="288671" y="761717"/>
                  </a:lnTo>
                  <a:cubicBezTo>
                    <a:pt x="286131" y="768376"/>
                    <a:pt x="283654" y="775035"/>
                    <a:pt x="281178" y="781757"/>
                  </a:cubicBezTo>
                  <a:close/>
                  <a:moveTo>
                    <a:pt x="45657" y="1448727"/>
                  </a:moveTo>
                  <a:lnTo>
                    <a:pt x="182372" y="1585267"/>
                  </a:lnTo>
                  <a:lnTo>
                    <a:pt x="209867" y="1585267"/>
                  </a:lnTo>
                  <a:lnTo>
                    <a:pt x="53086" y="1428687"/>
                  </a:lnTo>
                  <a:close/>
                  <a:moveTo>
                    <a:pt x="23051" y="1508150"/>
                  </a:moveTo>
                  <a:lnTo>
                    <a:pt x="100266" y="1585267"/>
                  </a:lnTo>
                  <a:lnTo>
                    <a:pt x="127762" y="1585267"/>
                  </a:lnTo>
                  <a:lnTo>
                    <a:pt x="30671" y="1488300"/>
                  </a:lnTo>
                  <a:close/>
                  <a:moveTo>
                    <a:pt x="67501" y="1388797"/>
                  </a:moveTo>
                  <a:lnTo>
                    <a:pt x="264351" y="1585394"/>
                  </a:lnTo>
                  <a:lnTo>
                    <a:pt x="292100" y="1585394"/>
                  </a:lnTo>
                  <a:lnTo>
                    <a:pt x="75121" y="1368757"/>
                  </a:lnTo>
                  <a:close/>
                  <a:moveTo>
                    <a:pt x="326517" y="663228"/>
                  </a:moveTo>
                  <a:lnTo>
                    <a:pt x="1249807" y="1585267"/>
                  </a:lnTo>
                  <a:lnTo>
                    <a:pt x="1277303" y="1585267"/>
                  </a:lnTo>
                  <a:lnTo>
                    <a:pt x="334709" y="643632"/>
                  </a:lnTo>
                  <a:cubicBezTo>
                    <a:pt x="332041" y="650164"/>
                    <a:pt x="329374" y="656696"/>
                    <a:pt x="326771" y="663228"/>
                  </a:cubicBezTo>
                  <a:close/>
                  <a:moveTo>
                    <a:pt x="153035" y="1145905"/>
                  </a:moveTo>
                  <a:lnTo>
                    <a:pt x="593027" y="1585267"/>
                  </a:lnTo>
                  <a:lnTo>
                    <a:pt x="620522" y="1585267"/>
                  </a:lnTo>
                  <a:lnTo>
                    <a:pt x="160084" y="1125421"/>
                  </a:lnTo>
                  <a:close/>
                  <a:moveTo>
                    <a:pt x="0" y="1566812"/>
                  </a:moveTo>
                  <a:lnTo>
                    <a:pt x="18288" y="1585077"/>
                  </a:lnTo>
                  <a:lnTo>
                    <a:pt x="45847" y="1585077"/>
                  </a:lnTo>
                  <a:lnTo>
                    <a:pt x="7747" y="1547026"/>
                  </a:lnTo>
                  <a:cubicBezTo>
                    <a:pt x="5080" y="1554128"/>
                    <a:pt x="2413" y="1560470"/>
                    <a:pt x="0" y="1566812"/>
                  </a:cubicBezTo>
                  <a:close/>
                  <a:moveTo>
                    <a:pt x="132207" y="1206723"/>
                  </a:moveTo>
                  <a:lnTo>
                    <a:pt x="511111" y="1585077"/>
                  </a:lnTo>
                  <a:lnTo>
                    <a:pt x="538607" y="1585077"/>
                  </a:lnTo>
                  <a:lnTo>
                    <a:pt x="139065" y="1186302"/>
                  </a:lnTo>
                  <a:close/>
                  <a:moveTo>
                    <a:pt x="110998" y="1267605"/>
                  </a:moveTo>
                  <a:lnTo>
                    <a:pt x="428942" y="1585077"/>
                  </a:lnTo>
                  <a:lnTo>
                    <a:pt x="456438" y="1585077"/>
                  </a:lnTo>
                  <a:lnTo>
                    <a:pt x="118110" y="1247184"/>
                  </a:lnTo>
                  <a:cubicBezTo>
                    <a:pt x="115570" y="1254223"/>
                    <a:pt x="113221" y="1261009"/>
                    <a:pt x="110808" y="1267795"/>
                  </a:cubicBezTo>
                  <a:close/>
                  <a:moveTo>
                    <a:pt x="89662" y="1328233"/>
                  </a:moveTo>
                  <a:lnTo>
                    <a:pt x="346837" y="1585077"/>
                  </a:lnTo>
                  <a:lnTo>
                    <a:pt x="374333" y="1585077"/>
                  </a:lnTo>
                  <a:lnTo>
                    <a:pt x="96838" y="1307939"/>
                  </a:lnTo>
                  <a:cubicBezTo>
                    <a:pt x="94234" y="1314915"/>
                    <a:pt x="91884" y="1321701"/>
                    <a:pt x="89472" y="1328423"/>
                  </a:cubicBezTo>
                  <a:close/>
                  <a:moveTo>
                    <a:pt x="1792922" y="1361400"/>
                  </a:moveTo>
                  <a:lnTo>
                    <a:pt x="599122" y="169137"/>
                  </a:lnTo>
                  <a:cubicBezTo>
                    <a:pt x="594868" y="173956"/>
                    <a:pt x="590614" y="178966"/>
                    <a:pt x="586422" y="183976"/>
                  </a:cubicBezTo>
                  <a:lnTo>
                    <a:pt x="1809750" y="1405920"/>
                  </a:lnTo>
                  <a:cubicBezTo>
                    <a:pt x="1804035" y="1391251"/>
                    <a:pt x="1798383" y="1376475"/>
                    <a:pt x="1792732" y="1361591"/>
                  </a:cubicBezTo>
                  <a:close/>
                  <a:moveTo>
                    <a:pt x="1608772" y="849171"/>
                  </a:moveTo>
                  <a:lnTo>
                    <a:pt x="785876" y="27967"/>
                  </a:lnTo>
                  <a:cubicBezTo>
                    <a:pt x="779526" y="30631"/>
                    <a:pt x="773176" y="33421"/>
                    <a:pt x="766826" y="36402"/>
                  </a:cubicBezTo>
                  <a:lnTo>
                    <a:pt x="1624076" y="892549"/>
                  </a:lnTo>
                  <a:close/>
                  <a:moveTo>
                    <a:pt x="1745488" y="1231837"/>
                  </a:moveTo>
                  <a:lnTo>
                    <a:pt x="638873" y="127217"/>
                  </a:lnTo>
                  <a:cubicBezTo>
                    <a:pt x="634238" y="131720"/>
                    <a:pt x="629603" y="136222"/>
                    <a:pt x="625030" y="140915"/>
                  </a:cubicBezTo>
                  <a:lnTo>
                    <a:pt x="1760728" y="1275088"/>
                  </a:lnTo>
                  <a:close/>
                  <a:moveTo>
                    <a:pt x="1700149" y="1104493"/>
                  </a:moveTo>
                  <a:lnTo>
                    <a:pt x="682689" y="89166"/>
                  </a:lnTo>
                  <a:cubicBezTo>
                    <a:pt x="677609" y="93161"/>
                    <a:pt x="672528" y="97347"/>
                    <a:pt x="667512" y="101533"/>
                  </a:cubicBezTo>
                  <a:lnTo>
                    <a:pt x="1714818" y="1147490"/>
                  </a:lnTo>
                  <a:close/>
                  <a:moveTo>
                    <a:pt x="1558734" y="717197"/>
                  </a:moveTo>
                  <a:lnTo>
                    <a:pt x="848423" y="8435"/>
                  </a:lnTo>
                  <a:cubicBezTo>
                    <a:pt x="841058" y="10020"/>
                    <a:pt x="833691" y="11859"/>
                    <a:pt x="826453" y="13952"/>
                  </a:cubicBezTo>
                  <a:lnTo>
                    <a:pt x="1575753" y="762288"/>
                  </a:lnTo>
                  <a:cubicBezTo>
                    <a:pt x="1569974" y="747239"/>
                    <a:pt x="1564132" y="732272"/>
                    <a:pt x="1558354" y="717388"/>
                  </a:cubicBezTo>
                  <a:close/>
                  <a:moveTo>
                    <a:pt x="1655128" y="977593"/>
                  </a:moveTo>
                  <a:lnTo>
                    <a:pt x="731266" y="55491"/>
                  </a:lnTo>
                  <a:cubicBezTo>
                    <a:pt x="725615" y="58852"/>
                    <a:pt x="719963" y="62404"/>
                    <a:pt x="714375" y="66082"/>
                  </a:cubicBezTo>
                  <a:lnTo>
                    <a:pt x="1670050" y="1020337"/>
                  </a:lnTo>
                  <a:cubicBezTo>
                    <a:pt x="1664843" y="1006131"/>
                    <a:pt x="1659827" y="991925"/>
                    <a:pt x="1654746" y="977783"/>
                  </a:cubicBezTo>
                  <a:close/>
                  <a:moveTo>
                    <a:pt x="1289876" y="202621"/>
                  </a:moveTo>
                  <a:lnTo>
                    <a:pt x="1173035" y="85995"/>
                  </a:lnTo>
                  <a:cubicBezTo>
                    <a:pt x="1150029" y="68341"/>
                    <a:pt x="1125385" y="52924"/>
                    <a:pt x="1099439" y="39954"/>
                  </a:cubicBezTo>
                  <a:lnTo>
                    <a:pt x="1356423" y="296544"/>
                  </a:lnTo>
                  <a:cubicBezTo>
                    <a:pt x="1335786" y="264142"/>
                    <a:pt x="1313434" y="232854"/>
                    <a:pt x="1289495" y="202812"/>
                  </a:cubicBezTo>
                  <a:close/>
                  <a:moveTo>
                    <a:pt x="1501457" y="577994"/>
                  </a:moveTo>
                  <a:lnTo>
                    <a:pt x="922147" y="0"/>
                  </a:lnTo>
                  <a:cubicBezTo>
                    <a:pt x="913321" y="0"/>
                    <a:pt x="904558" y="634"/>
                    <a:pt x="895922" y="1332"/>
                  </a:cubicBezTo>
                  <a:lnTo>
                    <a:pt x="1521396" y="625938"/>
                  </a:lnTo>
                  <a:cubicBezTo>
                    <a:pt x="1514666" y="609894"/>
                    <a:pt x="1507934" y="593912"/>
                    <a:pt x="1501077" y="578185"/>
                  </a:cubicBezTo>
                  <a:close/>
                  <a:moveTo>
                    <a:pt x="1428496" y="423127"/>
                  </a:moveTo>
                  <a:lnTo>
                    <a:pt x="1013841" y="9576"/>
                  </a:lnTo>
                  <a:cubicBezTo>
                    <a:pt x="1002792" y="7039"/>
                    <a:pt x="991597" y="4926"/>
                    <a:pt x="980250" y="3234"/>
                  </a:cubicBezTo>
                  <a:lnTo>
                    <a:pt x="1455293" y="477667"/>
                  </a:lnTo>
                  <a:cubicBezTo>
                    <a:pt x="1446340" y="459275"/>
                    <a:pt x="1437322" y="441157"/>
                    <a:pt x="1428115" y="423317"/>
                  </a:cubicBezTo>
                  <a:close/>
                  <a:moveTo>
                    <a:pt x="456057" y="381651"/>
                  </a:moveTo>
                  <a:lnTo>
                    <a:pt x="1661033" y="1585077"/>
                  </a:lnTo>
                  <a:lnTo>
                    <a:pt x="1688592" y="1585077"/>
                  </a:lnTo>
                  <a:lnTo>
                    <a:pt x="465455" y="364084"/>
                  </a:lnTo>
                  <a:cubicBezTo>
                    <a:pt x="462153" y="369982"/>
                    <a:pt x="458915" y="375880"/>
                    <a:pt x="455676" y="381842"/>
                  </a:cubicBezTo>
                  <a:close/>
                  <a:moveTo>
                    <a:pt x="427990" y="435620"/>
                  </a:moveTo>
                  <a:lnTo>
                    <a:pt x="1578928" y="1585077"/>
                  </a:lnTo>
                  <a:lnTo>
                    <a:pt x="1606423" y="1585077"/>
                  </a:lnTo>
                  <a:lnTo>
                    <a:pt x="436880" y="417609"/>
                  </a:lnTo>
                  <a:cubicBezTo>
                    <a:pt x="433769" y="423634"/>
                    <a:pt x="430657" y="429659"/>
                    <a:pt x="427609" y="435810"/>
                  </a:cubicBezTo>
                  <a:close/>
                  <a:moveTo>
                    <a:pt x="1845564" y="1495847"/>
                  </a:moveTo>
                  <a:lnTo>
                    <a:pt x="561911" y="214354"/>
                  </a:lnTo>
                  <a:cubicBezTo>
                    <a:pt x="557975" y="219554"/>
                    <a:pt x="554101" y="224881"/>
                    <a:pt x="550164" y="230145"/>
                  </a:cubicBezTo>
                  <a:lnTo>
                    <a:pt x="1864614" y="1542904"/>
                  </a:lnTo>
                  <a:cubicBezTo>
                    <a:pt x="1858137" y="1527429"/>
                    <a:pt x="1851660" y="1511828"/>
                    <a:pt x="1845183" y="1496037"/>
                  </a:cubicBezTo>
                  <a:close/>
                  <a:moveTo>
                    <a:pt x="375222" y="547553"/>
                  </a:moveTo>
                  <a:lnTo>
                    <a:pt x="1414272" y="1585267"/>
                  </a:lnTo>
                  <a:lnTo>
                    <a:pt x="1441831" y="1585267"/>
                  </a:lnTo>
                  <a:lnTo>
                    <a:pt x="383730" y="528528"/>
                  </a:lnTo>
                  <a:cubicBezTo>
                    <a:pt x="381000" y="534870"/>
                    <a:pt x="378016" y="541148"/>
                    <a:pt x="375222" y="547553"/>
                  </a:cubicBezTo>
                  <a:close/>
                  <a:moveTo>
                    <a:pt x="400622" y="491111"/>
                  </a:moveTo>
                  <a:lnTo>
                    <a:pt x="1496251" y="1585267"/>
                  </a:lnTo>
                  <a:lnTo>
                    <a:pt x="1524000" y="1585267"/>
                  </a:lnTo>
                  <a:lnTo>
                    <a:pt x="409702" y="472466"/>
                  </a:lnTo>
                  <a:close/>
                  <a:moveTo>
                    <a:pt x="516509" y="278723"/>
                  </a:moveTo>
                  <a:lnTo>
                    <a:pt x="1824609" y="1585140"/>
                  </a:lnTo>
                  <a:lnTo>
                    <a:pt x="1852105" y="1585140"/>
                  </a:lnTo>
                  <a:lnTo>
                    <a:pt x="527685" y="262235"/>
                  </a:lnTo>
                  <a:cubicBezTo>
                    <a:pt x="524002" y="267689"/>
                    <a:pt x="520319" y="273079"/>
                    <a:pt x="516699" y="278723"/>
                  </a:cubicBezTo>
                  <a:close/>
                  <a:moveTo>
                    <a:pt x="484759" y="329458"/>
                  </a:moveTo>
                  <a:lnTo>
                    <a:pt x="1742059" y="1585140"/>
                  </a:lnTo>
                  <a:lnTo>
                    <a:pt x="1769555" y="1585140"/>
                  </a:lnTo>
                  <a:lnTo>
                    <a:pt x="495617" y="312208"/>
                  </a:lnTo>
                  <a:cubicBezTo>
                    <a:pt x="492125" y="317916"/>
                    <a:pt x="488950" y="323814"/>
                    <a:pt x="485267" y="329395"/>
                  </a:cubicBezTo>
                  <a:close/>
                  <a:moveTo>
                    <a:pt x="350076" y="605010"/>
                  </a:moveTo>
                  <a:lnTo>
                    <a:pt x="1331659" y="1585330"/>
                  </a:lnTo>
                  <a:lnTo>
                    <a:pt x="1359154" y="1585330"/>
                  </a:lnTo>
                  <a:lnTo>
                    <a:pt x="358775" y="585668"/>
                  </a:lnTo>
                  <a:close/>
                </a:path>
              </a:pathLst>
            </a:custGeom>
            <a:solidFill>
              <a:srgbClr val="FFC22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14"/>
            <p:cNvSpPr/>
            <p:nvPr/>
          </p:nvSpPr>
          <p:spPr>
            <a:xfrm flipH="1">
              <a:off x="189647" y="898161"/>
              <a:ext cx="710732" cy="708485"/>
            </a:xfrm>
            <a:custGeom>
              <a:avLst/>
              <a:gdLst/>
              <a:ahLst/>
              <a:cxnLst/>
              <a:rect l="l" t="t" r="r" b="b"/>
              <a:pathLst>
                <a:path w="1895284" h="1889294" extrusionOk="0">
                  <a:moveTo>
                    <a:pt x="878205" y="1889294"/>
                  </a:moveTo>
                  <a:lnTo>
                    <a:pt x="931735" y="1889294"/>
                  </a:lnTo>
                  <a:lnTo>
                    <a:pt x="931735" y="14333"/>
                  </a:lnTo>
                  <a:cubicBezTo>
                    <a:pt x="913194" y="20420"/>
                    <a:pt x="895286" y="28190"/>
                    <a:pt x="878205" y="37544"/>
                  </a:cubicBezTo>
                  <a:close/>
                  <a:moveTo>
                    <a:pt x="607695" y="1889294"/>
                  </a:moveTo>
                  <a:lnTo>
                    <a:pt x="661226" y="1889294"/>
                  </a:lnTo>
                  <a:lnTo>
                    <a:pt x="661226" y="256971"/>
                  </a:lnTo>
                  <a:cubicBezTo>
                    <a:pt x="643065" y="284241"/>
                    <a:pt x="625221" y="313223"/>
                    <a:pt x="607695" y="343917"/>
                  </a:cubicBezTo>
                  <a:close/>
                  <a:moveTo>
                    <a:pt x="427419" y="1889294"/>
                  </a:moveTo>
                  <a:lnTo>
                    <a:pt x="480885" y="1889294"/>
                  </a:lnTo>
                  <a:lnTo>
                    <a:pt x="480885" y="601903"/>
                  </a:lnTo>
                  <a:cubicBezTo>
                    <a:pt x="462852" y="643505"/>
                    <a:pt x="445009" y="686357"/>
                    <a:pt x="427419" y="730452"/>
                  </a:cubicBezTo>
                  <a:close/>
                  <a:moveTo>
                    <a:pt x="697865" y="1889294"/>
                  </a:moveTo>
                  <a:lnTo>
                    <a:pt x="751396" y="1889294"/>
                  </a:lnTo>
                  <a:lnTo>
                    <a:pt x="751396" y="140281"/>
                  </a:lnTo>
                  <a:cubicBezTo>
                    <a:pt x="733171" y="160068"/>
                    <a:pt x="715328" y="181651"/>
                    <a:pt x="697865" y="205031"/>
                  </a:cubicBezTo>
                  <a:close/>
                  <a:moveTo>
                    <a:pt x="517525" y="1889294"/>
                  </a:moveTo>
                  <a:lnTo>
                    <a:pt x="571056" y="1889294"/>
                  </a:lnTo>
                  <a:lnTo>
                    <a:pt x="571056" y="411141"/>
                  </a:lnTo>
                  <a:cubicBezTo>
                    <a:pt x="552895" y="445894"/>
                    <a:pt x="535115" y="482296"/>
                    <a:pt x="517525" y="520030"/>
                  </a:cubicBezTo>
                  <a:close/>
                  <a:moveTo>
                    <a:pt x="66675" y="1889294"/>
                  </a:moveTo>
                  <a:lnTo>
                    <a:pt x="120206" y="1889294"/>
                  </a:lnTo>
                  <a:lnTo>
                    <a:pt x="120206" y="1579813"/>
                  </a:lnTo>
                  <a:cubicBezTo>
                    <a:pt x="102489" y="1628309"/>
                    <a:pt x="84646" y="1676037"/>
                    <a:pt x="66675" y="1723011"/>
                  </a:cubicBezTo>
                  <a:close/>
                  <a:moveTo>
                    <a:pt x="30035" y="1889294"/>
                  </a:moveTo>
                  <a:lnTo>
                    <a:pt x="30035" y="1816363"/>
                  </a:lnTo>
                  <a:cubicBezTo>
                    <a:pt x="20066" y="1841014"/>
                    <a:pt x="10096" y="1865322"/>
                    <a:pt x="0" y="1889294"/>
                  </a:cubicBezTo>
                  <a:close/>
                  <a:moveTo>
                    <a:pt x="247015" y="1889294"/>
                  </a:moveTo>
                  <a:lnTo>
                    <a:pt x="300482" y="1889294"/>
                  </a:lnTo>
                  <a:lnTo>
                    <a:pt x="300482" y="1069676"/>
                  </a:lnTo>
                  <a:cubicBezTo>
                    <a:pt x="282639" y="1119986"/>
                    <a:pt x="264858" y="1170721"/>
                    <a:pt x="247015" y="1221880"/>
                  </a:cubicBezTo>
                  <a:close/>
                  <a:moveTo>
                    <a:pt x="337185" y="1889294"/>
                  </a:moveTo>
                  <a:lnTo>
                    <a:pt x="390652" y="1889294"/>
                  </a:lnTo>
                  <a:lnTo>
                    <a:pt x="390652" y="823867"/>
                  </a:lnTo>
                  <a:cubicBezTo>
                    <a:pt x="372682" y="870923"/>
                    <a:pt x="354902" y="918823"/>
                    <a:pt x="337185" y="967573"/>
                  </a:cubicBezTo>
                  <a:close/>
                  <a:moveTo>
                    <a:pt x="156845" y="1889294"/>
                  </a:moveTo>
                  <a:lnTo>
                    <a:pt x="210376" y="1889294"/>
                  </a:lnTo>
                  <a:lnTo>
                    <a:pt x="210376" y="1326393"/>
                  </a:lnTo>
                  <a:cubicBezTo>
                    <a:pt x="192532" y="1377128"/>
                    <a:pt x="174689" y="1427691"/>
                    <a:pt x="156845" y="1478090"/>
                  </a:cubicBezTo>
                  <a:close/>
                  <a:moveTo>
                    <a:pt x="787971" y="1889294"/>
                  </a:moveTo>
                  <a:lnTo>
                    <a:pt x="841502" y="1889294"/>
                  </a:lnTo>
                  <a:lnTo>
                    <a:pt x="841502" y="60184"/>
                  </a:lnTo>
                  <a:cubicBezTo>
                    <a:pt x="822643" y="73317"/>
                    <a:pt x="804799" y="87748"/>
                    <a:pt x="787971" y="103372"/>
                  </a:cubicBezTo>
                  <a:close/>
                  <a:moveTo>
                    <a:pt x="1501902" y="1889294"/>
                  </a:moveTo>
                  <a:lnTo>
                    <a:pt x="1555369" y="1889294"/>
                  </a:lnTo>
                  <a:lnTo>
                    <a:pt x="1555369" y="725442"/>
                  </a:lnTo>
                  <a:cubicBezTo>
                    <a:pt x="1538033" y="671917"/>
                    <a:pt x="1520254" y="620041"/>
                    <a:pt x="1501902" y="570194"/>
                  </a:cubicBezTo>
                  <a:close/>
                  <a:moveTo>
                    <a:pt x="1592008" y="1889294"/>
                  </a:moveTo>
                  <a:lnTo>
                    <a:pt x="1645539" y="1889294"/>
                  </a:lnTo>
                  <a:lnTo>
                    <a:pt x="1645539" y="1026298"/>
                  </a:lnTo>
                  <a:cubicBezTo>
                    <a:pt x="1628013" y="964021"/>
                    <a:pt x="1610234" y="902569"/>
                    <a:pt x="1592008" y="842385"/>
                  </a:cubicBezTo>
                  <a:close/>
                  <a:moveTo>
                    <a:pt x="1682179" y="1889294"/>
                  </a:moveTo>
                  <a:lnTo>
                    <a:pt x="1735709" y="1889294"/>
                  </a:lnTo>
                  <a:lnTo>
                    <a:pt x="1735709" y="1353980"/>
                  </a:lnTo>
                  <a:cubicBezTo>
                    <a:pt x="1717866" y="1288786"/>
                    <a:pt x="1700085" y="1223339"/>
                    <a:pt x="1682179" y="1158272"/>
                  </a:cubicBezTo>
                  <a:close/>
                  <a:moveTo>
                    <a:pt x="1862519" y="1790425"/>
                  </a:moveTo>
                  <a:lnTo>
                    <a:pt x="1862519" y="1889294"/>
                  </a:lnTo>
                  <a:lnTo>
                    <a:pt x="1895284" y="1889294"/>
                  </a:lnTo>
                  <a:cubicBezTo>
                    <a:pt x="1884235" y="1856995"/>
                    <a:pt x="1873314" y="1824037"/>
                    <a:pt x="1862582" y="1790425"/>
                  </a:cubicBezTo>
                  <a:close/>
                  <a:moveTo>
                    <a:pt x="1772348" y="1889294"/>
                  </a:moveTo>
                  <a:lnTo>
                    <a:pt x="1825879" y="1889294"/>
                  </a:lnTo>
                  <a:lnTo>
                    <a:pt x="1825879" y="1671833"/>
                  </a:lnTo>
                  <a:cubicBezTo>
                    <a:pt x="1807718" y="1611205"/>
                    <a:pt x="1789938" y="1549245"/>
                    <a:pt x="1772348" y="1486525"/>
                  </a:cubicBezTo>
                  <a:close/>
                  <a:moveTo>
                    <a:pt x="968375" y="4883"/>
                  </a:moveTo>
                  <a:lnTo>
                    <a:pt x="968375" y="1889294"/>
                  </a:lnTo>
                  <a:lnTo>
                    <a:pt x="1021842" y="1889294"/>
                  </a:lnTo>
                  <a:lnTo>
                    <a:pt x="1021842" y="0"/>
                  </a:lnTo>
                  <a:lnTo>
                    <a:pt x="1020191" y="0"/>
                  </a:lnTo>
                  <a:cubicBezTo>
                    <a:pt x="1002792" y="-8"/>
                    <a:pt x="985457" y="1627"/>
                    <a:pt x="968375" y="4883"/>
                  </a:cubicBezTo>
                  <a:close/>
                  <a:moveTo>
                    <a:pt x="1050925" y="1889294"/>
                  </a:moveTo>
                  <a:lnTo>
                    <a:pt x="1104456" y="1889294"/>
                  </a:lnTo>
                  <a:lnTo>
                    <a:pt x="1104456" y="13318"/>
                  </a:lnTo>
                  <a:cubicBezTo>
                    <a:pt x="1087057" y="7658"/>
                    <a:pt x="1069086" y="3770"/>
                    <a:pt x="1050925" y="1712"/>
                  </a:cubicBezTo>
                  <a:close/>
                  <a:moveTo>
                    <a:pt x="1141096" y="1889294"/>
                  </a:moveTo>
                  <a:lnTo>
                    <a:pt x="1194626" y="1889294"/>
                  </a:lnTo>
                  <a:lnTo>
                    <a:pt x="1194626" y="60564"/>
                  </a:lnTo>
                  <a:cubicBezTo>
                    <a:pt x="1177862" y="48103"/>
                    <a:pt x="1159891" y="37232"/>
                    <a:pt x="1141096" y="28094"/>
                  </a:cubicBezTo>
                  <a:close/>
                  <a:moveTo>
                    <a:pt x="1321435" y="1889294"/>
                  </a:moveTo>
                  <a:lnTo>
                    <a:pt x="1374902" y="1889294"/>
                  </a:lnTo>
                  <a:lnTo>
                    <a:pt x="1374902" y="284304"/>
                  </a:lnTo>
                  <a:cubicBezTo>
                    <a:pt x="1357694" y="253187"/>
                    <a:pt x="1339850" y="224205"/>
                    <a:pt x="1321435" y="197358"/>
                  </a:cubicBezTo>
                  <a:close/>
                  <a:moveTo>
                    <a:pt x="1231265" y="90942"/>
                  </a:moveTo>
                  <a:lnTo>
                    <a:pt x="1231265" y="1889294"/>
                  </a:lnTo>
                  <a:lnTo>
                    <a:pt x="1284732" y="1889294"/>
                  </a:lnTo>
                  <a:lnTo>
                    <a:pt x="1284732" y="148335"/>
                  </a:lnTo>
                  <a:cubicBezTo>
                    <a:pt x="1268349" y="127978"/>
                    <a:pt x="1250569" y="108800"/>
                    <a:pt x="1231456" y="90942"/>
                  </a:cubicBezTo>
                  <a:close/>
                  <a:moveTo>
                    <a:pt x="1411605" y="1889294"/>
                  </a:moveTo>
                  <a:lnTo>
                    <a:pt x="1465072" y="1889294"/>
                  </a:lnTo>
                  <a:lnTo>
                    <a:pt x="1465072" y="475637"/>
                  </a:lnTo>
                  <a:cubicBezTo>
                    <a:pt x="1447800" y="433401"/>
                    <a:pt x="1430021" y="393193"/>
                    <a:pt x="1411605" y="355142"/>
                  </a:cubicBezTo>
                  <a:close/>
                </a:path>
              </a:pathLst>
            </a:custGeom>
            <a:gradFill>
              <a:gsLst>
                <a:gs pos="0">
                  <a:srgbClr val="FF826C">
                    <a:alpha val="49800"/>
                  </a:srgbClr>
                </a:gs>
                <a:gs pos="100000">
                  <a:srgbClr val="FF3E45">
                    <a:alpha val="498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14"/>
            <p:cNvSpPr/>
            <p:nvPr/>
          </p:nvSpPr>
          <p:spPr>
            <a:xfrm flipH="1">
              <a:off x="1410942" y="1569757"/>
              <a:ext cx="46601" cy="36885"/>
            </a:xfrm>
            <a:custGeom>
              <a:avLst/>
              <a:gdLst/>
              <a:ahLst/>
              <a:cxnLst/>
              <a:rect l="l" t="t" r="r" b="b"/>
              <a:pathLst>
                <a:path w="124269" h="98361" extrusionOk="0">
                  <a:moveTo>
                    <a:pt x="0" y="98362"/>
                  </a:moveTo>
                  <a:lnTo>
                    <a:pt x="124269" y="98362"/>
                  </a:lnTo>
                  <a:cubicBezTo>
                    <a:pt x="101409" y="63926"/>
                    <a:pt x="78549" y="30821"/>
                    <a:pt x="55245" y="0"/>
                  </a:cubicBezTo>
                  <a:cubicBezTo>
                    <a:pt x="37020" y="33358"/>
                    <a:pt x="18606" y="66145"/>
                    <a:pt x="0" y="98362"/>
                  </a:cubicBezTo>
                  <a:close/>
                </a:path>
              </a:pathLst>
            </a:custGeom>
            <a:solidFill>
              <a:srgbClr val="AF9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14"/>
            <p:cNvSpPr/>
            <p:nvPr/>
          </p:nvSpPr>
          <p:spPr>
            <a:xfrm flipH="1">
              <a:off x="314972" y="1606642"/>
              <a:ext cx="459581" cy="142691"/>
            </a:xfrm>
            <a:custGeom>
              <a:avLst/>
              <a:gdLst/>
              <a:ahLst/>
              <a:cxnLst/>
              <a:rect l="l" t="t" r="r" b="b"/>
              <a:pathLst>
                <a:path w="1225550" h="380509" extrusionOk="0">
                  <a:moveTo>
                    <a:pt x="607632" y="380510"/>
                  </a:moveTo>
                  <a:cubicBezTo>
                    <a:pt x="862712" y="380510"/>
                    <a:pt x="1059435" y="217271"/>
                    <a:pt x="1225550" y="0"/>
                  </a:cubicBezTo>
                  <a:lnTo>
                    <a:pt x="0" y="0"/>
                  </a:lnTo>
                  <a:cubicBezTo>
                    <a:pt x="173101" y="220442"/>
                    <a:pt x="370078" y="380510"/>
                    <a:pt x="607632" y="380510"/>
                  </a:cubicBezTo>
                  <a:close/>
                </a:path>
              </a:pathLst>
            </a:custGeom>
            <a:solidFill>
              <a:srgbClr val="17A89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14"/>
            <p:cNvSpPr/>
            <p:nvPr/>
          </p:nvSpPr>
          <p:spPr>
            <a:xfrm flipH="1">
              <a:off x="2636739" y="1606143"/>
              <a:ext cx="506206" cy="237366"/>
            </a:xfrm>
            <a:custGeom>
              <a:avLst/>
              <a:gdLst/>
              <a:ahLst/>
              <a:cxnLst/>
              <a:rect l="l" t="t" r="r" b="b"/>
              <a:pathLst>
                <a:path w="1349883" h="632977" extrusionOk="0">
                  <a:moveTo>
                    <a:pt x="617347" y="0"/>
                  </a:moveTo>
                  <a:cubicBezTo>
                    <a:pt x="595535" y="0"/>
                    <a:pt x="577850" y="17662"/>
                    <a:pt x="577850" y="39446"/>
                  </a:cubicBezTo>
                  <a:cubicBezTo>
                    <a:pt x="577850" y="39465"/>
                    <a:pt x="577850" y="39491"/>
                    <a:pt x="577850" y="39509"/>
                  </a:cubicBezTo>
                  <a:lnTo>
                    <a:pt x="577850" y="569877"/>
                  </a:lnTo>
                  <a:cubicBezTo>
                    <a:pt x="577850" y="591661"/>
                    <a:pt x="595535" y="609323"/>
                    <a:pt x="617347" y="609323"/>
                  </a:cubicBezTo>
                  <a:cubicBezTo>
                    <a:pt x="639159" y="609323"/>
                    <a:pt x="656844" y="591661"/>
                    <a:pt x="656844" y="569877"/>
                  </a:cubicBezTo>
                  <a:lnTo>
                    <a:pt x="656844" y="39509"/>
                  </a:lnTo>
                  <a:cubicBezTo>
                    <a:pt x="656876" y="17725"/>
                    <a:pt x="639223" y="38"/>
                    <a:pt x="617411" y="0"/>
                  </a:cubicBezTo>
                  <a:cubicBezTo>
                    <a:pt x="617392" y="0"/>
                    <a:pt x="617366" y="0"/>
                    <a:pt x="617347" y="0"/>
                  </a:cubicBezTo>
                  <a:close/>
                  <a:moveTo>
                    <a:pt x="39497" y="0"/>
                  </a:moveTo>
                  <a:cubicBezTo>
                    <a:pt x="17685" y="0"/>
                    <a:pt x="0" y="17662"/>
                    <a:pt x="0" y="39446"/>
                  </a:cubicBezTo>
                  <a:cubicBezTo>
                    <a:pt x="0" y="39465"/>
                    <a:pt x="0" y="39491"/>
                    <a:pt x="0" y="39509"/>
                  </a:cubicBezTo>
                  <a:lnTo>
                    <a:pt x="0" y="69506"/>
                  </a:lnTo>
                  <a:cubicBezTo>
                    <a:pt x="0" y="91291"/>
                    <a:pt x="17685" y="108953"/>
                    <a:pt x="39497" y="108953"/>
                  </a:cubicBezTo>
                  <a:cubicBezTo>
                    <a:pt x="61309" y="108953"/>
                    <a:pt x="78994" y="91291"/>
                    <a:pt x="78994" y="69506"/>
                  </a:cubicBezTo>
                  <a:lnTo>
                    <a:pt x="78994" y="39509"/>
                  </a:lnTo>
                  <a:cubicBezTo>
                    <a:pt x="79032" y="17821"/>
                    <a:pt x="61532" y="171"/>
                    <a:pt x="39815" y="0"/>
                  </a:cubicBezTo>
                  <a:close/>
                  <a:moveTo>
                    <a:pt x="501523" y="0"/>
                  </a:moveTo>
                  <a:cubicBezTo>
                    <a:pt x="479711" y="0"/>
                    <a:pt x="462026" y="17662"/>
                    <a:pt x="462026" y="39446"/>
                  </a:cubicBezTo>
                  <a:cubicBezTo>
                    <a:pt x="462026" y="39465"/>
                    <a:pt x="462026" y="39491"/>
                    <a:pt x="462026" y="39509"/>
                  </a:cubicBezTo>
                  <a:lnTo>
                    <a:pt x="462026" y="513561"/>
                  </a:lnTo>
                  <a:cubicBezTo>
                    <a:pt x="462026" y="535345"/>
                    <a:pt x="479711" y="553007"/>
                    <a:pt x="501523" y="553007"/>
                  </a:cubicBezTo>
                  <a:cubicBezTo>
                    <a:pt x="523336" y="553007"/>
                    <a:pt x="541020" y="535345"/>
                    <a:pt x="541020" y="513561"/>
                  </a:cubicBezTo>
                  <a:lnTo>
                    <a:pt x="541020" y="39509"/>
                  </a:lnTo>
                  <a:cubicBezTo>
                    <a:pt x="541058" y="17821"/>
                    <a:pt x="523558" y="171"/>
                    <a:pt x="501841" y="0"/>
                  </a:cubicBezTo>
                  <a:close/>
                  <a:moveTo>
                    <a:pt x="386017" y="0"/>
                  </a:moveTo>
                  <a:cubicBezTo>
                    <a:pt x="364205" y="0"/>
                    <a:pt x="346520" y="17662"/>
                    <a:pt x="346520" y="39446"/>
                  </a:cubicBezTo>
                  <a:cubicBezTo>
                    <a:pt x="346520" y="39465"/>
                    <a:pt x="346520" y="39491"/>
                    <a:pt x="346520" y="39509"/>
                  </a:cubicBezTo>
                  <a:lnTo>
                    <a:pt x="346520" y="437206"/>
                  </a:lnTo>
                  <a:cubicBezTo>
                    <a:pt x="346520" y="458990"/>
                    <a:pt x="364205" y="476652"/>
                    <a:pt x="386017" y="476652"/>
                  </a:cubicBezTo>
                  <a:cubicBezTo>
                    <a:pt x="407829" y="476652"/>
                    <a:pt x="425514" y="458990"/>
                    <a:pt x="425514" y="437206"/>
                  </a:cubicBezTo>
                  <a:lnTo>
                    <a:pt x="425514" y="39509"/>
                  </a:lnTo>
                  <a:cubicBezTo>
                    <a:pt x="425552" y="17821"/>
                    <a:pt x="408051" y="171"/>
                    <a:pt x="386334" y="0"/>
                  </a:cubicBezTo>
                  <a:close/>
                  <a:moveTo>
                    <a:pt x="155004" y="0"/>
                  </a:moveTo>
                  <a:cubicBezTo>
                    <a:pt x="133191" y="0"/>
                    <a:pt x="115507" y="17662"/>
                    <a:pt x="115507" y="39446"/>
                  </a:cubicBezTo>
                  <a:cubicBezTo>
                    <a:pt x="115507" y="39465"/>
                    <a:pt x="115507" y="39491"/>
                    <a:pt x="115507" y="39509"/>
                  </a:cubicBezTo>
                  <a:lnTo>
                    <a:pt x="115507" y="171356"/>
                  </a:lnTo>
                  <a:cubicBezTo>
                    <a:pt x="115507" y="193140"/>
                    <a:pt x="133191" y="210802"/>
                    <a:pt x="155004" y="210802"/>
                  </a:cubicBezTo>
                  <a:cubicBezTo>
                    <a:pt x="176816" y="210802"/>
                    <a:pt x="194501" y="193140"/>
                    <a:pt x="194501" y="171356"/>
                  </a:cubicBezTo>
                  <a:lnTo>
                    <a:pt x="194501" y="39509"/>
                  </a:lnTo>
                  <a:cubicBezTo>
                    <a:pt x="194539" y="17821"/>
                    <a:pt x="177038" y="171"/>
                    <a:pt x="155321" y="0"/>
                  </a:cubicBezTo>
                  <a:close/>
                  <a:moveTo>
                    <a:pt x="270510" y="0"/>
                  </a:moveTo>
                  <a:cubicBezTo>
                    <a:pt x="248698" y="0"/>
                    <a:pt x="231013" y="17662"/>
                    <a:pt x="231013" y="39446"/>
                  </a:cubicBezTo>
                  <a:cubicBezTo>
                    <a:pt x="231013" y="39465"/>
                    <a:pt x="231013" y="39491"/>
                    <a:pt x="231013" y="39509"/>
                  </a:cubicBezTo>
                  <a:lnTo>
                    <a:pt x="231013" y="322355"/>
                  </a:lnTo>
                  <a:cubicBezTo>
                    <a:pt x="231013" y="344139"/>
                    <a:pt x="248698" y="361801"/>
                    <a:pt x="270510" y="361801"/>
                  </a:cubicBezTo>
                  <a:cubicBezTo>
                    <a:pt x="292322" y="361801"/>
                    <a:pt x="310007" y="344139"/>
                    <a:pt x="310007" y="322355"/>
                  </a:cubicBezTo>
                  <a:lnTo>
                    <a:pt x="310007" y="39509"/>
                  </a:lnTo>
                  <a:cubicBezTo>
                    <a:pt x="310045" y="17821"/>
                    <a:pt x="292545" y="171"/>
                    <a:pt x="270828" y="0"/>
                  </a:cubicBezTo>
                  <a:close/>
                  <a:moveTo>
                    <a:pt x="848360" y="0"/>
                  </a:moveTo>
                  <a:cubicBezTo>
                    <a:pt x="826548" y="0"/>
                    <a:pt x="808863" y="17662"/>
                    <a:pt x="808863" y="39446"/>
                  </a:cubicBezTo>
                  <a:cubicBezTo>
                    <a:pt x="808863" y="39465"/>
                    <a:pt x="808863" y="39491"/>
                    <a:pt x="808863" y="39509"/>
                  </a:cubicBezTo>
                  <a:lnTo>
                    <a:pt x="808863" y="580911"/>
                  </a:lnTo>
                  <a:cubicBezTo>
                    <a:pt x="808863" y="602696"/>
                    <a:pt x="826548" y="620358"/>
                    <a:pt x="848360" y="620358"/>
                  </a:cubicBezTo>
                  <a:cubicBezTo>
                    <a:pt x="870172" y="620358"/>
                    <a:pt x="887857" y="602696"/>
                    <a:pt x="887857" y="580911"/>
                  </a:cubicBezTo>
                  <a:lnTo>
                    <a:pt x="887857" y="39509"/>
                  </a:lnTo>
                  <a:cubicBezTo>
                    <a:pt x="887889" y="17725"/>
                    <a:pt x="870236" y="38"/>
                    <a:pt x="848424" y="0"/>
                  </a:cubicBezTo>
                  <a:cubicBezTo>
                    <a:pt x="848405" y="0"/>
                    <a:pt x="848379" y="0"/>
                    <a:pt x="848360" y="0"/>
                  </a:cubicBezTo>
                  <a:close/>
                  <a:moveTo>
                    <a:pt x="1194880" y="0"/>
                  </a:moveTo>
                  <a:cubicBezTo>
                    <a:pt x="1173068" y="0"/>
                    <a:pt x="1155383" y="17662"/>
                    <a:pt x="1155383" y="39446"/>
                  </a:cubicBezTo>
                  <a:cubicBezTo>
                    <a:pt x="1155383" y="39465"/>
                    <a:pt x="1155383" y="39491"/>
                    <a:pt x="1155383" y="39509"/>
                  </a:cubicBezTo>
                  <a:lnTo>
                    <a:pt x="1155383" y="236106"/>
                  </a:lnTo>
                  <a:cubicBezTo>
                    <a:pt x="1155383" y="257890"/>
                    <a:pt x="1173068" y="275552"/>
                    <a:pt x="1194880" y="275552"/>
                  </a:cubicBezTo>
                  <a:cubicBezTo>
                    <a:pt x="1216692" y="275552"/>
                    <a:pt x="1234377" y="257890"/>
                    <a:pt x="1234377" y="236106"/>
                  </a:cubicBezTo>
                  <a:lnTo>
                    <a:pt x="1234377" y="39509"/>
                  </a:lnTo>
                  <a:cubicBezTo>
                    <a:pt x="1234408" y="17725"/>
                    <a:pt x="1216756" y="38"/>
                    <a:pt x="1194943" y="0"/>
                  </a:cubicBezTo>
                  <a:cubicBezTo>
                    <a:pt x="1194924" y="0"/>
                    <a:pt x="1194899" y="0"/>
                    <a:pt x="1194880" y="0"/>
                  </a:cubicBezTo>
                  <a:close/>
                  <a:moveTo>
                    <a:pt x="1310386" y="0"/>
                  </a:moveTo>
                  <a:cubicBezTo>
                    <a:pt x="1288574" y="0"/>
                    <a:pt x="1270889" y="17662"/>
                    <a:pt x="1270889" y="39446"/>
                  </a:cubicBezTo>
                  <a:cubicBezTo>
                    <a:pt x="1270889" y="39465"/>
                    <a:pt x="1270889" y="39491"/>
                    <a:pt x="1270889" y="39509"/>
                  </a:cubicBezTo>
                  <a:lnTo>
                    <a:pt x="1270889" y="71219"/>
                  </a:lnTo>
                  <a:cubicBezTo>
                    <a:pt x="1270889" y="93003"/>
                    <a:pt x="1288574" y="110665"/>
                    <a:pt x="1310386" y="110665"/>
                  </a:cubicBezTo>
                  <a:cubicBezTo>
                    <a:pt x="1332199" y="110665"/>
                    <a:pt x="1349883" y="93003"/>
                    <a:pt x="1349883" y="71219"/>
                  </a:cubicBezTo>
                  <a:lnTo>
                    <a:pt x="1349883" y="39509"/>
                  </a:lnTo>
                  <a:cubicBezTo>
                    <a:pt x="1349915" y="17725"/>
                    <a:pt x="1332262" y="38"/>
                    <a:pt x="1310450" y="0"/>
                  </a:cubicBezTo>
                  <a:cubicBezTo>
                    <a:pt x="1310431" y="0"/>
                    <a:pt x="1310405" y="0"/>
                    <a:pt x="1310386" y="0"/>
                  </a:cubicBezTo>
                  <a:close/>
                  <a:moveTo>
                    <a:pt x="732536" y="0"/>
                  </a:moveTo>
                  <a:cubicBezTo>
                    <a:pt x="710724" y="0"/>
                    <a:pt x="693039" y="17662"/>
                    <a:pt x="693039" y="39446"/>
                  </a:cubicBezTo>
                  <a:cubicBezTo>
                    <a:pt x="693039" y="39465"/>
                    <a:pt x="693039" y="39491"/>
                    <a:pt x="693039" y="39509"/>
                  </a:cubicBezTo>
                  <a:lnTo>
                    <a:pt x="693039" y="593532"/>
                  </a:lnTo>
                  <a:cubicBezTo>
                    <a:pt x="693039" y="615316"/>
                    <a:pt x="710724" y="632978"/>
                    <a:pt x="732536" y="632978"/>
                  </a:cubicBezTo>
                  <a:cubicBezTo>
                    <a:pt x="754349" y="632978"/>
                    <a:pt x="772033" y="615316"/>
                    <a:pt x="772033" y="593532"/>
                  </a:cubicBezTo>
                  <a:lnTo>
                    <a:pt x="772033" y="39509"/>
                  </a:lnTo>
                  <a:cubicBezTo>
                    <a:pt x="772072" y="17821"/>
                    <a:pt x="754571" y="171"/>
                    <a:pt x="732854" y="0"/>
                  </a:cubicBezTo>
                  <a:close/>
                  <a:moveTo>
                    <a:pt x="1079056" y="0"/>
                  </a:moveTo>
                  <a:cubicBezTo>
                    <a:pt x="1057244" y="0"/>
                    <a:pt x="1039559" y="17662"/>
                    <a:pt x="1039559" y="39446"/>
                  </a:cubicBezTo>
                  <a:cubicBezTo>
                    <a:pt x="1039559" y="39465"/>
                    <a:pt x="1039559" y="39491"/>
                    <a:pt x="1039559" y="39509"/>
                  </a:cubicBezTo>
                  <a:lnTo>
                    <a:pt x="1039559" y="411141"/>
                  </a:lnTo>
                  <a:cubicBezTo>
                    <a:pt x="1039559" y="432925"/>
                    <a:pt x="1057244" y="450587"/>
                    <a:pt x="1079056" y="450587"/>
                  </a:cubicBezTo>
                  <a:cubicBezTo>
                    <a:pt x="1100868" y="450587"/>
                    <a:pt x="1118553" y="432925"/>
                    <a:pt x="1118553" y="411141"/>
                  </a:cubicBezTo>
                  <a:lnTo>
                    <a:pt x="1118553" y="39509"/>
                  </a:lnTo>
                  <a:cubicBezTo>
                    <a:pt x="1118591" y="17821"/>
                    <a:pt x="1101090" y="171"/>
                    <a:pt x="1079373" y="0"/>
                  </a:cubicBezTo>
                  <a:close/>
                  <a:moveTo>
                    <a:pt x="963549" y="0"/>
                  </a:moveTo>
                  <a:lnTo>
                    <a:pt x="963549" y="0"/>
                  </a:lnTo>
                  <a:cubicBezTo>
                    <a:pt x="941737" y="0"/>
                    <a:pt x="924052" y="17662"/>
                    <a:pt x="924052" y="39446"/>
                  </a:cubicBezTo>
                  <a:cubicBezTo>
                    <a:pt x="924052" y="39465"/>
                    <a:pt x="924052" y="39491"/>
                    <a:pt x="924052" y="39509"/>
                  </a:cubicBezTo>
                  <a:lnTo>
                    <a:pt x="924052" y="524913"/>
                  </a:lnTo>
                  <a:cubicBezTo>
                    <a:pt x="924014" y="546697"/>
                    <a:pt x="941674" y="564391"/>
                    <a:pt x="963486" y="564423"/>
                  </a:cubicBezTo>
                  <a:cubicBezTo>
                    <a:pt x="963594" y="564423"/>
                    <a:pt x="963695" y="564423"/>
                    <a:pt x="963803" y="564423"/>
                  </a:cubicBezTo>
                  <a:lnTo>
                    <a:pt x="963803" y="564423"/>
                  </a:lnTo>
                  <a:cubicBezTo>
                    <a:pt x="985615" y="564423"/>
                    <a:pt x="1003300" y="546761"/>
                    <a:pt x="1003300" y="524977"/>
                  </a:cubicBezTo>
                  <a:cubicBezTo>
                    <a:pt x="1003300" y="524957"/>
                    <a:pt x="1003300" y="524932"/>
                    <a:pt x="1003300" y="524913"/>
                  </a:cubicBezTo>
                  <a:lnTo>
                    <a:pt x="1003300" y="39509"/>
                  </a:lnTo>
                  <a:cubicBezTo>
                    <a:pt x="1003332" y="17725"/>
                    <a:pt x="985679" y="38"/>
                    <a:pt x="963867" y="0"/>
                  </a:cubicBezTo>
                  <a:cubicBezTo>
                    <a:pt x="963848" y="0"/>
                    <a:pt x="963822" y="0"/>
                    <a:pt x="963803" y="0"/>
                  </a:cubicBezTo>
                  <a:close/>
                </a:path>
              </a:pathLst>
            </a:custGeom>
            <a:solidFill>
              <a:srgbClr val="7DFF29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14"/>
            <p:cNvSpPr/>
            <p:nvPr/>
          </p:nvSpPr>
          <p:spPr>
            <a:xfrm flipH="1">
              <a:off x="3650389" y="1606595"/>
              <a:ext cx="693848" cy="513616"/>
            </a:xfrm>
            <a:custGeom>
              <a:avLst/>
              <a:gdLst/>
              <a:ahLst/>
              <a:cxnLst/>
              <a:rect l="l" t="t" r="r" b="b"/>
              <a:pathLst>
                <a:path w="1850262" h="1369644" extrusionOk="0">
                  <a:moveTo>
                    <a:pt x="750570" y="896291"/>
                  </a:moveTo>
                  <a:cubicBezTo>
                    <a:pt x="720268" y="896291"/>
                    <a:pt x="695706" y="920821"/>
                    <a:pt x="695706" y="951084"/>
                  </a:cubicBezTo>
                  <a:cubicBezTo>
                    <a:pt x="695706" y="981347"/>
                    <a:pt x="720268" y="1005877"/>
                    <a:pt x="750570" y="1005877"/>
                  </a:cubicBezTo>
                  <a:cubicBezTo>
                    <a:pt x="780872" y="1005877"/>
                    <a:pt x="805434" y="981347"/>
                    <a:pt x="805434" y="951084"/>
                  </a:cubicBezTo>
                  <a:cubicBezTo>
                    <a:pt x="805434" y="920821"/>
                    <a:pt x="780872" y="896291"/>
                    <a:pt x="750570" y="896291"/>
                  </a:cubicBezTo>
                  <a:close/>
                  <a:moveTo>
                    <a:pt x="750570" y="1261643"/>
                  </a:moveTo>
                  <a:cubicBezTo>
                    <a:pt x="720268" y="1261643"/>
                    <a:pt x="695706" y="1286173"/>
                    <a:pt x="695706" y="1316437"/>
                  </a:cubicBezTo>
                  <a:cubicBezTo>
                    <a:pt x="695700" y="1325842"/>
                    <a:pt x="698151" y="1335088"/>
                    <a:pt x="702818" y="1343263"/>
                  </a:cubicBezTo>
                  <a:cubicBezTo>
                    <a:pt x="722274" y="1353473"/>
                    <a:pt x="742436" y="1362294"/>
                    <a:pt x="763143" y="1369645"/>
                  </a:cubicBezTo>
                  <a:cubicBezTo>
                    <a:pt x="792499" y="1362288"/>
                    <a:pt x="810324" y="1332558"/>
                    <a:pt x="802964" y="1303239"/>
                  </a:cubicBezTo>
                  <a:cubicBezTo>
                    <a:pt x="796906" y="1279128"/>
                    <a:pt x="775335" y="1262119"/>
                    <a:pt x="750443" y="1261833"/>
                  </a:cubicBezTo>
                  <a:close/>
                  <a:moveTo>
                    <a:pt x="527939" y="127"/>
                  </a:moveTo>
                  <a:cubicBezTo>
                    <a:pt x="507054" y="22050"/>
                    <a:pt x="507924" y="56734"/>
                    <a:pt x="529876" y="77592"/>
                  </a:cubicBezTo>
                  <a:cubicBezTo>
                    <a:pt x="551828" y="98450"/>
                    <a:pt x="586556" y="97582"/>
                    <a:pt x="607441" y="75658"/>
                  </a:cubicBezTo>
                  <a:cubicBezTo>
                    <a:pt x="627590" y="54502"/>
                    <a:pt x="627590" y="21283"/>
                    <a:pt x="607441" y="127"/>
                  </a:cubicBezTo>
                  <a:close/>
                  <a:moveTo>
                    <a:pt x="567690" y="348357"/>
                  </a:moveTo>
                  <a:cubicBezTo>
                    <a:pt x="537388" y="348357"/>
                    <a:pt x="512826" y="372887"/>
                    <a:pt x="512826" y="403150"/>
                  </a:cubicBezTo>
                  <a:cubicBezTo>
                    <a:pt x="512731" y="405008"/>
                    <a:pt x="512731" y="406873"/>
                    <a:pt x="512826" y="408731"/>
                  </a:cubicBezTo>
                  <a:cubicBezTo>
                    <a:pt x="515912" y="438835"/>
                    <a:pt x="542855" y="460740"/>
                    <a:pt x="572999" y="457652"/>
                  </a:cubicBezTo>
                  <a:cubicBezTo>
                    <a:pt x="598875" y="455007"/>
                    <a:pt x="619328" y="434574"/>
                    <a:pt x="621983" y="408731"/>
                  </a:cubicBezTo>
                  <a:cubicBezTo>
                    <a:pt x="622186" y="406879"/>
                    <a:pt x="622294" y="405014"/>
                    <a:pt x="622300" y="403150"/>
                  </a:cubicBezTo>
                  <a:cubicBezTo>
                    <a:pt x="622300" y="372988"/>
                    <a:pt x="597891" y="348496"/>
                    <a:pt x="567690" y="348357"/>
                  </a:cubicBezTo>
                  <a:close/>
                  <a:moveTo>
                    <a:pt x="750570" y="165712"/>
                  </a:moveTo>
                  <a:cubicBezTo>
                    <a:pt x="720268" y="165712"/>
                    <a:pt x="695706" y="190242"/>
                    <a:pt x="695706" y="220505"/>
                  </a:cubicBezTo>
                  <a:cubicBezTo>
                    <a:pt x="695706" y="250769"/>
                    <a:pt x="720268" y="275299"/>
                    <a:pt x="750570" y="275299"/>
                  </a:cubicBezTo>
                  <a:cubicBezTo>
                    <a:pt x="780872" y="275299"/>
                    <a:pt x="805434" y="250769"/>
                    <a:pt x="805434" y="220505"/>
                  </a:cubicBezTo>
                  <a:cubicBezTo>
                    <a:pt x="805434" y="220486"/>
                    <a:pt x="805434" y="220461"/>
                    <a:pt x="805434" y="220442"/>
                  </a:cubicBezTo>
                  <a:cubicBezTo>
                    <a:pt x="805472" y="190179"/>
                    <a:pt x="780936" y="165623"/>
                    <a:pt x="750634" y="165585"/>
                  </a:cubicBezTo>
                  <a:cubicBezTo>
                    <a:pt x="750615" y="165585"/>
                    <a:pt x="750589" y="165585"/>
                    <a:pt x="750570" y="165585"/>
                  </a:cubicBezTo>
                  <a:close/>
                  <a:moveTo>
                    <a:pt x="933450" y="1078935"/>
                  </a:moveTo>
                  <a:cubicBezTo>
                    <a:pt x="931583" y="1078942"/>
                    <a:pt x="929716" y="1079049"/>
                    <a:pt x="927862" y="1079252"/>
                  </a:cubicBezTo>
                  <a:cubicBezTo>
                    <a:pt x="899884" y="1082112"/>
                    <a:pt x="878605" y="1105641"/>
                    <a:pt x="878586" y="1133729"/>
                  </a:cubicBezTo>
                  <a:cubicBezTo>
                    <a:pt x="878491" y="1135587"/>
                    <a:pt x="878491" y="1137451"/>
                    <a:pt x="878586" y="1139309"/>
                  </a:cubicBezTo>
                  <a:cubicBezTo>
                    <a:pt x="881272" y="1165159"/>
                    <a:pt x="901725" y="1185586"/>
                    <a:pt x="927608" y="1188268"/>
                  </a:cubicBezTo>
                  <a:cubicBezTo>
                    <a:pt x="929462" y="1188471"/>
                    <a:pt x="931329" y="1188579"/>
                    <a:pt x="933196" y="1188585"/>
                  </a:cubicBezTo>
                  <a:cubicBezTo>
                    <a:pt x="961333" y="1188535"/>
                    <a:pt x="984879" y="1167264"/>
                    <a:pt x="987743" y="1139309"/>
                  </a:cubicBezTo>
                  <a:cubicBezTo>
                    <a:pt x="987838" y="1137451"/>
                    <a:pt x="987838" y="1135587"/>
                    <a:pt x="987743" y="1133729"/>
                  </a:cubicBezTo>
                  <a:cubicBezTo>
                    <a:pt x="987812" y="1103637"/>
                    <a:pt x="963574" y="1079119"/>
                    <a:pt x="933450" y="1078808"/>
                  </a:cubicBezTo>
                  <a:close/>
                  <a:moveTo>
                    <a:pt x="750570" y="531001"/>
                  </a:moveTo>
                  <a:cubicBezTo>
                    <a:pt x="720268" y="531001"/>
                    <a:pt x="695706" y="555531"/>
                    <a:pt x="695706" y="585795"/>
                  </a:cubicBezTo>
                  <a:cubicBezTo>
                    <a:pt x="695706" y="616058"/>
                    <a:pt x="720268" y="640588"/>
                    <a:pt x="750570" y="640588"/>
                  </a:cubicBezTo>
                  <a:cubicBezTo>
                    <a:pt x="780872" y="640588"/>
                    <a:pt x="805434" y="616058"/>
                    <a:pt x="805434" y="585795"/>
                  </a:cubicBezTo>
                  <a:cubicBezTo>
                    <a:pt x="805434" y="555531"/>
                    <a:pt x="780872" y="531001"/>
                    <a:pt x="750570" y="531001"/>
                  </a:cubicBezTo>
                  <a:close/>
                  <a:moveTo>
                    <a:pt x="567690" y="713646"/>
                  </a:moveTo>
                  <a:cubicBezTo>
                    <a:pt x="537388" y="713646"/>
                    <a:pt x="512826" y="738176"/>
                    <a:pt x="512826" y="768439"/>
                  </a:cubicBezTo>
                  <a:cubicBezTo>
                    <a:pt x="512826" y="798702"/>
                    <a:pt x="537388" y="823233"/>
                    <a:pt x="567690" y="823233"/>
                  </a:cubicBezTo>
                  <a:cubicBezTo>
                    <a:pt x="597992" y="823233"/>
                    <a:pt x="622554" y="798702"/>
                    <a:pt x="622554" y="768439"/>
                  </a:cubicBezTo>
                  <a:cubicBezTo>
                    <a:pt x="622554" y="738176"/>
                    <a:pt x="597992" y="713646"/>
                    <a:pt x="567690" y="713646"/>
                  </a:cubicBezTo>
                  <a:close/>
                  <a:moveTo>
                    <a:pt x="384810" y="896291"/>
                  </a:moveTo>
                  <a:cubicBezTo>
                    <a:pt x="367494" y="896291"/>
                    <a:pt x="351193" y="904478"/>
                    <a:pt x="340868" y="918360"/>
                  </a:cubicBezTo>
                  <a:cubicBezTo>
                    <a:pt x="356699" y="948376"/>
                    <a:pt x="372872" y="977466"/>
                    <a:pt x="389382" y="1005624"/>
                  </a:cubicBezTo>
                  <a:cubicBezTo>
                    <a:pt x="419583" y="1003639"/>
                    <a:pt x="442455" y="977580"/>
                    <a:pt x="440461" y="947418"/>
                  </a:cubicBezTo>
                  <a:cubicBezTo>
                    <a:pt x="438544" y="918271"/>
                    <a:pt x="414052" y="895770"/>
                    <a:pt x="384810" y="896291"/>
                  </a:cubicBezTo>
                  <a:close/>
                  <a:moveTo>
                    <a:pt x="201930" y="348357"/>
                  </a:moveTo>
                  <a:cubicBezTo>
                    <a:pt x="171628" y="348357"/>
                    <a:pt x="147066" y="372887"/>
                    <a:pt x="147066" y="403150"/>
                  </a:cubicBezTo>
                  <a:cubicBezTo>
                    <a:pt x="146971" y="405008"/>
                    <a:pt x="146971" y="406873"/>
                    <a:pt x="147066" y="408731"/>
                  </a:cubicBezTo>
                  <a:cubicBezTo>
                    <a:pt x="150152" y="438835"/>
                    <a:pt x="177095" y="460740"/>
                    <a:pt x="207239" y="457652"/>
                  </a:cubicBezTo>
                  <a:cubicBezTo>
                    <a:pt x="233115" y="455007"/>
                    <a:pt x="253568" y="434574"/>
                    <a:pt x="256222" y="408731"/>
                  </a:cubicBezTo>
                  <a:cubicBezTo>
                    <a:pt x="256426" y="406879"/>
                    <a:pt x="256534" y="405014"/>
                    <a:pt x="256540" y="403150"/>
                  </a:cubicBezTo>
                  <a:cubicBezTo>
                    <a:pt x="256540" y="372988"/>
                    <a:pt x="232131" y="348496"/>
                    <a:pt x="201930" y="348357"/>
                  </a:cubicBezTo>
                  <a:close/>
                  <a:moveTo>
                    <a:pt x="19050" y="165585"/>
                  </a:moveTo>
                  <a:cubicBezTo>
                    <a:pt x="12548" y="165591"/>
                    <a:pt x="6098" y="166752"/>
                    <a:pt x="0" y="169010"/>
                  </a:cubicBezTo>
                  <a:cubicBezTo>
                    <a:pt x="15791" y="201226"/>
                    <a:pt x="31350" y="234077"/>
                    <a:pt x="46672" y="267562"/>
                  </a:cubicBezTo>
                  <a:cubicBezTo>
                    <a:pt x="72803" y="252303"/>
                    <a:pt x="81597" y="218787"/>
                    <a:pt x="66319" y="192690"/>
                  </a:cubicBezTo>
                  <a:cubicBezTo>
                    <a:pt x="56496" y="175916"/>
                    <a:pt x="38506" y="165598"/>
                    <a:pt x="19050" y="165585"/>
                  </a:cubicBezTo>
                  <a:close/>
                  <a:moveTo>
                    <a:pt x="162179" y="0"/>
                  </a:moveTo>
                  <a:cubicBezTo>
                    <a:pt x="141294" y="21924"/>
                    <a:pt x="142164" y="56607"/>
                    <a:pt x="164116" y="77465"/>
                  </a:cubicBezTo>
                  <a:cubicBezTo>
                    <a:pt x="186068" y="98324"/>
                    <a:pt x="220796" y="97455"/>
                    <a:pt x="241681" y="75531"/>
                  </a:cubicBezTo>
                  <a:cubicBezTo>
                    <a:pt x="261830" y="54375"/>
                    <a:pt x="261830" y="21156"/>
                    <a:pt x="241681" y="0"/>
                  </a:cubicBezTo>
                  <a:close/>
                  <a:moveTo>
                    <a:pt x="567690" y="1078808"/>
                  </a:moveTo>
                  <a:cubicBezTo>
                    <a:pt x="537388" y="1078808"/>
                    <a:pt x="512826" y="1103339"/>
                    <a:pt x="512826" y="1133602"/>
                  </a:cubicBezTo>
                  <a:cubicBezTo>
                    <a:pt x="512731" y="1135460"/>
                    <a:pt x="512731" y="1137324"/>
                    <a:pt x="512826" y="1139182"/>
                  </a:cubicBezTo>
                  <a:cubicBezTo>
                    <a:pt x="515912" y="1169287"/>
                    <a:pt x="542855" y="1191192"/>
                    <a:pt x="572999" y="1188103"/>
                  </a:cubicBezTo>
                  <a:cubicBezTo>
                    <a:pt x="598875" y="1185459"/>
                    <a:pt x="619328" y="1165026"/>
                    <a:pt x="621983" y="1139182"/>
                  </a:cubicBezTo>
                  <a:cubicBezTo>
                    <a:pt x="622186" y="1137331"/>
                    <a:pt x="622294" y="1135466"/>
                    <a:pt x="622300" y="1133602"/>
                  </a:cubicBezTo>
                  <a:cubicBezTo>
                    <a:pt x="622300" y="1103440"/>
                    <a:pt x="597891" y="1078948"/>
                    <a:pt x="567690" y="1078808"/>
                  </a:cubicBezTo>
                  <a:close/>
                  <a:moveTo>
                    <a:pt x="384810" y="165585"/>
                  </a:moveTo>
                  <a:cubicBezTo>
                    <a:pt x="354508" y="165585"/>
                    <a:pt x="329946" y="190115"/>
                    <a:pt x="329946" y="220379"/>
                  </a:cubicBezTo>
                  <a:cubicBezTo>
                    <a:pt x="329946" y="250642"/>
                    <a:pt x="354508" y="275172"/>
                    <a:pt x="384810" y="275172"/>
                  </a:cubicBezTo>
                  <a:cubicBezTo>
                    <a:pt x="415112" y="275172"/>
                    <a:pt x="439674" y="250642"/>
                    <a:pt x="439674" y="220379"/>
                  </a:cubicBezTo>
                  <a:cubicBezTo>
                    <a:pt x="439674" y="220359"/>
                    <a:pt x="439674" y="220334"/>
                    <a:pt x="439674" y="220315"/>
                  </a:cubicBezTo>
                  <a:cubicBezTo>
                    <a:pt x="439674" y="190090"/>
                    <a:pt x="415138" y="165585"/>
                    <a:pt x="384874" y="165585"/>
                  </a:cubicBezTo>
                  <a:cubicBezTo>
                    <a:pt x="384854" y="165585"/>
                    <a:pt x="384829" y="165585"/>
                    <a:pt x="384810" y="165585"/>
                  </a:cubicBezTo>
                  <a:close/>
                  <a:moveTo>
                    <a:pt x="933450" y="713519"/>
                  </a:moveTo>
                  <a:cubicBezTo>
                    <a:pt x="931590" y="713424"/>
                    <a:pt x="929723" y="713424"/>
                    <a:pt x="927862" y="713519"/>
                  </a:cubicBezTo>
                  <a:cubicBezTo>
                    <a:pt x="897700" y="716772"/>
                    <a:pt x="875894" y="743827"/>
                    <a:pt x="879151" y="773950"/>
                  </a:cubicBezTo>
                  <a:cubicBezTo>
                    <a:pt x="881920" y="799584"/>
                    <a:pt x="902195" y="819827"/>
                    <a:pt x="927862" y="822599"/>
                  </a:cubicBezTo>
                  <a:cubicBezTo>
                    <a:pt x="929704" y="822599"/>
                    <a:pt x="931545" y="822599"/>
                    <a:pt x="933450" y="822599"/>
                  </a:cubicBezTo>
                  <a:cubicBezTo>
                    <a:pt x="963752" y="822599"/>
                    <a:pt x="988314" y="798068"/>
                    <a:pt x="988314" y="767805"/>
                  </a:cubicBezTo>
                  <a:cubicBezTo>
                    <a:pt x="988314" y="737542"/>
                    <a:pt x="963752" y="713012"/>
                    <a:pt x="933450" y="713012"/>
                  </a:cubicBezTo>
                  <a:close/>
                  <a:moveTo>
                    <a:pt x="384810" y="530874"/>
                  </a:moveTo>
                  <a:cubicBezTo>
                    <a:pt x="354508" y="530874"/>
                    <a:pt x="329946" y="555404"/>
                    <a:pt x="329946" y="585668"/>
                  </a:cubicBezTo>
                  <a:cubicBezTo>
                    <a:pt x="329946" y="615931"/>
                    <a:pt x="354508" y="640461"/>
                    <a:pt x="384810" y="640461"/>
                  </a:cubicBezTo>
                  <a:cubicBezTo>
                    <a:pt x="415112" y="640461"/>
                    <a:pt x="439674" y="615931"/>
                    <a:pt x="439674" y="585668"/>
                  </a:cubicBezTo>
                  <a:cubicBezTo>
                    <a:pt x="439604" y="555455"/>
                    <a:pt x="415061" y="531001"/>
                    <a:pt x="384810" y="531001"/>
                  </a:cubicBezTo>
                  <a:close/>
                  <a:moveTo>
                    <a:pt x="1847850" y="165585"/>
                  </a:moveTo>
                  <a:cubicBezTo>
                    <a:pt x="1817586" y="165420"/>
                    <a:pt x="1792916" y="189786"/>
                    <a:pt x="1792745" y="220011"/>
                  </a:cubicBezTo>
                  <a:cubicBezTo>
                    <a:pt x="1792662" y="235485"/>
                    <a:pt x="1799139" y="250274"/>
                    <a:pt x="1810576" y="260712"/>
                  </a:cubicBezTo>
                  <a:cubicBezTo>
                    <a:pt x="1823911" y="229048"/>
                    <a:pt x="1837138" y="197440"/>
                    <a:pt x="1850263" y="165902"/>
                  </a:cubicBezTo>
                  <a:close/>
                  <a:moveTo>
                    <a:pt x="1427226" y="951084"/>
                  </a:moveTo>
                  <a:cubicBezTo>
                    <a:pt x="1427232" y="966767"/>
                    <a:pt x="1433982" y="981690"/>
                    <a:pt x="1445768" y="992052"/>
                  </a:cubicBezTo>
                  <a:cubicBezTo>
                    <a:pt x="1464818" y="962563"/>
                    <a:pt x="1483868" y="931868"/>
                    <a:pt x="1502346" y="900222"/>
                  </a:cubicBezTo>
                  <a:cubicBezTo>
                    <a:pt x="1474292" y="888978"/>
                    <a:pt x="1442422" y="902582"/>
                    <a:pt x="1431163" y="930600"/>
                  </a:cubicBezTo>
                  <a:cubicBezTo>
                    <a:pt x="1428560" y="937075"/>
                    <a:pt x="1427226" y="943981"/>
                    <a:pt x="1427226" y="950957"/>
                  </a:cubicBezTo>
                  <a:close/>
                  <a:moveTo>
                    <a:pt x="1482090" y="531001"/>
                  </a:moveTo>
                  <a:cubicBezTo>
                    <a:pt x="1451788" y="531001"/>
                    <a:pt x="1427226" y="555531"/>
                    <a:pt x="1427226" y="585795"/>
                  </a:cubicBezTo>
                  <a:cubicBezTo>
                    <a:pt x="1427226" y="616058"/>
                    <a:pt x="1451788" y="640588"/>
                    <a:pt x="1482090" y="640588"/>
                  </a:cubicBezTo>
                  <a:cubicBezTo>
                    <a:pt x="1512392" y="640588"/>
                    <a:pt x="1536954" y="616058"/>
                    <a:pt x="1536954" y="585795"/>
                  </a:cubicBezTo>
                  <a:cubicBezTo>
                    <a:pt x="1536954" y="555531"/>
                    <a:pt x="1512392" y="531001"/>
                    <a:pt x="1482090" y="531001"/>
                  </a:cubicBezTo>
                  <a:close/>
                  <a:moveTo>
                    <a:pt x="1259459" y="127"/>
                  </a:moveTo>
                  <a:cubicBezTo>
                    <a:pt x="1238574" y="22050"/>
                    <a:pt x="1239444" y="56734"/>
                    <a:pt x="1261396" y="77592"/>
                  </a:cubicBezTo>
                  <a:cubicBezTo>
                    <a:pt x="1283348" y="98450"/>
                    <a:pt x="1318076" y="97582"/>
                    <a:pt x="1338961" y="75658"/>
                  </a:cubicBezTo>
                  <a:cubicBezTo>
                    <a:pt x="1359110" y="54502"/>
                    <a:pt x="1359110" y="21283"/>
                    <a:pt x="1338961" y="127"/>
                  </a:cubicBezTo>
                  <a:close/>
                  <a:moveTo>
                    <a:pt x="1482090" y="165585"/>
                  </a:moveTo>
                  <a:cubicBezTo>
                    <a:pt x="1451788" y="165585"/>
                    <a:pt x="1427226" y="190115"/>
                    <a:pt x="1427226" y="220379"/>
                  </a:cubicBezTo>
                  <a:cubicBezTo>
                    <a:pt x="1427226" y="250642"/>
                    <a:pt x="1451788" y="275172"/>
                    <a:pt x="1482090" y="275172"/>
                  </a:cubicBezTo>
                  <a:cubicBezTo>
                    <a:pt x="1512392" y="275172"/>
                    <a:pt x="1536954" y="250642"/>
                    <a:pt x="1536954" y="220379"/>
                  </a:cubicBezTo>
                  <a:cubicBezTo>
                    <a:pt x="1536954" y="220359"/>
                    <a:pt x="1536954" y="220334"/>
                    <a:pt x="1536954" y="220315"/>
                  </a:cubicBezTo>
                  <a:cubicBezTo>
                    <a:pt x="1536922" y="190077"/>
                    <a:pt x="1512367" y="165585"/>
                    <a:pt x="1482090" y="165585"/>
                  </a:cubicBezTo>
                  <a:close/>
                  <a:moveTo>
                    <a:pt x="1625219" y="0"/>
                  </a:moveTo>
                  <a:cubicBezTo>
                    <a:pt x="1604334" y="21924"/>
                    <a:pt x="1605204" y="56607"/>
                    <a:pt x="1627156" y="77465"/>
                  </a:cubicBezTo>
                  <a:cubicBezTo>
                    <a:pt x="1649108" y="98324"/>
                    <a:pt x="1683836" y="97455"/>
                    <a:pt x="1704721" y="75531"/>
                  </a:cubicBezTo>
                  <a:cubicBezTo>
                    <a:pt x="1724870" y="54375"/>
                    <a:pt x="1724870" y="21156"/>
                    <a:pt x="1704721" y="0"/>
                  </a:cubicBezTo>
                  <a:close/>
                  <a:moveTo>
                    <a:pt x="1299210" y="348230"/>
                  </a:moveTo>
                  <a:cubicBezTo>
                    <a:pt x="1268908" y="348230"/>
                    <a:pt x="1244346" y="372760"/>
                    <a:pt x="1244346" y="403023"/>
                  </a:cubicBezTo>
                  <a:cubicBezTo>
                    <a:pt x="1244251" y="404881"/>
                    <a:pt x="1244251" y="406746"/>
                    <a:pt x="1244346" y="408604"/>
                  </a:cubicBezTo>
                  <a:cubicBezTo>
                    <a:pt x="1247604" y="438728"/>
                    <a:pt x="1274693" y="460505"/>
                    <a:pt x="1304855" y="457252"/>
                  </a:cubicBezTo>
                  <a:cubicBezTo>
                    <a:pt x="1330522" y="454487"/>
                    <a:pt x="1350791" y="434238"/>
                    <a:pt x="1353566" y="408604"/>
                  </a:cubicBezTo>
                  <a:cubicBezTo>
                    <a:pt x="1353566" y="406765"/>
                    <a:pt x="1353566" y="404926"/>
                    <a:pt x="1353566" y="403023"/>
                  </a:cubicBezTo>
                  <a:cubicBezTo>
                    <a:pt x="1353496" y="373007"/>
                    <a:pt x="1329265" y="348636"/>
                    <a:pt x="1299210" y="348357"/>
                  </a:cubicBezTo>
                  <a:close/>
                  <a:moveTo>
                    <a:pt x="1664970" y="348230"/>
                  </a:moveTo>
                  <a:cubicBezTo>
                    <a:pt x="1634668" y="348230"/>
                    <a:pt x="1610106" y="372760"/>
                    <a:pt x="1610106" y="403023"/>
                  </a:cubicBezTo>
                  <a:cubicBezTo>
                    <a:pt x="1610106" y="404926"/>
                    <a:pt x="1610106" y="406765"/>
                    <a:pt x="1610106" y="408604"/>
                  </a:cubicBezTo>
                  <a:cubicBezTo>
                    <a:pt x="1613192" y="438708"/>
                    <a:pt x="1640135" y="460613"/>
                    <a:pt x="1670279" y="457525"/>
                  </a:cubicBezTo>
                  <a:cubicBezTo>
                    <a:pt x="1696155" y="454880"/>
                    <a:pt x="1716608" y="434447"/>
                    <a:pt x="1719263" y="408604"/>
                  </a:cubicBezTo>
                  <a:cubicBezTo>
                    <a:pt x="1719466" y="406752"/>
                    <a:pt x="1719574" y="404888"/>
                    <a:pt x="1719580" y="403023"/>
                  </a:cubicBezTo>
                  <a:cubicBezTo>
                    <a:pt x="1719510" y="372912"/>
                    <a:pt x="1695120" y="348496"/>
                    <a:pt x="1664970" y="348357"/>
                  </a:cubicBezTo>
                  <a:close/>
                  <a:moveTo>
                    <a:pt x="1299210" y="713519"/>
                  </a:moveTo>
                  <a:cubicBezTo>
                    <a:pt x="1268908" y="713519"/>
                    <a:pt x="1244346" y="738049"/>
                    <a:pt x="1244346" y="768312"/>
                  </a:cubicBezTo>
                  <a:cubicBezTo>
                    <a:pt x="1244346" y="798576"/>
                    <a:pt x="1268908" y="823106"/>
                    <a:pt x="1299210" y="823106"/>
                  </a:cubicBezTo>
                  <a:cubicBezTo>
                    <a:pt x="1329512" y="823106"/>
                    <a:pt x="1354074" y="798576"/>
                    <a:pt x="1354074" y="768312"/>
                  </a:cubicBezTo>
                  <a:cubicBezTo>
                    <a:pt x="1354004" y="738100"/>
                    <a:pt x="1329462" y="713646"/>
                    <a:pt x="1299210" y="713646"/>
                  </a:cubicBezTo>
                  <a:close/>
                  <a:moveTo>
                    <a:pt x="1116330" y="1261516"/>
                  </a:moveTo>
                  <a:cubicBezTo>
                    <a:pt x="1086066" y="1261478"/>
                    <a:pt x="1061498" y="1285951"/>
                    <a:pt x="1061466" y="1316183"/>
                  </a:cubicBezTo>
                  <a:cubicBezTo>
                    <a:pt x="1061447" y="1331936"/>
                    <a:pt x="1068229" y="1346934"/>
                    <a:pt x="1080071" y="1357342"/>
                  </a:cubicBezTo>
                  <a:cubicBezTo>
                    <a:pt x="1111701" y="1342628"/>
                    <a:pt x="1141838" y="1324897"/>
                    <a:pt x="1170051" y="1304387"/>
                  </a:cubicBezTo>
                  <a:cubicBezTo>
                    <a:pt x="1164438" y="1279293"/>
                    <a:pt x="1142073" y="1261504"/>
                    <a:pt x="1116330" y="1261643"/>
                  </a:cubicBezTo>
                  <a:close/>
                  <a:moveTo>
                    <a:pt x="933450" y="348293"/>
                  </a:moveTo>
                  <a:cubicBezTo>
                    <a:pt x="931590" y="348198"/>
                    <a:pt x="929723" y="348198"/>
                    <a:pt x="927862" y="348293"/>
                  </a:cubicBezTo>
                  <a:cubicBezTo>
                    <a:pt x="899859" y="351160"/>
                    <a:pt x="878567" y="374719"/>
                    <a:pt x="878586" y="402833"/>
                  </a:cubicBezTo>
                  <a:cubicBezTo>
                    <a:pt x="878491" y="404691"/>
                    <a:pt x="878491" y="406556"/>
                    <a:pt x="878586" y="408414"/>
                  </a:cubicBezTo>
                  <a:cubicBezTo>
                    <a:pt x="881297" y="434250"/>
                    <a:pt x="901738" y="454665"/>
                    <a:pt x="927608" y="457373"/>
                  </a:cubicBezTo>
                  <a:cubicBezTo>
                    <a:pt x="929469" y="457468"/>
                    <a:pt x="931335" y="457468"/>
                    <a:pt x="933196" y="457373"/>
                  </a:cubicBezTo>
                  <a:cubicBezTo>
                    <a:pt x="961320" y="457353"/>
                    <a:pt x="984879" y="436102"/>
                    <a:pt x="987743" y="408160"/>
                  </a:cubicBezTo>
                  <a:cubicBezTo>
                    <a:pt x="987838" y="406302"/>
                    <a:pt x="987838" y="404437"/>
                    <a:pt x="987743" y="402579"/>
                  </a:cubicBezTo>
                  <a:cubicBezTo>
                    <a:pt x="987431" y="372760"/>
                    <a:pt x="963308" y="348667"/>
                    <a:pt x="933450" y="348357"/>
                  </a:cubicBezTo>
                  <a:close/>
                  <a:moveTo>
                    <a:pt x="1116330" y="896227"/>
                  </a:moveTo>
                  <a:cubicBezTo>
                    <a:pt x="1086028" y="896227"/>
                    <a:pt x="1061466" y="920757"/>
                    <a:pt x="1061466" y="951021"/>
                  </a:cubicBezTo>
                  <a:cubicBezTo>
                    <a:pt x="1061466" y="981284"/>
                    <a:pt x="1086028" y="1005814"/>
                    <a:pt x="1116330" y="1005814"/>
                  </a:cubicBezTo>
                  <a:cubicBezTo>
                    <a:pt x="1146632" y="1005814"/>
                    <a:pt x="1171194" y="981284"/>
                    <a:pt x="1171194" y="951021"/>
                  </a:cubicBezTo>
                  <a:cubicBezTo>
                    <a:pt x="1171156" y="920783"/>
                    <a:pt x="1146607" y="896291"/>
                    <a:pt x="1116330" y="896291"/>
                  </a:cubicBezTo>
                  <a:close/>
                  <a:moveTo>
                    <a:pt x="893636" y="127"/>
                  </a:moveTo>
                  <a:cubicBezTo>
                    <a:pt x="872788" y="22088"/>
                    <a:pt x="873709" y="56766"/>
                    <a:pt x="895699" y="77586"/>
                  </a:cubicBezTo>
                  <a:cubicBezTo>
                    <a:pt x="904494" y="85919"/>
                    <a:pt x="915803" y="91107"/>
                    <a:pt x="927862" y="92337"/>
                  </a:cubicBezTo>
                  <a:cubicBezTo>
                    <a:pt x="929716" y="92540"/>
                    <a:pt x="931583" y="92648"/>
                    <a:pt x="933450" y="92654"/>
                  </a:cubicBezTo>
                  <a:cubicBezTo>
                    <a:pt x="963752" y="92635"/>
                    <a:pt x="988301" y="68092"/>
                    <a:pt x="988282" y="37829"/>
                  </a:cubicBezTo>
                  <a:cubicBezTo>
                    <a:pt x="988276" y="23794"/>
                    <a:pt x="982878" y="10299"/>
                    <a:pt x="973201" y="127"/>
                  </a:cubicBezTo>
                  <a:close/>
                  <a:moveTo>
                    <a:pt x="1299210" y="1078808"/>
                  </a:moveTo>
                  <a:cubicBezTo>
                    <a:pt x="1268908" y="1078808"/>
                    <a:pt x="1244346" y="1103339"/>
                    <a:pt x="1244346" y="1133602"/>
                  </a:cubicBezTo>
                  <a:cubicBezTo>
                    <a:pt x="1244251" y="1135460"/>
                    <a:pt x="1244251" y="1137324"/>
                    <a:pt x="1244346" y="1139182"/>
                  </a:cubicBezTo>
                  <a:cubicBezTo>
                    <a:pt x="1247140" y="1166345"/>
                    <a:pt x="1269536" y="1187304"/>
                    <a:pt x="1296861" y="1188332"/>
                  </a:cubicBezTo>
                  <a:cubicBezTo>
                    <a:pt x="1315739" y="1167575"/>
                    <a:pt x="1334326" y="1145569"/>
                    <a:pt x="1352614" y="1122313"/>
                  </a:cubicBezTo>
                  <a:cubicBezTo>
                    <a:pt x="1347311" y="1097048"/>
                    <a:pt x="1325055" y="1078916"/>
                    <a:pt x="1299210" y="1078808"/>
                  </a:cubicBezTo>
                  <a:close/>
                  <a:moveTo>
                    <a:pt x="1116330" y="530874"/>
                  </a:moveTo>
                  <a:cubicBezTo>
                    <a:pt x="1086028" y="530874"/>
                    <a:pt x="1061466" y="555404"/>
                    <a:pt x="1061466" y="585668"/>
                  </a:cubicBezTo>
                  <a:cubicBezTo>
                    <a:pt x="1061466" y="615931"/>
                    <a:pt x="1086028" y="640461"/>
                    <a:pt x="1116330" y="640461"/>
                  </a:cubicBezTo>
                  <a:cubicBezTo>
                    <a:pt x="1146632" y="640461"/>
                    <a:pt x="1171194" y="615931"/>
                    <a:pt x="1171194" y="585668"/>
                  </a:cubicBezTo>
                  <a:cubicBezTo>
                    <a:pt x="1171124" y="555455"/>
                    <a:pt x="1146581" y="531001"/>
                    <a:pt x="1116330" y="531001"/>
                  </a:cubicBezTo>
                  <a:close/>
                  <a:moveTo>
                    <a:pt x="1116330" y="165585"/>
                  </a:moveTo>
                  <a:cubicBezTo>
                    <a:pt x="1086028" y="165585"/>
                    <a:pt x="1061466" y="190115"/>
                    <a:pt x="1061466" y="220379"/>
                  </a:cubicBezTo>
                  <a:cubicBezTo>
                    <a:pt x="1061466" y="250642"/>
                    <a:pt x="1086028" y="275172"/>
                    <a:pt x="1116330" y="275172"/>
                  </a:cubicBezTo>
                  <a:cubicBezTo>
                    <a:pt x="1146632" y="275172"/>
                    <a:pt x="1171194" y="250642"/>
                    <a:pt x="1171194" y="220379"/>
                  </a:cubicBezTo>
                  <a:cubicBezTo>
                    <a:pt x="1171194" y="220359"/>
                    <a:pt x="1171194" y="220334"/>
                    <a:pt x="1171194" y="220315"/>
                  </a:cubicBezTo>
                  <a:cubicBezTo>
                    <a:pt x="1171156" y="190077"/>
                    <a:pt x="1146607" y="165585"/>
                    <a:pt x="1116330" y="165585"/>
                  </a:cubicBezTo>
                  <a:close/>
                </a:path>
              </a:pathLst>
            </a:custGeom>
            <a:solidFill>
              <a:srgbClr val="FFFFFF">
                <a:alpha val="2626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14"/>
            <p:cNvSpPr/>
            <p:nvPr/>
          </p:nvSpPr>
          <p:spPr>
            <a:xfrm>
              <a:off x="4799544" y="1606595"/>
              <a:ext cx="693848" cy="513616"/>
            </a:xfrm>
            <a:custGeom>
              <a:avLst/>
              <a:gdLst/>
              <a:ahLst/>
              <a:cxnLst/>
              <a:rect l="l" t="t" r="r" b="b"/>
              <a:pathLst>
                <a:path w="1850262" h="1369644" extrusionOk="0">
                  <a:moveTo>
                    <a:pt x="750570" y="896291"/>
                  </a:moveTo>
                  <a:cubicBezTo>
                    <a:pt x="720268" y="896291"/>
                    <a:pt x="695706" y="920821"/>
                    <a:pt x="695706" y="951084"/>
                  </a:cubicBezTo>
                  <a:cubicBezTo>
                    <a:pt x="695706" y="981347"/>
                    <a:pt x="720268" y="1005877"/>
                    <a:pt x="750570" y="1005877"/>
                  </a:cubicBezTo>
                  <a:cubicBezTo>
                    <a:pt x="780872" y="1005877"/>
                    <a:pt x="805434" y="981347"/>
                    <a:pt x="805434" y="951084"/>
                  </a:cubicBezTo>
                  <a:cubicBezTo>
                    <a:pt x="805434" y="920821"/>
                    <a:pt x="780872" y="896291"/>
                    <a:pt x="750570" y="896291"/>
                  </a:cubicBezTo>
                  <a:close/>
                  <a:moveTo>
                    <a:pt x="750570" y="1261643"/>
                  </a:moveTo>
                  <a:cubicBezTo>
                    <a:pt x="720268" y="1261643"/>
                    <a:pt x="695706" y="1286173"/>
                    <a:pt x="695706" y="1316437"/>
                  </a:cubicBezTo>
                  <a:cubicBezTo>
                    <a:pt x="695700" y="1325842"/>
                    <a:pt x="698151" y="1335088"/>
                    <a:pt x="702818" y="1343263"/>
                  </a:cubicBezTo>
                  <a:cubicBezTo>
                    <a:pt x="722274" y="1353473"/>
                    <a:pt x="742436" y="1362294"/>
                    <a:pt x="763143" y="1369645"/>
                  </a:cubicBezTo>
                  <a:cubicBezTo>
                    <a:pt x="792499" y="1362288"/>
                    <a:pt x="810324" y="1332558"/>
                    <a:pt x="802964" y="1303239"/>
                  </a:cubicBezTo>
                  <a:cubicBezTo>
                    <a:pt x="796906" y="1279128"/>
                    <a:pt x="775335" y="1262119"/>
                    <a:pt x="750443" y="1261833"/>
                  </a:cubicBezTo>
                  <a:close/>
                  <a:moveTo>
                    <a:pt x="527939" y="127"/>
                  </a:moveTo>
                  <a:cubicBezTo>
                    <a:pt x="507054" y="22050"/>
                    <a:pt x="507924" y="56734"/>
                    <a:pt x="529876" y="77592"/>
                  </a:cubicBezTo>
                  <a:cubicBezTo>
                    <a:pt x="551828" y="98450"/>
                    <a:pt x="586556" y="97582"/>
                    <a:pt x="607441" y="75658"/>
                  </a:cubicBezTo>
                  <a:cubicBezTo>
                    <a:pt x="627590" y="54502"/>
                    <a:pt x="627590" y="21283"/>
                    <a:pt x="607441" y="127"/>
                  </a:cubicBezTo>
                  <a:close/>
                  <a:moveTo>
                    <a:pt x="567690" y="348357"/>
                  </a:moveTo>
                  <a:cubicBezTo>
                    <a:pt x="537388" y="348357"/>
                    <a:pt x="512826" y="372887"/>
                    <a:pt x="512826" y="403150"/>
                  </a:cubicBezTo>
                  <a:cubicBezTo>
                    <a:pt x="512731" y="405008"/>
                    <a:pt x="512731" y="406873"/>
                    <a:pt x="512826" y="408731"/>
                  </a:cubicBezTo>
                  <a:cubicBezTo>
                    <a:pt x="515912" y="438835"/>
                    <a:pt x="542855" y="460740"/>
                    <a:pt x="572999" y="457652"/>
                  </a:cubicBezTo>
                  <a:cubicBezTo>
                    <a:pt x="598875" y="455007"/>
                    <a:pt x="619328" y="434574"/>
                    <a:pt x="621983" y="408731"/>
                  </a:cubicBezTo>
                  <a:cubicBezTo>
                    <a:pt x="622186" y="406879"/>
                    <a:pt x="622294" y="405014"/>
                    <a:pt x="622300" y="403150"/>
                  </a:cubicBezTo>
                  <a:cubicBezTo>
                    <a:pt x="622300" y="372988"/>
                    <a:pt x="597891" y="348496"/>
                    <a:pt x="567690" y="348357"/>
                  </a:cubicBezTo>
                  <a:close/>
                  <a:moveTo>
                    <a:pt x="750570" y="165712"/>
                  </a:moveTo>
                  <a:cubicBezTo>
                    <a:pt x="720268" y="165712"/>
                    <a:pt x="695706" y="190242"/>
                    <a:pt x="695706" y="220505"/>
                  </a:cubicBezTo>
                  <a:cubicBezTo>
                    <a:pt x="695706" y="250769"/>
                    <a:pt x="720268" y="275299"/>
                    <a:pt x="750570" y="275299"/>
                  </a:cubicBezTo>
                  <a:cubicBezTo>
                    <a:pt x="780872" y="275299"/>
                    <a:pt x="805434" y="250769"/>
                    <a:pt x="805434" y="220505"/>
                  </a:cubicBezTo>
                  <a:cubicBezTo>
                    <a:pt x="805434" y="220486"/>
                    <a:pt x="805434" y="220461"/>
                    <a:pt x="805434" y="220442"/>
                  </a:cubicBezTo>
                  <a:cubicBezTo>
                    <a:pt x="805472" y="190179"/>
                    <a:pt x="780936" y="165623"/>
                    <a:pt x="750634" y="165585"/>
                  </a:cubicBezTo>
                  <a:cubicBezTo>
                    <a:pt x="750615" y="165585"/>
                    <a:pt x="750589" y="165585"/>
                    <a:pt x="750570" y="165585"/>
                  </a:cubicBezTo>
                  <a:close/>
                  <a:moveTo>
                    <a:pt x="933450" y="1078935"/>
                  </a:moveTo>
                  <a:cubicBezTo>
                    <a:pt x="931583" y="1078942"/>
                    <a:pt x="929716" y="1079049"/>
                    <a:pt x="927862" y="1079252"/>
                  </a:cubicBezTo>
                  <a:cubicBezTo>
                    <a:pt x="899884" y="1082112"/>
                    <a:pt x="878605" y="1105641"/>
                    <a:pt x="878586" y="1133729"/>
                  </a:cubicBezTo>
                  <a:cubicBezTo>
                    <a:pt x="878491" y="1135587"/>
                    <a:pt x="878491" y="1137451"/>
                    <a:pt x="878586" y="1139309"/>
                  </a:cubicBezTo>
                  <a:cubicBezTo>
                    <a:pt x="881272" y="1165159"/>
                    <a:pt x="901725" y="1185586"/>
                    <a:pt x="927608" y="1188268"/>
                  </a:cubicBezTo>
                  <a:cubicBezTo>
                    <a:pt x="929462" y="1188471"/>
                    <a:pt x="931329" y="1188579"/>
                    <a:pt x="933196" y="1188585"/>
                  </a:cubicBezTo>
                  <a:cubicBezTo>
                    <a:pt x="961333" y="1188535"/>
                    <a:pt x="984879" y="1167264"/>
                    <a:pt x="987743" y="1139309"/>
                  </a:cubicBezTo>
                  <a:cubicBezTo>
                    <a:pt x="987838" y="1137451"/>
                    <a:pt x="987838" y="1135587"/>
                    <a:pt x="987743" y="1133729"/>
                  </a:cubicBezTo>
                  <a:cubicBezTo>
                    <a:pt x="987812" y="1103637"/>
                    <a:pt x="963574" y="1079119"/>
                    <a:pt x="933450" y="1078808"/>
                  </a:cubicBezTo>
                  <a:close/>
                  <a:moveTo>
                    <a:pt x="750570" y="531001"/>
                  </a:moveTo>
                  <a:cubicBezTo>
                    <a:pt x="720268" y="531001"/>
                    <a:pt x="695706" y="555531"/>
                    <a:pt x="695706" y="585795"/>
                  </a:cubicBezTo>
                  <a:cubicBezTo>
                    <a:pt x="695706" y="616058"/>
                    <a:pt x="720268" y="640588"/>
                    <a:pt x="750570" y="640588"/>
                  </a:cubicBezTo>
                  <a:cubicBezTo>
                    <a:pt x="780872" y="640588"/>
                    <a:pt x="805434" y="616058"/>
                    <a:pt x="805434" y="585795"/>
                  </a:cubicBezTo>
                  <a:cubicBezTo>
                    <a:pt x="805434" y="555531"/>
                    <a:pt x="780872" y="531001"/>
                    <a:pt x="750570" y="531001"/>
                  </a:cubicBezTo>
                  <a:close/>
                  <a:moveTo>
                    <a:pt x="567690" y="713646"/>
                  </a:moveTo>
                  <a:cubicBezTo>
                    <a:pt x="537388" y="713646"/>
                    <a:pt x="512826" y="738176"/>
                    <a:pt x="512826" y="768439"/>
                  </a:cubicBezTo>
                  <a:cubicBezTo>
                    <a:pt x="512826" y="798702"/>
                    <a:pt x="537388" y="823233"/>
                    <a:pt x="567690" y="823233"/>
                  </a:cubicBezTo>
                  <a:cubicBezTo>
                    <a:pt x="597992" y="823233"/>
                    <a:pt x="622554" y="798702"/>
                    <a:pt x="622554" y="768439"/>
                  </a:cubicBezTo>
                  <a:cubicBezTo>
                    <a:pt x="622554" y="738176"/>
                    <a:pt x="597992" y="713646"/>
                    <a:pt x="567690" y="713646"/>
                  </a:cubicBezTo>
                  <a:close/>
                  <a:moveTo>
                    <a:pt x="384810" y="896291"/>
                  </a:moveTo>
                  <a:cubicBezTo>
                    <a:pt x="367494" y="896291"/>
                    <a:pt x="351193" y="904478"/>
                    <a:pt x="340868" y="918360"/>
                  </a:cubicBezTo>
                  <a:cubicBezTo>
                    <a:pt x="356699" y="948376"/>
                    <a:pt x="372872" y="977466"/>
                    <a:pt x="389382" y="1005624"/>
                  </a:cubicBezTo>
                  <a:cubicBezTo>
                    <a:pt x="419583" y="1003639"/>
                    <a:pt x="442455" y="977580"/>
                    <a:pt x="440461" y="947418"/>
                  </a:cubicBezTo>
                  <a:cubicBezTo>
                    <a:pt x="438544" y="918271"/>
                    <a:pt x="414052" y="895770"/>
                    <a:pt x="384810" y="896291"/>
                  </a:cubicBezTo>
                  <a:close/>
                  <a:moveTo>
                    <a:pt x="201930" y="348357"/>
                  </a:moveTo>
                  <a:cubicBezTo>
                    <a:pt x="171628" y="348357"/>
                    <a:pt x="147066" y="372887"/>
                    <a:pt x="147066" y="403150"/>
                  </a:cubicBezTo>
                  <a:cubicBezTo>
                    <a:pt x="146971" y="405008"/>
                    <a:pt x="146971" y="406873"/>
                    <a:pt x="147066" y="408731"/>
                  </a:cubicBezTo>
                  <a:cubicBezTo>
                    <a:pt x="150152" y="438835"/>
                    <a:pt x="177095" y="460740"/>
                    <a:pt x="207239" y="457652"/>
                  </a:cubicBezTo>
                  <a:cubicBezTo>
                    <a:pt x="233115" y="455007"/>
                    <a:pt x="253568" y="434574"/>
                    <a:pt x="256222" y="408731"/>
                  </a:cubicBezTo>
                  <a:cubicBezTo>
                    <a:pt x="256426" y="406879"/>
                    <a:pt x="256534" y="405014"/>
                    <a:pt x="256540" y="403150"/>
                  </a:cubicBezTo>
                  <a:cubicBezTo>
                    <a:pt x="256540" y="372988"/>
                    <a:pt x="232131" y="348496"/>
                    <a:pt x="201930" y="348357"/>
                  </a:cubicBezTo>
                  <a:close/>
                  <a:moveTo>
                    <a:pt x="19050" y="165585"/>
                  </a:moveTo>
                  <a:cubicBezTo>
                    <a:pt x="12548" y="165591"/>
                    <a:pt x="6098" y="166752"/>
                    <a:pt x="0" y="169010"/>
                  </a:cubicBezTo>
                  <a:cubicBezTo>
                    <a:pt x="15791" y="201226"/>
                    <a:pt x="31350" y="234077"/>
                    <a:pt x="46672" y="267562"/>
                  </a:cubicBezTo>
                  <a:cubicBezTo>
                    <a:pt x="72803" y="252303"/>
                    <a:pt x="81597" y="218787"/>
                    <a:pt x="66319" y="192690"/>
                  </a:cubicBezTo>
                  <a:cubicBezTo>
                    <a:pt x="56496" y="175916"/>
                    <a:pt x="38506" y="165598"/>
                    <a:pt x="19050" y="165585"/>
                  </a:cubicBezTo>
                  <a:close/>
                  <a:moveTo>
                    <a:pt x="162179" y="0"/>
                  </a:moveTo>
                  <a:cubicBezTo>
                    <a:pt x="141294" y="21924"/>
                    <a:pt x="142164" y="56607"/>
                    <a:pt x="164116" y="77465"/>
                  </a:cubicBezTo>
                  <a:cubicBezTo>
                    <a:pt x="186068" y="98324"/>
                    <a:pt x="220796" y="97455"/>
                    <a:pt x="241681" y="75531"/>
                  </a:cubicBezTo>
                  <a:cubicBezTo>
                    <a:pt x="261830" y="54375"/>
                    <a:pt x="261830" y="21156"/>
                    <a:pt x="241681" y="0"/>
                  </a:cubicBezTo>
                  <a:close/>
                  <a:moveTo>
                    <a:pt x="567690" y="1078808"/>
                  </a:moveTo>
                  <a:cubicBezTo>
                    <a:pt x="537388" y="1078808"/>
                    <a:pt x="512826" y="1103339"/>
                    <a:pt x="512826" y="1133602"/>
                  </a:cubicBezTo>
                  <a:cubicBezTo>
                    <a:pt x="512731" y="1135460"/>
                    <a:pt x="512731" y="1137324"/>
                    <a:pt x="512826" y="1139182"/>
                  </a:cubicBezTo>
                  <a:cubicBezTo>
                    <a:pt x="515912" y="1169287"/>
                    <a:pt x="542855" y="1191192"/>
                    <a:pt x="572999" y="1188103"/>
                  </a:cubicBezTo>
                  <a:cubicBezTo>
                    <a:pt x="598875" y="1185459"/>
                    <a:pt x="619328" y="1165026"/>
                    <a:pt x="621983" y="1139182"/>
                  </a:cubicBezTo>
                  <a:cubicBezTo>
                    <a:pt x="622186" y="1137331"/>
                    <a:pt x="622294" y="1135466"/>
                    <a:pt x="622300" y="1133602"/>
                  </a:cubicBezTo>
                  <a:cubicBezTo>
                    <a:pt x="622300" y="1103440"/>
                    <a:pt x="597891" y="1078948"/>
                    <a:pt x="567690" y="1078808"/>
                  </a:cubicBezTo>
                  <a:close/>
                  <a:moveTo>
                    <a:pt x="384810" y="165585"/>
                  </a:moveTo>
                  <a:cubicBezTo>
                    <a:pt x="354508" y="165585"/>
                    <a:pt x="329946" y="190115"/>
                    <a:pt x="329946" y="220379"/>
                  </a:cubicBezTo>
                  <a:cubicBezTo>
                    <a:pt x="329946" y="250642"/>
                    <a:pt x="354508" y="275172"/>
                    <a:pt x="384810" y="275172"/>
                  </a:cubicBezTo>
                  <a:cubicBezTo>
                    <a:pt x="415112" y="275172"/>
                    <a:pt x="439674" y="250642"/>
                    <a:pt x="439674" y="220379"/>
                  </a:cubicBezTo>
                  <a:cubicBezTo>
                    <a:pt x="439674" y="220359"/>
                    <a:pt x="439674" y="220334"/>
                    <a:pt x="439674" y="220315"/>
                  </a:cubicBezTo>
                  <a:cubicBezTo>
                    <a:pt x="439674" y="190090"/>
                    <a:pt x="415138" y="165585"/>
                    <a:pt x="384874" y="165585"/>
                  </a:cubicBezTo>
                  <a:cubicBezTo>
                    <a:pt x="384854" y="165585"/>
                    <a:pt x="384829" y="165585"/>
                    <a:pt x="384810" y="165585"/>
                  </a:cubicBezTo>
                  <a:close/>
                  <a:moveTo>
                    <a:pt x="933450" y="713519"/>
                  </a:moveTo>
                  <a:cubicBezTo>
                    <a:pt x="931590" y="713424"/>
                    <a:pt x="929723" y="713424"/>
                    <a:pt x="927862" y="713519"/>
                  </a:cubicBezTo>
                  <a:cubicBezTo>
                    <a:pt x="897700" y="716772"/>
                    <a:pt x="875894" y="743827"/>
                    <a:pt x="879151" y="773950"/>
                  </a:cubicBezTo>
                  <a:cubicBezTo>
                    <a:pt x="881920" y="799584"/>
                    <a:pt x="902195" y="819827"/>
                    <a:pt x="927862" y="822599"/>
                  </a:cubicBezTo>
                  <a:cubicBezTo>
                    <a:pt x="929704" y="822599"/>
                    <a:pt x="931545" y="822599"/>
                    <a:pt x="933450" y="822599"/>
                  </a:cubicBezTo>
                  <a:cubicBezTo>
                    <a:pt x="963752" y="822599"/>
                    <a:pt x="988314" y="798068"/>
                    <a:pt x="988314" y="767805"/>
                  </a:cubicBezTo>
                  <a:cubicBezTo>
                    <a:pt x="988314" y="737542"/>
                    <a:pt x="963752" y="713012"/>
                    <a:pt x="933450" y="713012"/>
                  </a:cubicBezTo>
                  <a:close/>
                  <a:moveTo>
                    <a:pt x="384810" y="530874"/>
                  </a:moveTo>
                  <a:cubicBezTo>
                    <a:pt x="354508" y="530874"/>
                    <a:pt x="329946" y="555404"/>
                    <a:pt x="329946" y="585668"/>
                  </a:cubicBezTo>
                  <a:cubicBezTo>
                    <a:pt x="329946" y="615931"/>
                    <a:pt x="354508" y="640461"/>
                    <a:pt x="384810" y="640461"/>
                  </a:cubicBezTo>
                  <a:cubicBezTo>
                    <a:pt x="415112" y="640461"/>
                    <a:pt x="439674" y="615931"/>
                    <a:pt x="439674" y="585668"/>
                  </a:cubicBezTo>
                  <a:cubicBezTo>
                    <a:pt x="439604" y="555455"/>
                    <a:pt x="415061" y="531001"/>
                    <a:pt x="384810" y="531001"/>
                  </a:cubicBezTo>
                  <a:close/>
                  <a:moveTo>
                    <a:pt x="1847850" y="165585"/>
                  </a:moveTo>
                  <a:cubicBezTo>
                    <a:pt x="1817586" y="165420"/>
                    <a:pt x="1792916" y="189786"/>
                    <a:pt x="1792745" y="220011"/>
                  </a:cubicBezTo>
                  <a:cubicBezTo>
                    <a:pt x="1792662" y="235485"/>
                    <a:pt x="1799139" y="250274"/>
                    <a:pt x="1810576" y="260712"/>
                  </a:cubicBezTo>
                  <a:cubicBezTo>
                    <a:pt x="1823911" y="229048"/>
                    <a:pt x="1837138" y="197440"/>
                    <a:pt x="1850263" y="165902"/>
                  </a:cubicBezTo>
                  <a:close/>
                  <a:moveTo>
                    <a:pt x="1427226" y="951084"/>
                  </a:moveTo>
                  <a:cubicBezTo>
                    <a:pt x="1427232" y="966767"/>
                    <a:pt x="1433982" y="981690"/>
                    <a:pt x="1445768" y="992052"/>
                  </a:cubicBezTo>
                  <a:cubicBezTo>
                    <a:pt x="1464818" y="962563"/>
                    <a:pt x="1483868" y="931868"/>
                    <a:pt x="1502346" y="900222"/>
                  </a:cubicBezTo>
                  <a:cubicBezTo>
                    <a:pt x="1474292" y="888978"/>
                    <a:pt x="1442422" y="902582"/>
                    <a:pt x="1431163" y="930600"/>
                  </a:cubicBezTo>
                  <a:cubicBezTo>
                    <a:pt x="1428560" y="937075"/>
                    <a:pt x="1427226" y="943981"/>
                    <a:pt x="1427226" y="950957"/>
                  </a:cubicBezTo>
                  <a:close/>
                  <a:moveTo>
                    <a:pt x="1482090" y="531001"/>
                  </a:moveTo>
                  <a:cubicBezTo>
                    <a:pt x="1451788" y="531001"/>
                    <a:pt x="1427226" y="555531"/>
                    <a:pt x="1427226" y="585795"/>
                  </a:cubicBezTo>
                  <a:cubicBezTo>
                    <a:pt x="1427226" y="616058"/>
                    <a:pt x="1451788" y="640588"/>
                    <a:pt x="1482090" y="640588"/>
                  </a:cubicBezTo>
                  <a:cubicBezTo>
                    <a:pt x="1512392" y="640588"/>
                    <a:pt x="1536954" y="616058"/>
                    <a:pt x="1536954" y="585795"/>
                  </a:cubicBezTo>
                  <a:cubicBezTo>
                    <a:pt x="1536954" y="555531"/>
                    <a:pt x="1512392" y="531001"/>
                    <a:pt x="1482090" y="531001"/>
                  </a:cubicBezTo>
                  <a:close/>
                  <a:moveTo>
                    <a:pt x="1259459" y="127"/>
                  </a:moveTo>
                  <a:cubicBezTo>
                    <a:pt x="1238574" y="22050"/>
                    <a:pt x="1239444" y="56734"/>
                    <a:pt x="1261396" y="77592"/>
                  </a:cubicBezTo>
                  <a:cubicBezTo>
                    <a:pt x="1283348" y="98450"/>
                    <a:pt x="1318076" y="97582"/>
                    <a:pt x="1338961" y="75658"/>
                  </a:cubicBezTo>
                  <a:cubicBezTo>
                    <a:pt x="1359110" y="54502"/>
                    <a:pt x="1359110" y="21283"/>
                    <a:pt x="1338961" y="127"/>
                  </a:cubicBezTo>
                  <a:close/>
                  <a:moveTo>
                    <a:pt x="1482090" y="165585"/>
                  </a:moveTo>
                  <a:cubicBezTo>
                    <a:pt x="1451788" y="165585"/>
                    <a:pt x="1427226" y="190115"/>
                    <a:pt x="1427226" y="220379"/>
                  </a:cubicBezTo>
                  <a:cubicBezTo>
                    <a:pt x="1427226" y="250642"/>
                    <a:pt x="1451788" y="275172"/>
                    <a:pt x="1482090" y="275172"/>
                  </a:cubicBezTo>
                  <a:cubicBezTo>
                    <a:pt x="1512392" y="275172"/>
                    <a:pt x="1536954" y="250642"/>
                    <a:pt x="1536954" y="220379"/>
                  </a:cubicBezTo>
                  <a:cubicBezTo>
                    <a:pt x="1536954" y="220359"/>
                    <a:pt x="1536954" y="220334"/>
                    <a:pt x="1536954" y="220315"/>
                  </a:cubicBezTo>
                  <a:cubicBezTo>
                    <a:pt x="1536922" y="190077"/>
                    <a:pt x="1512367" y="165585"/>
                    <a:pt x="1482090" y="165585"/>
                  </a:cubicBezTo>
                  <a:close/>
                  <a:moveTo>
                    <a:pt x="1625219" y="0"/>
                  </a:moveTo>
                  <a:cubicBezTo>
                    <a:pt x="1604334" y="21924"/>
                    <a:pt x="1605204" y="56607"/>
                    <a:pt x="1627156" y="77465"/>
                  </a:cubicBezTo>
                  <a:cubicBezTo>
                    <a:pt x="1649108" y="98324"/>
                    <a:pt x="1683836" y="97455"/>
                    <a:pt x="1704721" y="75531"/>
                  </a:cubicBezTo>
                  <a:cubicBezTo>
                    <a:pt x="1724870" y="54375"/>
                    <a:pt x="1724870" y="21156"/>
                    <a:pt x="1704721" y="0"/>
                  </a:cubicBezTo>
                  <a:close/>
                  <a:moveTo>
                    <a:pt x="1299210" y="348230"/>
                  </a:moveTo>
                  <a:cubicBezTo>
                    <a:pt x="1268908" y="348230"/>
                    <a:pt x="1244346" y="372760"/>
                    <a:pt x="1244346" y="403023"/>
                  </a:cubicBezTo>
                  <a:cubicBezTo>
                    <a:pt x="1244251" y="404881"/>
                    <a:pt x="1244251" y="406746"/>
                    <a:pt x="1244346" y="408604"/>
                  </a:cubicBezTo>
                  <a:cubicBezTo>
                    <a:pt x="1247604" y="438728"/>
                    <a:pt x="1274693" y="460505"/>
                    <a:pt x="1304855" y="457252"/>
                  </a:cubicBezTo>
                  <a:cubicBezTo>
                    <a:pt x="1330522" y="454487"/>
                    <a:pt x="1350791" y="434238"/>
                    <a:pt x="1353566" y="408604"/>
                  </a:cubicBezTo>
                  <a:cubicBezTo>
                    <a:pt x="1353566" y="406765"/>
                    <a:pt x="1353566" y="404926"/>
                    <a:pt x="1353566" y="403023"/>
                  </a:cubicBezTo>
                  <a:cubicBezTo>
                    <a:pt x="1353496" y="373007"/>
                    <a:pt x="1329265" y="348636"/>
                    <a:pt x="1299210" y="348357"/>
                  </a:cubicBezTo>
                  <a:close/>
                  <a:moveTo>
                    <a:pt x="1664970" y="348230"/>
                  </a:moveTo>
                  <a:cubicBezTo>
                    <a:pt x="1634668" y="348230"/>
                    <a:pt x="1610106" y="372760"/>
                    <a:pt x="1610106" y="403023"/>
                  </a:cubicBezTo>
                  <a:cubicBezTo>
                    <a:pt x="1610106" y="404926"/>
                    <a:pt x="1610106" y="406765"/>
                    <a:pt x="1610106" y="408604"/>
                  </a:cubicBezTo>
                  <a:cubicBezTo>
                    <a:pt x="1613192" y="438708"/>
                    <a:pt x="1640135" y="460613"/>
                    <a:pt x="1670279" y="457525"/>
                  </a:cubicBezTo>
                  <a:cubicBezTo>
                    <a:pt x="1696155" y="454880"/>
                    <a:pt x="1716608" y="434447"/>
                    <a:pt x="1719263" y="408604"/>
                  </a:cubicBezTo>
                  <a:cubicBezTo>
                    <a:pt x="1719466" y="406752"/>
                    <a:pt x="1719574" y="404888"/>
                    <a:pt x="1719580" y="403023"/>
                  </a:cubicBezTo>
                  <a:cubicBezTo>
                    <a:pt x="1719510" y="372912"/>
                    <a:pt x="1695120" y="348496"/>
                    <a:pt x="1664970" y="348357"/>
                  </a:cubicBezTo>
                  <a:close/>
                  <a:moveTo>
                    <a:pt x="1299210" y="713519"/>
                  </a:moveTo>
                  <a:cubicBezTo>
                    <a:pt x="1268908" y="713519"/>
                    <a:pt x="1244346" y="738049"/>
                    <a:pt x="1244346" y="768312"/>
                  </a:cubicBezTo>
                  <a:cubicBezTo>
                    <a:pt x="1244346" y="798576"/>
                    <a:pt x="1268908" y="823106"/>
                    <a:pt x="1299210" y="823106"/>
                  </a:cubicBezTo>
                  <a:cubicBezTo>
                    <a:pt x="1329512" y="823106"/>
                    <a:pt x="1354074" y="798576"/>
                    <a:pt x="1354074" y="768312"/>
                  </a:cubicBezTo>
                  <a:cubicBezTo>
                    <a:pt x="1354004" y="738100"/>
                    <a:pt x="1329462" y="713646"/>
                    <a:pt x="1299210" y="713646"/>
                  </a:cubicBezTo>
                  <a:close/>
                  <a:moveTo>
                    <a:pt x="1116330" y="1261516"/>
                  </a:moveTo>
                  <a:cubicBezTo>
                    <a:pt x="1086066" y="1261478"/>
                    <a:pt x="1061498" y="1285951"/>
                    <a:pt x="1061466" y="1316183"/>
                  </a:cubicBezTo>
                  <a:cubicBezTo>
                    <a:pt x="1061447" y="1331936"/>
                    <a:pt x="1068229" y="1346934"/>
                    <a:pt x="1080071" y="1357342"/>
                  </a:cubicBezTo>
                  <a:cubicBezTo>
                    <a:pt x="1111701" y="1342628"/>
                    <a:pt x="1141838" y="1324897"/>
                    <a:pt x="1170051" y="1304387"/>
                  </a:cubicBezTo>
                  <a:cubicBezTo>
                    <a:pt x="1164438" y="1279293"/>
                    <a:pt x="1142073" y="1261504"/>
                    <a:pt x="1116330" y="1261643"/>
                  </a:cubicBezTo>
                  <a:close/>
                  <a:moveTo>
                    <a:pt x="933450" y="348293"/>
                  </a:moveTo>
                  <a:cubicBezTo>
                    <a:pt x="931590" y="348198"/>
                    <a:pt x="929723" y="348198"/>
                    <a:pt x="927862" y="348293"/>
                  </a:cubicBezTo>
                  <a:cubicBezTo>
                    <a:pt x="899859" y="351160"/>
                    <a:pt x="878567" y="374719"/>
                    <a:pt x="878586" y="402833"/>
                  </a:cubicBezTo>
                  <a:cubicBezTo>
                    <a:pt x="878491" y="404691"/>
                    <a:pt x="878491" y="406556"/>
                    <a:pt x="878586" y="408414"/>
                  </a:cubicBezTo>
                  <a:cubicBezTo>
                    <a:pt x="881297" y="434250"/>
                    <a:pt x="901738" y="454665"/>
                    <a:pt x="927608" y="457373"/>
                  </a:cubicBezTo>
                  <a:cubicBezTo>
                    <a:pt x="929469" y="457468"/>
                    <a:pt x="931335" y="457468"/>
                    <a:pt x="933196" y="457373"/>
                  </a:cubicBezTo>
                  <a:cubicBezTo>
                    <a:pt x="961320" y="457353"/>
                    <a:pt x="984879" y="436102"/>
                    <a:pt x="987743" y="408160"/>
                  </a:cubicBezTo>
                  <a:cubicBezTo>
                    <a:pt x="987838" y="406302"/>
                    <a:pt x="987838" y="404437"/>
                    <a:pt x="987743" y="402579"/>
                  </a:cubicBezTo>
                  <a:cubicBezTo>
                    <a:pt x="987431" y="372760"/>
                    <a:pt x="963308" y="348667"/>
                    <a:pt x="933450" y="348357"/>
                  </a:cubicBezTo>
                  <a:close/>
                  <a:moveTo>
                    <a:pt x="1116330" y="896227"/>
                  </a:moveTo>
                  <a:cubicBezTo>
                    <a:pt x="1086028" y="896227"/>
                    <a:pt x="1061466" y="920757"/>
                    <a:pt x="1061466" y="951021"/>
                  </a:cubicBezTo>
                  <a:cubicBezTo>
                    <a:pt x="1061466" y="981284"/>
                    <a:pt x="1086028" y="1005814"/>
                    <a:pt x="1116330" y="1005814"/>
                  </a:cubicBezTo>
                  <a:cubicBezTo>
                    <a:pt x="1146632" y="1005814"/>
                    <a:pt x="1171194" y="981284"/>
                    <a:pt x="1171194" y="951021"/>
                  </a:cubicBezTo>
                  <a:cubicBezTo>
                    <a:pt x="1171156" y="920783"/>
                    <a:pt x="1146607" y="896291"/>
                    <a:pt x="1116330" y="896291"/>
                  </a:cubicBezTo>
                  <a:close/>
                  <a:moveTo>
                    <a:pt x="893636" y="127"/>
                  </a:moveTo>
                  <a:cubicBezTo>
                    <a:pt x="872788" y="22088"/>
                    <a:pt x="873709" y="56766"/>
                    <a:pt x="895699" y="77586"/>
                  </a:cubicBezTo>
                  <a:cubicBezTo>
                    <a:pt x="904494" y="85919"/>
                    <a:pt x="915803" y="91107"/>
                    <a:pt x="927862" y="92337"/>
                  </a:cubicBezTo>
                  <a:cubicBezTo>
                    <a:pt x="929716" y="92540"/>
                    <a:pt x="931583" y="92648"/>
                    <a:pt x="933450" y="92654"/>
                  </a:cubicBezTo>
                  <a:cubicBezTo>
                    <a:pt x="963752" y="92635"/>
                    <a:pt x="988301" y="68092"/>
                    <a:pt x="988282" y="37829"/>
                  </a:cubicBezTo>
                  <a:cubicBezTo>
                    <a:pt x="988276" y="23794"/>
                    <a:pt x="982878" y="10299"/>
                    <a:pt x="973201" y="127"/>
                  </a:cubicBezTo>
                  <a:close/>
                  <a:moveTo>
                    <a:pt x="1299210" y="1078808"/>
                  </a:moveTo>
                  <a:cubicBezTo>
                    <a:pt x="1268908" y="1078808"/>
                    <a:pt x="1244346" y="1103339"/>
                    <a:pt x="1244346" y="1133602"/>
                  </a:cubicBezTo>
                  <a:cubicBezTo>
                    <a:pt x="1244251" y="1135460"/>
                    <a:pt x="1244251" y="1137324"/>
                    <a:pt x="1244346" y="1139182"/>
                  </a:cubicBezTo>
                  <a:cubicBezTo>
                    <a:pt x="1247140" y="1166345"/>
                    <a:pt x="1269536" y="1187304"/>
                    <a:pt x="1296861" y="1188332"/>
                  </a:cubicBezTo>
                  <a:cubicBezTo>
                    <a:pt x="1315739" y="1167575"/>
                    <a:pt x="1334326" y="1145569"/>
                    <a:pt x="1352614" y="1122313"/>
                  </a:cubicBezTo>
                  <a:cubicBezTo>
                    <a:pt x="1347311" y="1097048"/>
                    <a:pt x="1325055" y="1078916"/>
                    <a:pt x="1299210" y="1078808"/>
                  </a:cubicBezTo>
                  <a:close/>
                  <a:moveTo>
                    <a:pt x="1116330" y="530874"/>
                  </a:moveTo>
                  <a:cubicBezTo>
                    <a:pt x="1086028" y="530874"/>
                    <a:pt x="1061466" y="555404"/>
                    <a:pt x="1061466" y="585668"/>
                  </a:cubicBezTo>
                  <a:cubicBezTo>
                    <a:pt x="1061466" y="615931"/>
                    <a:pt x="1086028" y="640461"/>
                    <a:pt x="1116330" y="640461"/>
                  </a:cubicBezTo>
                  <a:cubicBezTo>
                    <a:pt x="1146632" y="640461"/>
                    <a:pt x="1171194" y="615931"/>
                    <a:pt x="1171194" y="585668"/>
                  </a:cubicBezTo>
                  <a:cubicBezTo>
                    <a:pt x="1171124" y="555455"/>
                    <a:pt x="1146581" y="531001"/>
                    <a:pt x="1116330" y="531001"/>
                  </a:cubicBezTo>
                  <a:close/>
                  <a:moveTo>
                    <a:pt x="1116330" y="165585"/>
                  </a:moveTo>
                  <a:cubicBezTo>
                    <a:pt x="1086028" y="165585"/>
                    <a:pt x="1061466" y="190115"/>
                    <a:pt x="1061466" y="220379"/>
                  </a:cubicBezTo>
                  <a:cubicBezTo>
                    <a:pt x="1061466" y="250642"/>
                    <a:pt x="1086028" y="275172"/>
                    <a:pt x="1116330" y="275172"/>
                  </a:cubicBezTo>
                  <a:cubicBezTo>
                    <a:pt x="1146632" y="275172"/>
                    <a:pt x="1171194" y="250642"/>
                    <a:pt x="1171194" y="220379"/>
                  </a:cubicBezTo>
                  <a:cubicBezTo>
                    <a:pt x="1171194" y="220359"/>
                    <a:pt x="1171194" y="220334"/>
                    <a:pt x="1171194" y="220315"/>
                  </a:cubicBezTo>
                  <a:cubicBezTo>
                    <a:pt x="1171156" y="190077"/>
                    <a:pt x="1146607" y="165585"/>
                    <a:pt x="1116330" y="165585"/>
                  </a:cubicBezTo>
                  <a:close/>
                </a:path>
              </a:pathLst>
            </a:custGeom>
            <a:solidFill>
              <a:srgbClr val="04152C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14"/>
            <p:cNvSpPr/>
            <p:nvPr/>
          </p:nvSpPr>
          <p:spPr>
            <a:xfrm rot="10800000" flipH="1">
              <a:off x="4377375" y="1454281"/>
              <a:ext cx="389112" cy="153155"/>
            </a:xfrm>
            <a:custGeom>
              <a:avLst/>
              <a:gdLst/>
              <a:ahLst/>
              <a:cxnLst/>
              <a:rect l="l" t="t" r="r" b="b"/>
              <a:pathLst>
                <a:path w="1225550" h="380509" extrusionOk="0">
                  <a:moveTo>
                    <a:pt x="607632" y="380510"/>
                  </a:moveTo>
                  <a:cubicBezTo>
                    <a:pt x="862712" y="380510"/>
                    <a:pt x="1059435" y="217271"/>
                    <a:pt x="1225550" y="0"/>
                  </a:cubicBezTo>
                  <a:lnTo>
                    <a:pt x="0" y="0"/>
                  </a:lnTo>
                  <a:cubicBezTo>
                    <a:pt x="173101" y="220442"/>
                    <a:pt x="370078" y="380510"/>
                    <a:pt x="607632" y="380510"/>
                  </a:cubicBezTo>
                  <a:close/>
                </a:path>
              </a:pathLst>
            </a:custGeom>
            <a:solidFill>
              <a:srgbClr val="17A89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14"/>
            <p:cNvSpPr/>
            <p:nvPr/>
          </p:nvSpPr>
          <p:spPr>
            <a:xfrm flipH="1">
              <a:off x="774577" y="1131008"/>
              <a:ext cx="683038" cy="475637"/>
            </a:xfrm>
            <a:custGeom>
              <a:avLst/>
              <a:gdLst/>
              <a:ahLst/>
              <a:cxnLst/>
              <a:rect l="l" t="t" r="r" b="b"/>
              <a:pathLst>
                <a:path w="1821434" h="1268365" extrusionOk="0">
                  <a:moveTo>
                    <a:pt x="840804" y="0"/>
                  </a:moveTo>
                  <a:cubicBezTo>
                    <a:pt x="537718" y="0"/>
                    <a:pt x="314134" y="728422"/>
                    <a:pt x="0" y="1268366"/>
                  </a:cubicBezTo>
                  <a:lnTo>
                    <a:pt x="1821435" y="1268366"/>
                  </a:lnTo>
                  <a:cubicBezTo>
                    <a:pt x="1438784" y="781440"/>
                    <a:pt x="1172337" y="0"/>
                    <a:pt x="840804" y="0"/>
                  </a:cubicBezTo>
                  <a:close/>
                </a:path>
              </a:pathLst>
            </a:custGeom>
            <a:gradFill>
              <a:gsLst>
                <a:gs pos="0">
                  <a:srgbClr val="C182FF">
                    <a:alpha val="53333"/>
                  </a:srgbClr>
                </a:gs>
                <a:gs pos="100000">
                  <a:srgbClr val="002FFF">
                    <a:alpha val="5843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14"/>
            <p:cNvSpPr/>
            <p:nvPr/>
          </p:nvSpPr>
          <p:spPr>
            <a:xfrm>
              <a:off x="4571564" y="989079"/>
              <a:ext cx="4572000" cy="1110066"/>
            </a:xfrm>
            <a:custGeom>
              <a:avLst/>
              <a:gdLst/>
              <a:ahLst/>
              <a:cxnLst/>
              <a:rect l="l" t="t" r="r" b="b"/>
              <a:pathLst>
                <a:path w="12192000" h="2960175" extrusionOk="0">
                  <a:moveTo>
                    <a:pt x="0" y="333390"/>
                  </a:moveTo>
                  <a:cubicBezTo>
                    <a:pt x="514350" y="333390"/>
                    <a:pt x="699072" y="1437375"/>
                    <a:pt x="1490980" y="1437375"/>
                  </a:cubicBezTo>
                  <a:cubicBezTo>
                    <a:pt x="2642870" y="1437375"/>
                    <a:pt x="2642870" y="0"/>
                    <a:pt x="3794697" y="0"/>
                  </a:cubicBezTo>
                  <a:cubicBezTo>
                    <a:pt x="4946523" y="0"/>
                    <a:pt x="4946650" y="2960175"/>
                    <a:pt x="6098413" y="2960175"/>
                  </a:cubicBezTo>
                  <a:cubicBezTo>
                    <a:pt x="7250176" y="2960175"/>
                    <a:pt x="7250303" y="571082"/>
                    <a:pt x="8402130" y="571082"/>
                  </a:cubicBezTo>
                  <a:cubicBezTo>
                    <a:pt x="9553956" y="571082"/>
                    <a:pt x="9490519" y="2769920"/>
                    <a:pt x="10642600" y="2769920"/>
                  </a:cubicBezTo>
                  <a:cubicBezTo>
                    <a:pt x="11588052" y="2769920"/>
                    <a:pt x="11586337" y="903964"/>
                    <a:pt x="12192000" y="235155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14"/>
            <p:cNvSpPr/>
            <p:nvPr/>
          </p:nvSpPr>
          <p:spPr>
            <a:xfrm flipH="1">
              <a:off x="218" y="989079"/>
              <a:ext cx="4572000" cy="1110066"/>
            </a:xfrm>
            <a:custGeom>
              <a:avLst/>
              <a:gdLst/>
              <a:ahLst/>
              <a:cxnLst/>
              <a:rect l="l" t="t" r="r" b="b"/>
              <a:pathLst>
                <a:path w="12192000" h="2960175" extrusionOk="0">
                  <a:moveTo>
                    <a:pt x="0" y="333390"/>
                  </a:moveTo>
                  <a:cubicBezTo>
                    <a:pt x="514350" y="333390"/>
                    <a:pt x="699072" y="1437375"/>
                    <a:pt x="1490980" y="1437375"/>
                  </a:cubicBezTo>
                  <a:cubicBezTo>
                    <a:pt x="2642870" y="1437375"/>
                    <a:pt x="2642870" y="0"/>
                    <a:pt x="3794697" y="0"/>
                  </a:cubicBezTo>
                  <a:cubicBezTo>
                    <a:pt x="4946523" y="0"/>
                    <a:pt x="4946650" y="2960175"/>
                    <a:pt x="6098413" y="2960175"/>
                  </a:cubicBezTo>
                  <a:cubicBezTo>
                    <a:pt x="7250176" y="2960175"/>
                    <a:pt x="7250303" y="571082"/>
                    <a:pt x="8402130" y="571082"/>
                  </a:cubicBezTo>
                  <a:cubicBezTo>
                    <a:pt x="9553956" y="571082"/>
                    <a:pt x="9490519" y="2769920"/>
                    <a:pt x="10642600" y="2769920"/>
                  </a:cubicBezTo>
                  <a:cubicBezTo>
                    <a:pt x="11588052" y="2769920"/>
                    <a:pt x="11586337" y="903964"/>
                    <a:pt x="12192000" y="235155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8" name="Google Shape;718;p14"/>
          <p:cNvSpPr/>
          <p:nvPr/>
        </p:nvSpPr>
        <p:spPr>
          <a:xfrm>
            <a:off x="3346875" y="1346550"/>
            <a:ext cx="2450400" cy="2450400"/>
          </a:xfrm>
          <a:prstGeom prst="ellipse">
            <a:avLst/>
          </a:prstGeom>
          <a:gradFill>
            <a:gsLst>
              <a:gs pos="0">
                <a:srgbClr val="BEF176"/>
              </a:gs>
              <a:gs pos="50000">
                <a:schemeClr val="accent2"/>
              </a:gs>
              <a:gs pos="100000">
                <a:srgbClr val="AF9FFF"/>
              </a:gs>
            </a:gsLst>
            <a:lin ang="5400012" scaled="0"/>
          </a:gradFill>
          <a:ln>
            <a:noFill/>
          </a:ln>
          <a:effectLst>
            <a:outerShdw blurRad="28575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14"/>
          <p:cNvSpPr txBox="1">
            <a:spLocks noGrp="1"/>
          </p:cNvSpPr>
          <p:nvPr>
            <p:ph type="ctrTitle" idx="4294967295"/>
          </p:nvPr>
        </p:nvSpPr>
        <p:spPr>
          <a:xfrm>
            <a:off x="1439400" y="749975"/>
            <a:ext cx="6265200" cy="47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rgbClr val="BEF176"/>
                </a:solidFill>
              </a:rPr>
              <a:t>A</a:t>
            </a:r>
            <a:r>
              <a:rPr lang="en" sz="3000" dirty="0" err="1">
                <a:solidFill>
                  <a:srgbClr val="BEF176"/>
                </a:solidFill>
              </a:rPr>
              <a:t>nd</a:t>
            </a:r>
            <a:r>
              <a:rPr lang="en" sz="3000" dirty="0">
                <a:solidFill>
                  <a:srgbClr val="BEF176"/>
                </a:solidFill>
              </a:rPr>
              <a:t> they pretty much figured it out</a:t>
            </a:r>
            <a:endParaRPr sz="3000" dirty="0">
              <a:solidFill>
                <a:srgbClr val="BEF176"/>
              </a:solidFill>
            </a:endParaRPr>
          </a:p>
        </p:txBody>
      </p:sp>
      <p:sp>
        <p:nvSpPr>
          <p:cNvPr id="720" name="Google Shape;720;p14"/>
          <p:cNvSpPr txBox="1">
            <a:spLocks noGrp="1"/>
          </p:cNvSpPr>
          <p:nvPr>
            <p:ph type="subTitle" idx="4294967295"/>
          </p:nvPr>
        </p:nvSpPr>
        <p:spPr>
          <a:xfrm>
            <a:off x="3702362" y="2340590"/>
            <a:ext cx="1774422" cy="34287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tx1"/>
                </a:solidFill>
                <a:latin typeface="Catamaran"/>
                <a:ea typeface="Catamaran"/>
                <a:cs typeface="Catamaran"/>
                <a:sym typeface="Catamaran"/>
              </a:rPr>
              <a:t>DFT</a:t>
            </a:r>
            <a:endParaRPr sz="4000" b="1" dirty="0">
              <a:solidFill>
                <a:schemeClr val="tx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1B99C2-7D11-0246-1470-ECCDF665619A}"/>
              </a:ext>
            </a:extLst>
          </p:cNvPr>
          <p:cNvSpPr txBox="1"/>
          <p:nvPr/>
        </p:nvSpPr>
        <p:spPr>
          <a:xfrm>
            <a:off x="3426266" y="4090713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🎉🎉🎉🎉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>
          <a:extLst>
            <a:ext uri="{FF2B5EF4-FFF2-40B4-BE49-F238E27FC236}">
              <a16:creationId xmlns:a16="http://schemas.microsoft.com/office/drawing/2014/main" id="{3313C106-FCD7-1C07-CE56-F6A0116D7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5">
            <a:extLst>
              <a:ext uri="{FF2B5EF4-FFF2-40B4-BE49-F238E27FC236}">
                <a16:creationId xmlns:a16="http://schemas.microsoft.com/office/drawing/2014/main" id="{4F4DBEF5-FF31-B600-B0D4-179CA22ACF0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55300" y="1114800"/>
            <a:ext cx="7433400" cy="1018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1.</a:t>
            </a:r>
            <a:endParaRPr dirty="0"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But How Does this Relate to Computation?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728" name="Google Shape;728;p15">
            <a:extLst>
              <a:ext uri="{FF2B5EF4-FFF2-40B4-BE49-F238E27FC236}">
                <a16:creationId xmlns:a16="http://schemas.microsoft.com/office/drawing/2014/main" id="{78B1948D-42DD-2E31-44DF-68712158319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5300" y="2117602"/>
            <a:ext cx="7433400" cy="35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dirty="0"/>
              <a:t>(as far as I understand)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67528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6"/>
          <p:cNvSpPr txBox="1">
            <a:spLocks noGrp="1"/>
          </p:cNvSpPr>
          <p:nvPr>
            <p:ph type="body" idx="1"/>
          </p:nvPr>
        </p:nvSpPr>
        <p:spPr>
          <a:xfrm>
            <a:off x="1001864" y="1933200"/>
            <a:ext cx="7203881" cy="248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SzPct val="100000"/>
              <a:buNone/>
            </a:pPr>
            <a:r>
              <a:rPr lang="en" dirty="0"/>
              <a:t>Nobody is doing this by hand!</a:t>
            </a:r>
          </a:p>
          <a:p>
            <a:pPr marL="514350" indent="-514350">
              <a:spcAft>
                <a:spcPts val="8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endParaRPr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>
          <a:extLst>
            <a:ext uri="{FF2B5EF4-FFF2-40B4-BE49-F238E27FC236}">
              <a16:creationId xmlns:a16="http://schemas.microsoft.com/office/drawing/2014/main" id="{D3056036-CBEE-22B1-F27E-FA581CD7A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6">
            <a:extLst>
              <a:ext uri="{FF2B5EF4-FFF2-40B4-BE49-F238E27FC236}">
                <a16:creationId xmlns:a16="http://schemas.microsoft.com/office/drawing/2014/main" id="{C8891A1D-64CF-E529-6C9D-1CCE6DBCDA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01864" y="1933200"/>
            <a:ext cx="7203881" cy="248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SzPct val="100000"/>
              <a:buNone/>
            </a:pPr>
            <a:r>
              <a:rPr lang="en" dirty="0"/>
              <a:t>Nobody is doing this by hand!</a:t>
            </a:r>
          </a:p>
          <a:p>
            <a:pPr marL="514350" indent="-514350">
              <a:spcAft>
                <a:spcPts val="8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US" sz="2000" dirty="0"/>
              <a:t>Choose an approximate EC energy</a:t>
            </a:r>
          </a:p>
          <a:p>
            <a:pPr marL="514350" indent="-514350">
              <a:spcAft>
                <a:spcPts val="8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1243819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>
          <a:extLst>
            <a:ext uri="{FF2B5EF4-FFF2-40B4-BE49-F238E27FC236}">
              <a16:creationId xmlns:a16="http://schemas.microsoft.com/office/drawing/2014/main" id="{CC5647ED-C01F-4043-4688-D2D1A5088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6">
            <a:extLst>
              <a:ext uri="{FF2B5EF4-FFF2-40B4-BE49-F238E27FC236}">
                <a16:creationId xmlns:a16="http://schemas.microsoft.com/office/drawing/2014/main" id="{47221123-6CE8-48C5-CC49-038B7B71AA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01864" y="1933200"/>
            <a:ext cx="7203881" cy="248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SzPct val="100000"/>
              <a:buNone/>
            </a:pPr>
            <a:r>
              <a:rPr lang="en" dirty="0"/>
              <a:t>Nobody is doing this by hand!</a:t>
            </a:r>
          </a:p>
          <a:p>
            <a:pPr marL="514350" indent="-514350">
              <a:spcAft>
                <a:spcPts val="8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US" sz="2000" dirty="0"/>
              <a:t>Choose an approximate EC energy</a:t>
            </a:r>
          </a:p>
          <a:p>
            <a:pPr marL="514350" indent="-514350">
              <a:spcAft>
                <a:spcPts val="8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US" sz="2000" dirty="0"/>
              <a:t>Pick a starting density close to the ground state</a:t>
            </a:r>
          </a:p>
          <a:p>
            <a:pPr marL="514350" indent="-514350">
              <a:spcAft>
                <a:spcPts val="8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3079678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>
          <a:extLst>
            <a:ext uri="{FF2B5EF4-FFF2-40B4-BE49-F238E27FC236}">
              <a16:creationId xmlns:a16="http://schemas.microsoft.com/office/drawing/2014/main" id="{A1E36E17-4DC7-7F2A-1AA4-E82DC58C2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6">
            <a:extLst>
              <a:ext uri="{FF2B5EF4-FFF2-40B4-BE49-F238E27FC236}">
                <a16:creationId xmlns:a16="http://schemas.microsoft.com/office/drawing/2014/main" id="{7AE89C1C-A148-D319-BB11-3785D4FC31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01864" y="1933200"/>
            <a:ext cx="7203881" cy="248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SzPct val="100000"/>
              <a:buNone/>
            </a:pPr>
            <a:r>
              <a:rPr lang="en" dirty="0"/>
              <a:t>Nobody is doing this by hand!</a:t>
            </a:r>
          </a:p>
          <a:p>
            <a:pPr marL="514350" indent="-514350">
              <a:spcAft>
                <a:spcPts val="8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US" sz="2000" dirty="0"/>
              <a:t>Choose an approximate EC energy</a:t>
            </a:r>
          </a:p>
          <a:p>
            <a:pPr marL="514350" indent="-514350">
              <a:spcAft>
                <a:spcPts val="8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US" sz="2000" dirty="0"/>
              <a:t>Pick a starting density close to the ground state</a:t>
            </a:r>
          </a:p>
          <a:p>
            <a:pPr marL="514350" indent="-514350">
              <a:spcAft>
                <a:spcPts val="8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US" sz="2000" dirty="0"/>
              <a:t>Find the Nth particle ground state and compute a new density</a:t>
            </a:r>
          </a:p>
          <a:p>
            <a:pPr marL="514350" indent="-514350">
              <a:spcAft>
                <a:spcPts val="8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2008578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>
          <a:extLst>
            <a:ext uri="{FF2B5EF4-FFF2-40B4-BE49-F238E27FC236}">
              <a16:creationId xmlns:a16="http://schemas.microsoft.com/office/drawing/2014/main" id="{FE618CB7-A32F-9F52-AA05-AAE79AF0C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6">
            <a:extLst>
              <a:ext uri="{FF2B5EF4-FFF2-40B4-BE49-F238E27FC236}">
                <a16:creationId xmlns:a16="http://schemas.microsoft.com/office/drawing/2014/main" id="{4585CF23-056F-8A06-EA20-075D079A8D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01864" y="1933200"/>
            <a:ext cx="7203881" cy="248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SzPct val="100000"/>
              <a:buNone/>
            </a:pPr>
            <a:r>
              <a:rPr lang="en" dirty="0"/>
              <a:t>Nobody is doing this by hand!</a:t>
            </a:r>
          </a:p>
          <a:p>
            <a:pPr marL="514350" indent="-514350">
              <a:spcAft>
                <a:spcPts val="8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US" sz="2000" dirty="0"/>
              <a:t>Choose an approximate EC energy</a:t>
            </a:r>
          </a:p>
          <a:p>
            <a:pPr marL="514350" indent="-514350">
              <a:spcAft>
                <a:spcPts val="8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US" sz="2000" dirty="0"/>
              <a:t>Pick a starting density close to the ground state</a:t>
            </a:r>
          </a:p>
          <a:p>
            <a:pPr marL="514350" indent="-514350">
              <a:spcAft>
                <a:spcPts val="8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US" sz="2000" dirty="0"/>
              <a:t>Find the Nth particle ground state and compute a new density</a:t>
            </a:r>
          </a:p>
          <a:p>
            <a:pPr marL="514350" indent="-514350">
              <a:spcAft>
                <a:spcPts val="8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US" sz="2000" dirty="0"/>
              <a:t>Iterate over Step 2</a:t>
            </a:r>
          </a:p>
          <a:p>
            <a:pPr marL="514350" indent="-514350">
              <a:spcAft>
                <a:spcPts val="8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2252757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18"/>
          <p:cNvSpPr txBox="1">
            <a:spLocks noGrp="1"/>
          </p:cNvSpPr>
          <p:nvPr>
            <p:ph type="ctrTitle" idx="4294967295"/>
          </p:nvPr>
        </p:nvSpPr>
        <p:spPr>
          <a:xfrm>
            <a:off x="228600" y="1450950"/>
            <a:ext cx="2799600" cy="132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So then what?</a:t>
            </a:r>
            <a:endParaRPr sz="4800" dirty="0"/>
          </a:p>
        </p:txBody>
      </p:sp>
      <p:grpSp>
        <p:nvGrpSpPr>
          <p:cNvPr id="748" name="Google Shape;748;p18"/>
          <p:cNvGrpSpPr/>
          <p:nvPr/>
        </p:nvGrpSpPr>
        <p:grpSpPr>
          <a:xfrm>
            <a:off x="3942034" y="724589"/>
            <a:ext cx="1767035" cy="1767021"/>
            <a:chOff x="6643075" y="3664250"/>
            <a:chExt cx="407950" cy="407975"/>
          </a:xfrm>
        </p:grpSpPr>
        <p:sp>
          <p:nvSpPr>
            <p:cNvPr id="749" name="Google Shape;749;p18"/>
            <p:cNvSpPr/>
            <p:nvPr/>
          </p:nvSpPr>
          <p:spPr>
            <a:xfrm>
              <a:off x="6794075" y="3815250"/>
              <a:ext cx="211300" cy="211300"/>
            </a:xfrm>
            <a:custGeom>
              <a:avLst/>
              <a:gdLst/>
              <a:ahLst/>
              <a:cxnLst/>
              <a:rect l="l" t="t" r="r" b="b"/>
              <a:pathLst>
                <a:path w="8452" h="8452" fill="none" extrusionOk="0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8"/>
            <p:cNvSpPr/>
            <p:nvPr/>
          </p:nvSpPr>
          <p:spPr>
            <a:xfrm>
              <a:off x="6643075" y="3664250"/>
              <a:ext cx="407950" cy="407975"/>
            </a:xfrm>
            <a:custGeom>
              <a:avLst/>
              <a:gdLst/>
              <a:ahLst/>
              <a:cxnLst/>
              <a:rect l="l" t="t" r="r" b="b"/>
              <a:pathLst>
                <a:path w="16318" h="16319" fill="none" extrusionOk="0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1" name="Google Shape;751;p18"/>
          <p:cNvGrpSpPr/>
          <p:nvPr/>
        </p:nvGrpSpPr>
        <p:grpSpPr>
          <a:xfrm rot="-587343">
            <a:off x="3838205" y="2721593"/>
            <a:ext cx="726473" cy="726432"/>
            <a:chOff x="576250" y="4319400"/>
            <a:chExt cx="442075" cy="442050"/>
          </a:xfrm>
        </p:grpSpPr>
        <p:sp>
          <p:nvSpPr>
            <p:cNvPr id="752" name="Google Shape;752;p18"/>
            <p:cNvSpPr/>
            <p:nvPr/>
          </p:nvSpPr>
          <p:spPr>
            <a:xfrm>
              <a:off x="576250" y="4319400"/>
              <a:ext cx="442075" cy="442050"/>
            </a:xfrm>
            <a:custGeom>
              <a:avLst/>
              <a:gdLst/>
              <a:ahLst/>
              <a:cxnLst/>
              <a:rect l="l" t="t" r="r" b="b"/>
              <a:pathLst>
                <a:path w="17683" h="17682" fill="none" extrusionOk="0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w="1905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8"/>
            <p:cNvSpPr/>
            <p:nvPr/>
          </p:nvSpPr>
          <p:spPr>
            <a:xfrm>
              <a:off x="595725" y="4668875"/>
              <a:ext cx="73100" cy="73100"/>
            </a:xfrm>
            <a:custGeom>
              <a:avLst/>
              <a:gdLst/>
              <a:ahLst/>
              <a:cxnLst/>
              <a:rect l="l" t="t" r="r" b="b"/>
              <a:pathLst>
                <a:path w="2924" h="2924" fill="none" extrusionOk="0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w="1905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8"/>
            <p:cNvSpPr/>
            <p:nvPr/>
          </p:nvSpPr>
          <p:spPr>
            <a:xfrm>
              <a:off x="652350" y="4711500"/>
              <a:ext cx="46925" cy="46925"/>
            </a:xfrm>
            <a:custGeom>
              <a:avLst/>
              <a:gdLst/>
              <a:ahLst/>
              <a:cxnLst/>
              <a:rect l="l" t="t" r="r" b="b"/>
              <a:pathLst>
                <a:path w="1877" h="1877" fill="none" extrusionOk="0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w="1905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8"/>
            <p:cNvSpPr/>
            <p:nvPr/>
          </p:nvSpPr>
          <p:spPr>
            <a:xfrm>
              <a:off x="579300" y="4638450"/>
              <a:ext cx="46900" cy="46900"/>
            </a:xfrm>
            <a:custGeom>
              <a:avLst/>
              <a:gdLst/>
              <a:ahLst/>
              <a:cxnLst/>
              <a:rect l="l" t="t" r="r" b="b"/>
              <a:pathLst>
                <a:path w="1876" h="1876" fill="none" extrusionOk="0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w="1905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6" name="Google Shape;756;p18"/>
          <p:cNvSpPr/>
          <p:nvPr/>
        </p:nvSpPr>
        <p:spPr>
          <a:xfrm>
            <a:off x="3519528" y="1132610"/>
            <a:ext cx="276197" cy="263724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18"/>
          <p:cNvSpPr/>
          <p:nvPr/>
        </p:nvSpPr>
        <p:spPr>
          <a:xfrm rot="2697373">
            <a:off x="5339641" y="2482775"/>
            <a:ext cx="419273" cy="400337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18"/>
          <p:cNvSpPr/>
          <p:nvPr/>
        </p:nvSpPr>
        <p:spPr>
          <a:xfrm>
            <a:off x="5671331" y="2254231"/>
            <a:ext cx="167923" cy="160411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18"/>
          <p:cNvSpPr/>
          <p:nvPr/>
        </p:nvSpPr>
        <p:spPr>
          <a:xfrm rot="1279953">
            <a:off x="3328170" y="1928089"/>
            <a:ext cx="167913" cy="160423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18"/>
          <p:cNvSpPr txBox="1">
            <a:spLocks noGrp="1"/>
          </p:cNvSpPr>
          <p:nvPr>
            <p:ph type="sldNum" idx="12"/>
          </p:nvPr>
        </p:nvSpPr>
        <p:spPr>
          <a:xfrm>
            <a:off x="4297650" y="4413799"/>
            <a:ext cx="548700" cy="72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7"/>
          <p:cNvSpPr txBox="1">
            <a:spLocks noGrp="1"/>
          </p:cNvSpPr>
          <p:nvPr>
            <p:ph type="title"/>
          </p:nvPr>
        </p:nvSpPr>
        <p:spPr>
          <a:xfrm>
            <a:off x="1241875" y="455000"/>
            <a:ext cx="66603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DFT is useful! I swear</a:t>
            </a:r>
            <a:endParaRPr dirty="0"/>
          </a:p>
        </p:txBody>
      </p:sp>
      <p:sp>
        <p:nvSpPr>
          <p:cNvPr id="740" name="Google Shape;740;p17"/>
          <p:cNvSpPr txBox="1">
            <a:spLocks noGrp="1"/>
          </p:cNvSpPr>
          <p:nvPr>
            <p:ph type="body" idx="1"/>
          </p:nvPr>
        </p:nvSpPr>
        <p:spPr>
          <a:xfrm>
            <a:off x="1623537" y="1533999"/>
            <a:ext cx="6065374" cy="160989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76200" lvl="0" indent="0" algn="l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If you’re studying nanomaterials/2D you might think characteristics like bandgap, absorption, and electronic stability are particularly important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>
          <a:extLst>
            <a:ext uri="{FF2B5EF4-FFF2-40B4-BE49-F238E27FC236}">
              <a16:creationId xmlns:a16="http://schemas.microsoft.com/office/drawing/2014/main" id="{6E0D070A-0E35-DF03-7915-38EDF373A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7">
            <a:extLst>
              <a:ext uri="{FF2B5EF4-FFF2-40B4-BE49-F238E27FC236}">
                <a16:creationId xmlns:a16="http://schemas.microsoft.com/office/drawing/2014/main" id="{37467595-9D4A-B2AF-218F-5BF4AFBF82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1875" y="455000"/>
            <a:ext cx="66603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DFT is useful! I swear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C31B7-5D28-7E5B-5323-CC70741F6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1875" y="1226112"/>
            <a:ext cx="4371746" cy="2691276"/>
          </a:xfrm>
        </p:spPr>
        <p:txBody>
          <a:bodyPr/>
          <a:lstStyle/>
          <a:p>
            <a:r>
              <a:rPr lang="en-US" dirty="0"/>
              <a:t>And DFT calculates the band structure of these complicated systems, revealing this information</a:t>
            </a:r>
          </a:p>
        </p:txBody>
      </p:sp>
      <p:pic>
        <p:nvPicPr>
          <p:cNvPr id="3074" name="Picture 2" descr="PIC">
            <a:extLst>
              <a:ext uri="{FF2B5EF4-FFF2-40B4-BE49-F238E27FC236}">
                <a16:creationId xmlns:a16="http://schemas.microsoft.com/office/drawing/2014/main" id="{8528BA71-8E3E-7BC7-CB0C-C25A45CE1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292" y="214186"/>
            <a:ext cx="2809681" cy="3602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2448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5">
          <a:extLst>
            <a:ext uri="{FF2B5EF4-FFF2-40B4-BE49-F238E27FC236}">
              <a16:creationId xmlns:a16="http://schemas.microsoft.com/office/drawing/2014/main" id="{091EEEF0-E9F3-7741-6467-A7260BDB9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18">
            <a:extLst>
              <a:ext uri="{FF2B5EF4-FFF2-40B4-BE49-F238E27FC236}">
                <a16:creationId xmlns:a16="http://schemas.microsoft.com/office/drawing/2014/main" id="{3B52D714-A317-191D-243E-F1F345C2F029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349858" y="0"/>
            <a:ext cx="2105848" cy="1164034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Overall:</a:t>
            </a:r>
            <a:endParaRPr sz="4800" dirty="0"/>
          </a:p>
        </p:txBody>
      </p:sp>
      <p:grpSp>
        <p:nvGrpSpPr>
          <p:cNvPr id="748" name="Google Shape;748;p18">
            <a:extLst>
              <a:ext uri="{FF2B5EF4-FFF2-40B4-BE49-F238E27FC236}">
                <a16:creationId xmlns:a16="http://schemas.microsoft.com/office/drawing/2014/main" id="{A1DFBEFA-F69E-77D7-3FE9-CFB733CFABE2}"/>
              </a:ext>
            </a:extLst>
          </p:cNvPr>
          <p:cNvGrpSpPr/>
          <p:nvPr/>
        </p:nvGrpSpPr>
        <p:grpSpPr>
          <a:xfrm>
            <a:off x="3942034" y="724589"/>
            <a:ext cx="1767035" cy="1767021"/>
            <a:chOff x="6643075" y="3664250"/>
            <a:chExt cx="407950" cy="407975"/>
          </a:xfrm>
        </p:grpSpPr>
        <p:sp>
          <p:nvSpPr>
            <p:cNvPr id="749" name="Google Shape;749;p18">
              <a:extLst>
                <a:ext uri="{FF2B5EF4-FFF2-40B4-BE49-F238E27FC236}">
                  <a16:creationId xmlns:a16="http://schemas.microsoft.com/office/drawing/2014/main" id="{E93F8212-0A01-8294-0F53-F32B3F7CD0F7}"/>
                </a:ext>
              </a:extLst>
            </p:cNvPr>
            <p:cNvSpPr/>
            <p:nvPr/>
          </p:nvSpPr>
          <p:spPr>
            <a:xfrm>
              <a:off x="6794075" y="3815250"/>
              <a:ext cx="211300" cy="211300"/>
            </a:xfrm>
            <a:custGeom>
              <a:avLst/>
              <a:gdLst/>
              <a:ahLst/>
              <a:cxnLst/>
              <a:rect l="l" t="t" r="r" b="b"/>
              <a:pathLst>
                <a:path w="8452" h="8452" fill="none" extrusionOk="0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8">
              <a:extLst>
                <a:ext uri="{FF2B5EF4-FFF2-40B4-BE49-F238E27FC236}">
                  <a16:creationId xmlns:a16="http://schemas.microsoft.com/office/drawing/2014/main" id="{1DBB333C-2DBA-99E4-CEFF-AF1633A1FAF9}"/>
                </a:ext>
              </a:extLst>
            </p:cNvPr>
            <p:cNvSpPr/>
            <p:nvPr/>
          </p:nvSpPr>
          <p:spPr>
            <a:xfrm>
              <a:off x="6643075" y="3664250"/>
              <a:ext cx="407950" cy="407975"/>
            </a:xfrm>
            <a:custGeom>
              <a:avLst/>
              <a:gdLst/>
              <a:ahLst/>
              <a:cxnLst/>
              <a:rect l="l" t="t" r="r" b="b"/>
              <a:pathLst>
                <a:path w="16318" h="16319" fill="none" extrusionOk="0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1" name="Google Shape;751;p18">
            <a:extLst>
              <a:ext uri="{FF2B5EF4-FFF2-40B4-BE49-F238E27FC236}">
                <a16:creationId xmlns:a16="http://schemas.microsoft.com/office/drawing/2014/main" id="{EA31F319-1FB8-6039-F54D-7F25B1A85F92}"/>
              </a:ext>
            </a:extLst>
          </p:cNvPr>
          <p:cNvGrpSpPr/>
          <p:nvPr/>
        </p:nvGrpSpPr>
        <p:grpSpPr>
          <a:xfrm rot="-587343">
            <a:off x="3838205" y="2721593"/>
            <a:ext cx="726473" cy="726432"/>
            <a:chOff x="576250" y="4319400"/>
            <a:chExt cx="442075" cy="442050"/>
          </a:xfrm>
        </p:grpSpPr>
        <p:sp>
          <p:nvSpPr>
            <p:cNvPr id="752" name="Google Shape;752;p18">
              <a:extLst>
                <a:ext uri="{FF2B5EF4-FFF2-40B4-BE49-F238E27FC236}">
                  <a16:creationId xmlns:a16="http://schemas.microsoft.com/office/drawing/2014/main" id="{9894A4D3-B75E-C910-4346-62A9CD01A64B}"/>
                </a:ext>
              </a:extLst>
            </p:cNvPr>
            <p:cNvSpPr/>
            <p:nvPr/>
          </p:nvSpPr>
          <p:spPr>
            <a:xfrm>
              <a:off x="576250" y="4319400"/>
              <a:ext cx="442075" cy="442050"/>
            </a:xfrm>
            <a:custGeom>
              <a:avLst/>
              <a:gdLst/>
              <a:ahLst/>
              <a:cxnLst/>
              <a:rect l="l" t="t" r="r" b="b"/>
              <a:pathLst>
                <a:path w="17683" h="17682" fill="none" extrusionOk="0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w="1905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8">
              <a:extLst>
                <a:ext uri="{FF2B5EF4-FFF2-40B4-BE49-F238E27FC236}">
                  <a16:creationId xmlns:a16="http://schemas.microsoft.com/office/drawing/2014/main" id="{CF8D74E6-AE2B-93DE-8F53-2B6B6F64B02B}"/>
                </a:ext>
              </a:extLst>
            </p:cNvPr>
            <p:cNvSpPr/>
            <p:nvPr/>
          </p:nvSpPr>
          <p:spPr>
            <a:xfrm>
              <a:off x="595725" y="4668875"/>
              <a:ext cx="73100" cy="73100"/>
            </a:xfrm>
            <a:custGeom>
              <a:avLst/>
              <a:gdLst/>
              <a:ahLst/>
              <a:cxnLst/>
              <a:rect l="l" t="t" r="r" b="b"/>
              <a:pathLst>
                <a:path w="2924" h="2924" fill="none" extrusionOk="0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w="1905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8">
              <a:extLst>
                <a:ext uri="{FF2B5EF4-FFF2-40B4-BE49-F238E27FC236}">
                  <a16:creationId xmlns:a16="http://schemas.microsoft.com/office/drawing/2014/main" id="{2038C977-CCDD-3F84-8DB8-E2B4D5B10BF3}"/>
                </a:ext>
              </a:extLst>
            </p:cNvPr>
            <p:cNvSpPr/>
            <p:nvPr/>
          </p:nvSpPr>
          <p:spPr>
            <a:xfrm>
              <a:off x="652350" y="4711500"/>
              <a:ext cx="46925" cy="46925"/>
            </a:xfrm>
            <a:custGeom>
              <a:avLst/>
              <a:gdLst/>
              <a:ahLst/>
              <a:cxnLst/>
              <a:rect l="l" t="t" r="r" b="b"/>
              <a:pathLst>
                <a:path w="1877" h="1877" fill="none" extrusionOk="0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w="1905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8">
              <a:extLst>
                <a:ext uri="{FF2B5EF4-FFF2-40B4-BE49-F238E27FC236}">
                  <a16:creationId xmlns:a16="http://schemas.microsoft.com/office/drawing/2014/main" id="{19117335-1D3F-16D1-7575-40DAC0F6C3C2}"/>
                </a:ext>
              </a:extLst>
            </p:cNvPr>
            <p:cNvSpPr/>
            <p:nvPr/>
          </p:nvSpPr>
          <p:spPr>
            <a:xfrm>
              <a:off x="579300" y="4638450"/>
              <a:ext cx="46900" cy="46900"/>
            </a:xfrm>
            <a:custGeom>
              <a:avLst/>
              <a:gdLst/>
              <a:ahLst/>
              <a:cxnLst/>
              <a:rect l="l" t="t" r="r" b="b"/>
              <a:pathLst>
                <a:path w="1876" h="1876" fill="none" extrusionOk="0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w="1905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6" name="Google Shape;756;p18">
            <a:extLst>
              <a:ext uri="{FF2B5EF4-FFF2-40B4-BE49-F238E27FC236}">
                <a16:creationId xmlns:a16="http://schemas.microsoft.com/office/drawing/2014/main" id="{953A0E3A-8F0A-40D1-227A-AAD77992EDD7}"/>
              </a:ext>
            </a:extLst>
          </p:cNvPr>
          <p:cNvSpPr/>
          <p:nvPr/>
        </p:nvSpPr>
        <p:spPr>
          <a:xfrm>
            <a:off x="3519528" y="1132610"/>
            <a:ext cx="276197" cy="263724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18">
            <a:extLst>
              <a:ext uri="{FF2B5EF4-FFF2-40B4-BE49-F238E27FC236}">
                <a16:creationId xmlns:a16="http://schemas.microsoft.com/office/drawing/2014/main" id="{F85E7A8B-7F30-58DB-4A20-E665A50D5A66}"/>
              </a:ext>
            </a:extLst>
          </p:cNvPr>
          <p:cNvSpPr/>
          <p:nvPr/>
        </p:nvSpPr>
        <p:spPr>
          <a:xfrm rot="2697373">
            <a:off x="5339641" y="2482775"/>
            <a:ext cx="419273" cy="400337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18">
            <a:extLst>
              <a:ext uri="{FF2B5EF4-FFF2-40B4-BE49-F238E27FC236}">
                <a16:creationId xmlns:a16="http://schemas.microsoft.com/office/drawing/2014/main" id="{D57966AA-8471-4FA9-CEFC-19C6DD55A2C0}"/>
              </a:ext>
            </a:extLst>
          </p:cNvPr>
          <p:cNvSpPr/>
          <p:nvPr/>
        </p:nvSpPr>
        <p:spPr>
          <a:xfrm>
            <a:off x="5671331" y="2254231"/>
            <a:ext cx="167923" cy="160411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18">
            <a:extLst>
              <a:ext uri="{FF2B5EF4-FFF2-40B4-BE49-F238E27FC236}">
                <a16:creationId xmlns:a16="http://schemas.microsoft.com/office/drawing/2014/main" id="{FB722FC6-6460-0532-4F5C-B90837F36C31}"/>
              </a:ext>
            </a:extLst>
          </p:cNvPr>
          <p:cNvSpPr/>
          <p:nvPr/>
        </p:nvSpPr>
        <p:spPr>
          <a:xfrm rot="1279953">
            <a:off x="3328170" y="1928089"/>
            <a:ext cx="167913" cy="160423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18">
            <a:extLst>
              <a:ext uri="{FF2B5EF4-FFF2-40B4-BE49-F238E27FC236}">
                <a16:creationId xmlns:a16="http://schemas.microsoft.com/office/drawing/2014/main" id="{1AFC798E-74FC-C316-D6A6-9B4EA7756D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413799"/>
            <a:ext cx="548700" cy="72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C6D597-C155-ABAD-7C19-745644F7CD8F}"/>
              </a:ext>
            </a:extLst>
          </p:cNvPr>
          <p:cNvSpPr txBox="1"/>
          <p:nvPr/>
        </p:nvSpPr>
        <p:spPr>
          <a:xfrm>
            <a:off x="245601" y="1317288"/>
            <a:ext cx="301862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tamaran Thin"/>
                <a:cs typeface="Catamaran Thin"/>
                <a:sym typeface="Catamaran Thin"/>
              </a:rPr>
              <a:t>Using an iterative program, estimations for the electron density functional can be used to calculate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FE3BD2-7D5E-53D0-B5A8-593B68D07277}"/>
              </a:ext>
            </a:extLst>
          </p:cNvPr>
          <p:cNvSpPr txBox="1"/>
          <p:nvPr/>
        </p:nvSpPr>
        <p:spPr>
          <a:xfrm>
            <a:off x="6059044" y="1038804"/>
            <a:ext cx="30186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FFFF"/>
                </a:solidFill>
                <a:latin typeface="Catamaran Thin"/>
                <a:cs typeface="Catamaran Thin"/>
                <a:sym typeface="Catamaran Thin"/>
              </a:rPr>
              <a:t>the band structure for N particle (large) systems, revealing atomic scale properties of the material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6101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>
          <a:extLst>
            <a:ext uri="{FF2B5EF4-FFF2-40B4-BE49-F238E27FC236}">
              <a16:creationId xmlns:a16="http://schemas.microsoft.com/office/drawing/2014/main" id="{A90FFF05-D227-9EDE-C37A-FF9133A7E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5">
            <a:extLst>
              <a:ext uri="{FF2B5EF4-FFF2-40B4-BE49-F238E27FC236}">
                <a16:creationId xmlns:a16="http://schemas.microsoft.com/office/drawing/2014/main" id="{CA0D0DB6-86D8-7329-E7FD-B5028E768CB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55300" y="1114800"/>
            <a:ext cx="7433400" cy="1018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Questions?</a:t>
            </a:r>
            <a:endParaRPr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288409"/>
      </p:ext>
    </p:extLst>
  </p:cSld>
  <p:clrMapOvr>
    <a:masterClrMapping/>
  </p:clrMapOvr>
</p:sld>
</file>

<file path=ppt/theme/theme1.xml><?xml version="1.0" encoding="utf-8"?>
<a:theme xmlns:a="http://schemas.openxmlformats.org/drawingml/2006/main" name="Hubert template">
  <a:themeElements>
    <a:clrScheme name="Custom 347">
      <a:dk1>
        <a:srgbClr val="FFFFFF"/>
      </a:dk1>
      <a:lt1>
        <a:srgbClr val="04152C"/>
      </a:lt1>
      <a:dk2>
        <a:srgbClr val="CAD3E2"/>
      </a:dk2>
      <a:lt2>
        <a:srgbClr val="4C5E81"/>
      </a:lt2>
      <a:accent1>
        <a:srgbClr val="8097FF"/>
      </a:accent1>
      <a:accent2>
        <a:srgbClr val="3BE5CC"/>
      </a:accent2>
      <a:accent3>
        <a:srgbClr val="FFC229"/>
      </a:accent3>
      <a:accent4>
        <a:srgbClr val="FF826C"/>
      </a:accent4>
      <a:accent5>
        <a:srgbClr val="A54FA5"/>
      </a:accent5>
      <a:accent6>
        <a:srgbClr val="F00286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553</Words>
  <Application>Microsoft Macintosh PowerPoint</Application>
  <PresentationFormat>On-screen Show (16:9)</PresentationFormat>
  <Paragraphs>69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Cambria Math</vt:lpstr>
      <vt:lpstr>Catamaran</vt:lpstr>
      <vt:lpstr>Calibri</vt:lpstr>
      <vt:lpstr>Catamaran Thin</vt:lpstr>
      <vt:lpstr>Hubert template</vt:lpstr>
      <vt:lpstr>Density Functional Theory</vt:lpstr>
      <vt:lpstr>1. What is Density Functional Theory?</vt:lpstr>
      <vt:lpstr>We first take the (time-dependent) Schrödinger equation….</vt:lpstr>
      <vt:lpstr>We first take the (time-dependent) Schrödinger equation….</vt:lpstr>
      <vt:lpstr>We first take the (time-dependent) Schrödinger equation….</vt:lpstr>
      <vt:lpstr>We first take the (time-dependent) Schrödinger equation….</vt:lpstr>
      <vt:lpstr>We first take the (time-dependent) Schrödinger equation….</vt:lpstr>
      <vt:lpstr>So these two guys</vt:lpstr>
      <vt:lpstr>And these two guys</vt:lpstr>
      <vt:lpstr>And they pretty much figured it out</vt:lpstr>
      <vt:lpstr>1. But How Does this Relate to Computation?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 then what?</vt:lpstr>
      <vt:lpstr>DFT is useful! I swear</vt:lpstr>
      <vt:lpstr>DFT is useful! I swear</vt:lpstr>
      <vt:lpstr>Overall:</vt:lpstr>
      <vt:lpstr>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Emily Aitken</cp:lastModifiedBy>
  <cp:revision>3</cp:revision>
  <dcterms:modified xsi:type="dcterms:W3CDTF">2026-02-23T01:22:55Z</dcterms:modified>
</cp:coreProperties>
</file>