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97f181c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97f181c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94aafd6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94aafd6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94aafd6b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94aafd6b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94aafd6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94aafd6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4aafd6b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94aafd6b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94aafd6b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94aafd6b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7f181c0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97f181c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 Image Reconstruction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641" y="1125575"/>
            <a:ext cx="4474660" cy="25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25575"/>
            <a:ext cx="3666779" cy="2516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T imaging - Radiology Caf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509" y="2387450"/>
            <a:ext cx="4206941" cy="259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edding Light on Nuclear Radiation Episode 4: Beta-Plus Decay - LIACOS  EDUCATIONAL MEDIA" id="66" name="Google Shape;66;p15"/>
          <p:cNvPicPr preferRelativeResize="0"/>
          <p:nvPr/>
        </p:nvPicPr>
        <p:blipFill rotWithShape="1">
          <a:blip r:embed="rId4">
            <a:alphaModFix/>
          </a:blip>
          <a:srcRect b="18699" l="0" r="0" t="0"/>
          <a:stretch/>
        </p:blipFill>
        <p:spPr>
          <a:xfrm>
            <a:off x="159738" y="158273"/>
            <a:ext cx="5256325" cy="21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sics of PET Scanning | Radiology Key"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425" y="184375"/>
            <a:ext cx="5539150" cy="477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600" y="40875"/>
            <a:ext cx="5046799" cy="50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54425"/>
            <a:ext cx="8839204" cy="2050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don transform - Wikipedia" id="82" name="Google Shape;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518" y="214733"/>
            <a:ext cx="4192375" cy="37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86137"/>
            <a:ext cx="8839201" cy="185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950" y="152400"/>
            <a:ext cx="2476532" cy="278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388"/>
            <a:ext cx="2572157" cy="278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6207" y="573975"/>
            <a:ext cx="3531594" cy="235974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4133673" y="152475"/>
            <a:ext cx="2376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Sinogram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