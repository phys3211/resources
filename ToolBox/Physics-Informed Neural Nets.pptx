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IBM Plex Sans"/>
      <p:regular r:id="rId15"/>
      <p:bold r:id="rId16"/>
      <p:italic r:id="rId17"/>
      <p:boldItalic r:id="rId18"/>
    </p:embeddedFont>
    <p:embeddedFont>
      <p:font typeface="Sora SemiBold"/>
      <p:regular r:id="rId19"/>
      <p:bold r:id="rId20"/>
    </p:embeddedFont>
    <p:embeddedFont>
      <p:font typeface="IBM Plex Sans Medium"/>
      <p:regular r:id="rId21"/>
      <p:bold r:id="rId22"/>
      <p:italic r:id="rId23"/>
      <p:boldItalic r:id="rId24"/>
    </p:embeddedFont>
    <p:embeddedFont>
      <p:font typeface="Sora Light"/>
      <p:regular r:id="rId25"/>
      <p:bold r:id="rId26"/>
    </p:embeddedFont>
    <p:embeddedFont>
      <p:font typeface="Sora ExtraLight"/>
      <p:regular r:id="rId27"/>
      <p:bold r:id="rId28"/>
    </p:embeddedFont>
    <p:embeddedFont>
      <p:font typeface="Sora"/>
      <p:regular r:id="rId29"/>
      <p:bold r:id="rId30"/>
    </p:embeddedFont>
    <p:embeddedFont>
      <p:font typeface="Sora Medium"/>
      <p:regular r:id="rId31"/>
      <p:bold r:id="rId32"/>
    </p:embeddedFont>
    <p:embeddedFont>
      <p:font typeface="IBM Plex Sans SemiBold"/>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SoraMedium-regular.fntdata"/><Relationship Id="rId30" Type="http://schemas.openxmlformats.org/officeDocument/2006/relationships/font" Target="fonts/Sora-bold.fntdata"/><Relationship Id="rId33" Type="http://schemas.openxmlformats.org/officeDocument/2006/relationships/font" Target="fonts/IBMPlexSansSemiBold-regular.fntdata"/><Relationship Id="rId32" Type="http://schemas.openxmlformats.org/officeDocument/2006/relationships/font" Target="fonts/SoraMedium-bold.fntdata"/><Relationship Id="rId35" Type="http://schemas.openxmlformats.org/officeDocument/2006/relationships/font" Target="fonts/IBMPlexSansSemiBold-italic.fntdata"/><Relationship Id="rId34" Type="http://schemas.openxmlformats.org/officeDocument/2006/relationships/font" Target="fonts/IBMPlexSansSemiBold-bold.fntdata"/><Relationship Id="rId36" Type="http://schemas.openxmlformats.org/officeDocument/2006/relationships/font" Target="fonts/IBMPlexSansSemiBold-boldItalic.fntdata"/><Relationship Id="rId20" Type="http://schemas.openxmlformats.org/officeDocument/2006/relationships/font" Target="fonts/SoraSemiBold-bold.fntdata"/><Relationship Id="rId22" Type="http://schemas.openxmlformats.org/officeDocument/2006/relationships/font" Target="fonts/IBMPlexSansMedium-bold.fntdata"/><Relationship Id="rId21" Type="http://schemas.openxmlformats.org/officeDocument/2006/relationships/font" Target="fonts/IBMPlexSansMedium-regular.fntdata"/><Relationship Id="rId24" Type="http://schemas.openxmlformats.org/officeDocument/2006/relationships/font" Target="fonts/IBMPlexSansMedium-boldItalic.fntdata"/><Relationship Id="rId23" Type="http://schemas.openxmlformats.org/officeDocument/2006/relationships/font" Target="fonts/IBMPlexSansMedium-italic.fntdata"/><Relationship Id="rId26" Type="http://schemas.openxmlformats.org/officeDocument/2006/relationships/font" Target="fonts/SoraLight-bold.fntdata"/><Relationship Id="rId25" Type="http://schemas.openxmlformats.org/officeDocument/2006/relationships/font" Target="fonts/SoraLight-regular.fntdata"/><Relationship Id="rId28" Type="http://schemas.openxmlformats.org/officeDocument/2006/relationships/font" Target="fonts/SoraExtraLight-bold.fntdata"/><Relationship Id="rId27" Type="http://schemas.openxmlformats.org/officeDocument/2006/relationships/font" Target="fonts/SoraExtraLight-regular.fntdata"/><Relationship Id="rId29" Type="http://schemas.openxmlformats.org/officeDocument/2006/relationships/font" Target="fonts/Sora-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IBMPlexSans-regular.fntdata"/><Relationship Id="rId14" Type="http://schemas.openxmlformats.org/officeDocument/2006/relationships/slide" Target="slides/slide9.xml"/><Relationship Id="rId17" Type="http://schemas.openxmlformats.org/officeDocument/2006/relationships/font" Target="fonts/IBMPlexSans-italic.fntdata"/><Relationship Id="rId16" Type="http://schemas.openxmlformats.org/officeDocument/2006/relationships/font" Target="fonts/IBMPlexSans-bold.fntdata"/><Relationship Id="rId19" Type="http://schemas.openxmlformats.org/officeDocument/2006/relationships/font" Target="fonts/SoraSemiBold-regular.fntdata"/><Relationship Id="rId18" Type="http://schemas.openxmlformats.org/officeDocument/2006/relationships/font" Target="fonts/IBMPlex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ca8c37749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3ca8c3774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ca8c37749f_0_1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3ca8c37749f_0_1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3ca8c37749f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1" name="Google Shape;901;g3ca8c37749f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3ca8c37749f_0_1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1" name="Google Shape;911;g3ca8c37749f_0_1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ca8c37749f_0_1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3ca8c37749f_0_1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3ca8c37749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2" name="Google Shape;932;g3ca8c37749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ca8c37749f_0_1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0" name="Google Shape;940;g3ca8c37749f_0_1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ca8c37749f_0_1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1" name="Google Shape;951;g3ca8c37749f_0_1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3ca8c37749f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3ca8c37749f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1" name="Google Shape;11;p2"/>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 name="Google Shape;12;p2"/>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3" name="Google Shape;13;p2"/>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14" name="Google Shape;14;p2"/>
          <p:cNvGrpSpPr/>
          <p:nvPr/>
        </p:nvGrpSpPr>
        <p:grpSpPr>
          <a:xfrm flipH="1" rot="10800000">
            <a:off x="4395238" y="-11"/>
            <a:ext cx="4748757" cy="2797859"/>
            <a:chOff x="3200875" y="1642950"/>
            <a:chExt cx="5970275" cy="3517550"/>
          </a:xfrm>
        </p:grpSpPr>
        <p:sp>
          <p:nvSpPr>
            <p:cNvPr id="15" name="Google Shape;15;p2"/>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16" name="Google Shape;16;p2"/>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17" name="Google Shape;17;p2"/>
          <p:cNvGrpSpPr/>
          <p:nvPr/>
        </p:nvGrpSpPr>
        <p:grpSpPr>
          <a:xfrm flipH="1">
            <a:off x="6309311" y="2793726"/>
            <a:ext cx="2834695" cy="1890116"/>
            <a:chOff x="312900" y="2793625"/>
            <a:chExt cx="2221200" cy="1481050"/>
          </a:xfrm>
        </p:grpSpPr>
        <p:grpSp>
          <p:nvGrpSpPr>
            <p:cNvPr id="18" name="Google Shape;18;p2"/>
            <p:cNvGrpSpPr/>
            <p:nvPr/>
          </p:nvGrpSpPr>
          <p:grpSpPr>
            <a:xfrm>
              <a:off x="312900" y="2793625"/>
              <a:ext cx="1851000" cy="1481050"/>
              <a:chOff x="461225" y="3249175"/>
              <a:chExt cx="1851000" cy="1481050"/>
            </a:xfrm>
          </p:grpSpPr>
          <p:grpSp>
            <p:nvGrpSpPr>
              <p:cNvPr id="19" name="Google Shape;19;p2"/>
              <p:cNvGrpSpPr/>
              <p:nvPr/>
            </p:nvGrpSpPr>
            <p:grpSpPr>
              <a:xfrm>
                <a:off x="461225" y="3249175"/>
                <a:ext cx="1851000" cy="370200"/>
                <a:chOff x="461225" y="3249175"/>
                <a:chExt cx="1851000" cy="370200"/>
              </a:xfrm>
            </p:grpSpPr>
            <p:sp>
              <p:nvSpPr>
                <p:cNvPr id="20" name="Google Shape;20;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 name="Google Shape;21;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 name="Google Shape;2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 name="Google Shape;23;p2"/>
              <p:cNvGrpSpPr/>
              <p:nvPr/>
            </p:nvGrpSpPr>
            <p:grpSpPr>
              <a:xfrm>
                <a:off x="461225" y="3619500"/>
                <a:ext cx="1480800" cy="370200"/>
                <a:chOff x="461225" y="3249175"/>
                <a:chExt cx="1480800" cy="370200"/>
              </a:xfrm>
            </p:grpSpPr>
            <p:sp>
              <p:nvSpPr>
                <p:cNvPr id="24" name="Google Shape;2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 name="Google Shape;25;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 name="Google Shape;26;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 name="Google Shape;27;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8" name="Google Shape;28;p2"/>
              <p:cNvGrpSpPr/>
              <p:nvPr/>
            </p:nvGrpSpPr>
            <p:grpSpPr>
              <a:xfrm>
                <a:off x="461225" y="3989700"/>
                <a:ext cx="1851000" cy="370200"/>
                <a:chOff x="461225" y="3249175"/>
                <a:chExt cx="1851000" cy="370200"/>
              </a:xfrm>
            </p:grpSpPr>
            <p:sp>
              <p:nvSpPr>
                <p:cNvPr id="29" name="Google Shape;29;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 name="Google Shape;30;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 name="Google Shape;31;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 name="Google Shape;3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3" name="Google Shape;33;p2"/>
              <p:cNvGrpSpPr/>
              <p:nvPr/>
            </p:nvGrpSpPr>
            <p:grpSpPr>
              <a:xfrm>
                <a:off x="461225" y="4360025"/>
                <a:ext cx="1480800" cy="370200"/>
                <a:chOff x="461225" y="3249175"/>
                <a:chExt cx="1480800" cy="370200"/>
              </a:xfrm>
            </p:grpSpPr>
            <p:sp>
              <p:nvSpPr>
                <p:cNvPr id="34" name="Google Shape;3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 name="Google Shape;35;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6" name="Google Shape;36;p2"/>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37" name="Google Shape;37;p2"/>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38" name="Shape 38"/>
        <p:cNvGrpSpPr/>
        <p:nvPr/>
      </p:nvGrpSpPr>
      <p:grpSpPr>
        <a:xfrm>
          <a:off x="0" y="0"/>
          <a:ext cx="0" cy="0"/>
          <a:chOff x="0" y="0"/>
          <a:chExt cx="0" cy="0"/>
        </a:xfrm>
      </p:grpSpPr>
      <p:grpSp>
        <p:nvGrpSpPr>
          <p:cNvPr id="39" name="Google Shape;39;p3"/>
          <p:cNvGrpSpPr/>
          <p:nvPr/>
        </p:nvGrpSpPr>
        <p:grpSpPr>
          <a:xfrm flipH="1">
            <a:off x="6169505" y="2816179"/>
            <a:ext cx="2979740" cy="1986829"/>
            <a:chOff x="312900" y="2793625"/>
            <a:chExt cx="2221200" cy="1481050"/>
          </a:xfrm>
        </p:grpSpPr>
        <p:grpSp>
          <p:nvGrpSpPr>
            <p:cNvPr id="40" name="Google Shape;40;p3"/>
            <p:cNvGrpSpPr/>
            <p:nvPr/>
          </p:nvGrpSpPr>
          <p:grpSpPr>
            <a:xfrm>
              <a:off x="312900" y="2793625"/>
              <a:ext cx="1851000" cy="1481050"/>
              <a:chOff x="461225" y="3249175"/>
              <a:chExt cx="1851000" cy="1481050"/>
            </a:xfrm>
          </p:grpSpPr>
          <p:grpSp>
            <p:nvGrpSpPr>
              <p:cNvPr id="41" name="Google Shape;41;p3"/>
              <p:cNvGrpSpPr/>
              <p:nvPr/>
            </p:nvGrpSpPr>
            <p:grpSpPr>
              <a:xfrm>
                <a:off x="461225" y="3249175"/>
                <a:ext cx="1851000" cy="370200"/>
                <a:chOff x="461225" y="3249175"/>
                <a:chExt cx="1851000" cy="370200"/>
              </a:xfrm>
            </p:grpSpPr>
            <p:sp>
              <p:nvSpPr>
                <p:cNvPr id="42" name="Google Shape;42;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 name="Google Shape;43;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 name="Google Shape;44;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 name="Google Shape;45;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 name="Google Shape;46;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 name="Google Shape;47;p3"/>
              <p:cNvGrpSpPr/>
              <p:nvPr/>
            </p:nvGrpSpPr>
            <p:grpSpPr>
              <a:xfrm>
                <a:off x="461225" y="3619500"/>
                <a:ext cx="1851000" cy="370200"/>
                <a:chOff x="461225" y="3249175"/>
                <a:chExt cx="1851000" cy="370200"/>
              </a:xfrm>
            </p:grpSpPr>
            <p:sp>
              <p:nvSpPr>
                <p:cNvPr id="48" name="Google Shape;48;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 name="Google Shape;49;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 name="Google Shape;50;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 name="Google Shape;51;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 name="Google Shape;52;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 name="Google Shape;53;p3"/>
              <p:cNvGrpSpPr/>
              <p:nvPr/>
            </p:nvGrpSpPr>
            <p:grpSpPr>
              <a:xfrm>
                <a:off x="461225" y="3989700"/>
                <a:ext cx="1851000" cy="370200"/>
                <a:chOff x="461225" y="3249175"/>
                <a:chExt cx="1851000" cy="370200"/>
              </a:xfrm>
            </p:grpSpPr>
            <p:sp>
              <p:nvSpPr>
                <p:cNvPr id="54" name="Google Shape;54;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 name="Google Shape;55;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 name="Google Shape;56;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 name="Google Shape;58;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9" name="Google Shape;59;p3"/>
              <p:cNvGrpSpPr/>
              <p:nvPr/>
            </p:nvGrpSpPr>
            <p:grpSpPr>
              <a:xfrm>
                <a:off x="461225" y="4360025"/>
                <a:ext cx="1851000" cy="370200"/>
                <a:chOff x="461225" y="3249175"/>
                <a:chExt cx="1851000" cy="370200"/>
              </a:xfrm>
            </p:grpSpPr>
            <p:sp>
              <p:nvSpPr>
                <p:cNvPr id="60" name="Google Shape;60;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 name="Google Shape;61;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 name="Google Shape;62;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 name="Google Shape;63;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4" name="Google Shape;64;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5" name="Google Shape;65;p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 name="Google Shape;66;p3"/>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7" name="Google Shape;67;p3"/>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 name="Google Shape;68;p3"/>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 name="Google Shape;69;p3"/>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3"/>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1" name="Google Shape;71;p3"/>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72" name="Google Shape;72;p3"/>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73" name="Google Shape;73;p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74" name="Shape 74"/>
        <p:cNvGrpSpPr/>
        <p:nvPr/>
      </p:nvGrpSpPr>
      <p:grpSpPr>
        <a:xfrm>
          <a:off x="0" y="0"/>
          <a:ext cx="0" cy="0"/>
          <a:chOff x="0" y="0"/>
          <a:chExt cx="0" cy="0"/>
        </a:xfrm>
      </p:grpSpPr>
      <p:grpSp>
        <p:nvGrpSpPr>
          <p:cNvPr id="75" name="Google Shape;75;p4"/>
          <p:cNvGrpSpPr/>
          <p:nvPr/>
        </p:nvGrpSpPr>
        <p:grpSpPr>
          <a:xfrm flipH="1">
            <a:off x="6169505" y="228779"/>
            <a:ext cx="2979740" cy="1986829"/>
            <a:chOff x="312900" y="2793625"/>
            <a:chExt cx="2221200" cy="1481050"/>
          </a:xfrm>
        </p:grpSpPr>
        <p:grpSp>
          <p:nvGrpSpPr>
            <p:cNvPr id="76" name="Google Shape;76;p4"/>
            <p:cNvGrpSpPr/>
            <p:nvPr/>
          </p:nvGrpSpPr>
          <p:grpSpPr>
            <a:xfrm>
              <a:off x="312900" y="2793625"/>
              <a:ext cx="1851000" cy="1481050"/>
              <a:chOff x="461225" y="3249175"/>
              <a:chExt cx="1851000" cy="1481050"/>
            </a:xfrm>
          </p:grpSpPr>
          <p:grpSp>
            <p:nvGrpSpPr>
              <p:cNvPr id="77" name="Google Shape;77;p4"/>
              <p:cNvGrpSpPr/>
              <p:nvPr/>
            </p:nvGrpSpPr>
            <p:grpSpPr>
              <a:xfrm>
                <a:off x="461225" y="3249175"/>
                <a:ext cx="1851000" cy="370200"/>
                <a:chOff x="461225" y="3249175"/>
                <a:chExt cx="1851000" cy="370200"/>
              </a:xfrm>
            </p:grpSpPr>
            <p:sp>
              <p:nvSpPr>
                <p:cNvPr id="78" name="Google Shape;78;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 name="Google Shape;79;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 name="Google Shape;81;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 name="Google Shape;82;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3" name="Google Shape;83;p4"/>
              <p:cNvGrpSpPr/>
              <p:nvPr/>
            </p:nvGrpSpPr>
            <p:grpSpPr>
              <a:xfrm>
                <a:off x="461225" y="3619500"/>
                <a:ext cx="1851000" cy="370200"/>
                <a:chOff x="461225" y="3249175"/>
                <a:chExt cx="1851000" cy="370200"/>
              </a:xfrm>
            </p:grpSpPr>
            <p:sp>
              <p:nvSpPr>
                <p:cNvPr id="84" name="Google Shape;84;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 name="Google Shape;85;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6" name="Google Shape;86;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7" name="Google Shape;87;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9" name="Google Shape;89;p4"/>
              <p:cNvGrpSpPr/>
              <p:nvPr/>
            </p:nvGrpSpPr>
            <p:grpSpPr>
              <a:xfrm>
                <a:off x="461225" y="3989700"/>
                <a:ext cx="1851000" cy="370200"/>
                <a:chOff x="461225" y="3249175"/>
                <a:chExt cx="1851000" cy="370200"/>
              </a:xfrm>
            </p:grpSpPr>
            <p:sp>
              <p:nvSpPr>
                <p:cNvPr id="90" name="Google Shape;90;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2" name="Google Shape;92;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3" name="Google Shape;93;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5" name="Google Shape;95;p4"/>
              <p:cNvGrpSpPr/>
              <p:nvPr/>
            </p:nvGrpSpPr>
            <p:grpSpPr>
              <a:xfrm>
                <a:off x="461225" y="4360025"/>
                <a:ext cx="1851000" cy="370200"/>
                <a:chOff x="461225" y="3249175"/>
                <a:chExt cx="1851000" cy="370200"/>
              </a:xfrm>
            </p:grpSpPr>
            <p:sp>
              <p:nvSpPr>
                <p:cNvPr id="96" name="Google Shape;96;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 name="Google Shape;98;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 name="Google Shape;99;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01" name="Google Shape;101;p4"/>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02" name="Google Shape;102;p4"/>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03" name="Google Shape;103;p4"/>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 name="Google Shape;104;p4"/>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 name="Google Shape;105;p4"/>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4"/>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07" name="Google Shape;107;p4"/>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08" name="Google Shape;108;p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09" name="Shape 109"/>
        <p:cNvGrpSpPr/>
        <p:nvPr/>
      </p:nvGrpSpPr>
      <p:grpSpPr>
        <a:xfrm>
          <a:off x="0" y="0"/>
          <a:ext cx="0" cy="0"/>
          <a:chOff x="0" y="0"/>
          <a:chExt cx="0" cy="0"/>
        </a:xfrm>
      </p:grpSpPr>
      <p:grpSp>
        <p:nvGrpSpPr>
          <p:cNvPr id="110" name="Google Shape;110;p5"/>
          <p:cNvGrpSpPr/>
          <p:nvPr/>
        </p:nvGrpSpPr>
        <p:grpSpPr>
          <a:xfrm>
            <a:off x="228600" y="2793625"/>
            <a:ext cx="2221200" cy="1481050"/>
            <a:chOff x="312900" y="2793625"/>
            <a:chExt cx="2221200" cy="1481050"/>
          </a:xfrm>
        </p:grpSpPr>
        <p:grpSp>
          <p:nvGrpSpPr>
            <p:cNvPr id="111" name="Google Shape;111;p5"/>
            <p:cNvGrpSpPr/>
            <p:nvPr/>
          </p:nvGrpSpPr>
          <p:grpSpPr>
            <a:xfrm>
              <a:off x="312900" y="2793625"/>
              <a:ext cx="1851000" cy="1481050"/>
              <a:chOff x="461225" y="3249175"/>
              <a:chExt cx="1851000" cy="1481050"/>
            </a:xfrm>
          </p:grpSpPr>
          <p:grpSp>
            <p:nvGrpSpPr>
              <p:cNvPr id="112" name="Google Shape;112;p5"/>
              <p:cNvGrpSpPr/>
              <p:nvPr/>
            </p:nvGrpSpPr>
            <p:grpSpPr>
              <a:xfrm>
                <a:off x="461225" y="3249175"/>
                <a:ext cx="1851000" cy="370200"/>
                <a:chOff x="461225" y="3249175"/>
                <a:chExt cx="1851000" cy="370200"/>
              </a:xfrm>
            </p:grpSpPr>
            <p:sp>
              <p:nvSpPr>
                <p:cNvPr id="113" name="Google Shape;113;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6" name="Google Shape;116;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7" name="Google Shape;117;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18" name="Google Shape;118;p5"/>
              <p:cNvGrpSpPr/>
              <p:nvPr/>
            </p:nvGrpSpPr>
            <p:grpSpPr>
              <a:xfrm>
                <a:off x="461225" y="3619500"/>
                <a:ext cx="1851000" cy="370200"/>
                <a:chOff x="461225" y="3249175"/>
                <a:chExt cx="1851000" cy="370200"/>
              </a:xfrm>
            </p:grpSpPr>
            <p:sp>
              <p:nvSpPr>
                <p:cNvPr id="119" name="Google Shape;11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0" name="Google Shape;12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1" name="Google Shape;12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2" name="Google Shape;12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3" name="Google Shape;123;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4" name="Google Shape;124;p5"/>
              <p:cNvGrpSpPr/>
              <p:nvPr/>
            </p:nvGrpSpPr>
            <p:grpSpPr>
              <a:xfrm>
                <a:off x="461225" y="3989700"/>
                <a:ext cx="1851000" cy="370200"/>
                <a:chOff x="461225" y="3249175"/>
                <a:chExt cx="1851000" cy="370200"/>
              </a:xfrm>
            </p:grpSpPr>
            <p:sp>
              <p:nvSpPr>
                <p:cNvPr id="125" name="Google Shape;125;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8" name="Google Shape;128;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9" name="Google Shape;129;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0" name="Google Shape;130;p5"/>
              <p:cNvGrpSpPr/>
              <p:nvPr/>
            </p:nvGrpSpPr>
            <p:grpSpPr>
              <a:xfrm>
                <a:off x="461225" y="4360025"/>
                <a:ext cx="1851000" cy="370200"/>
                <a:chOff x="461225" y="3249175"/>
                <a:chExt cx="1851000" cy="370200"/>
              </a:xfrm>
            </p:grpSpPr>
            <p:sp>
              <p:nvSpPr>
                <p:cNvPr id="131" name="Google Shape;131;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4" name="Google Shape;134;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5" name="Google Shape;135;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36" name="Google Shape;136;p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7" name="Google Shape;137;p5"/>
          <p:cNvGrpSpPr/>
          <p:nvPr/>
        </p:nvGrpSpPr>
        <p:grpSpPr>
          <a:xfrm>
            <a:off x="7663200" y="-725"/>
            <a:ext cx="1480800" cy="1396025"/>
            <a:chOff x="461225" y="3334200"/>
            <a:chExt cx="1480800" cy="1396025"/>
          </a:xfrm>
        </p:grpSpPr>
        <p:grpSp>
          <p:nvGrpSpPr>
            <p:cNvPr id="138" name="Google Shape;138;p5"/>
            <p:cNvGrpSpPr/>
            <p:nvPr/>
          </p:nvGrpSpPr>
          <p:grpSpPr>
            <a:xfrm>
              <a:off x="461225" y="3334200"/>
              <a:ext cx="1480800" cy="285300"/>
              <a:chOff x="461225" y="3334200"/>
              <a:chExt cx="1480800" cy="285300"/>
            </a:xfrm>
          </p:grpSpPr>
          <p:sp>
            <p:nvSpPr>
              <p:cNvPr id="139" name="Google Shape;139;p5"/>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0" name="Google Shape;140;p5"/>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1" name="Google Shape;141;p5"/>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5"/>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3" name="Google Shape;143;p5"/>
            <p:cNvGrpSpPr/>
            <p:nvPr/>
          </p:nvGrpSpPr>
          <p:grpSpPr>
            <a:xfrm>
              <a:off x="461225" y="3619500"/>
              <a:ext cx="1480800" cy="370200"/>
              <a:chOff x="461225" y="3249175"/>
              <a:chExt cx="1480800" cy="370200"/>
            </a:xfrm>
          </p:grpSpPr>
          <p:sp>
            <p:nvSpPr>
              <p:cNvPr id="144" name="Google Shape;14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 name="Google Shape;14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7" name="Google Shape;14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8" name="Google Shape;148;p5"/>
            <p:cNvGrpSpPr/>
            <p:nvPr/>
          </p:nvGrpSpPr>
          <p:grpSpPr>
            <a:xfrm>
              <a:off x="461225" y="3989700"/>
              <a:ext cx="1480800" cy="370200"/>
              <a:chOff x="461225" y="3249175"/>
              <a:chExt cx="1480800" cy="370200"/>
            </a:xfrm>
          </p:grpSpPr>
          <p:sp>
            <p:nvSpPr>
              <p:cNvPr id="149" name="Google Shape;14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2" name="Google Shape;15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53" name="Google Shape;153;p5"/>
            <p:cNvGrpSpPr/>
            <p:nvPr/>
          </p:nvGrpSpPr>
          <p:grpSpPr>
            <a:xfrm>
              <a:off x="461225" y="4360025"/>
              <a:ext cx="1480800" cy="370200"/>
              <a:chOff x="461225" y="3249175"/>
              <a:chExt cx="1480800" cy="370200"/>
            </a:xfrm>
          </p:grpSpPr>
          <p:sp>
            <p:nvSpPr>
              <p:cNvPr id="154" name="Google Shape;15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5" name="Google Shape;15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6" name="Google Shape;15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7" name="Google Shape;15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158" name="Google Shape;158;p5"/>
          <p:cNvGrpSpPr/>
          <p:nvPr/>
        </p:nvGrpSpPr>
        <p:grpSpPr>
          <a:xfrm>
            <a:off x="1843925" y="-725"/>
            <a:ext cx="7300075" cy="5144088"/>
            <a:chOff x="1870575" y="-635"/>
            <a:chExt cx="7300075" cy="5174097"/>
          </a:xfrm>
        </p:grpSpPr>
        <p:sp>
          <p:nvSpPr>
            <p:cNvPr id="159" name="Google Shape;159;p5"/>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160" name="Google Shape;160;p5"/>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161" name="Google Shape;161;p5"/>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162" name="Google Shape;162;p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63" name="Google Shape;163;p5"/>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164" name="Google Shape;164;p5"/>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65" name="Google Shape;165;p5"/>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166" name="Shape 166"/>
        <p:cNvGrpSpPr/>
        <p:nvPr/>
      </p:nvGrpSpPr>
      <p:grpSpPr>
        <a:xfrm>
          <a:off x="0" y="0"/>
          <a:ext cx="0" cy="0"/>
          <a:chOff x="0" y="0"/>
          <a:chExt cx="0" cy="0"/>
        </a:xfrm>
      </p:grpSpPr>
      <p:sp>
        <p:nvSpPr>
          <p:cNvPr id="167" name="Google Shape;167;p6"/>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6"/>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9" name="Google Shape;169;p6"/>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0" name="Google Shape;170;p6"/>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6"/>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172" name="Google Shape;172;p6"/>
          <p:cNvSpPr/>
          <p:nvPr>
            <p:ph idx="2" type="pic"/>
          </p:nvPr>
        </p:nvSpPr>
        <p:spPr>
          <a:xfrm>
            <a:off x="225300" y="3132125"/>
            <a:ext cx="1849800" cy="1770300"/>
          </a:xfrm>
          <a:prstGeom prst="rect">
            <a:avLst/>
          </a:prstGeom>
          <a:noFill/>
          <a:ln>
            <a:noFill/>
          </a:ln>
        </p:spPr>
      </p:sp>
      <p:sp>
        <p:nvSpPr>
          <p:cNvPr id="173" name="Google Shape;173;p6"/>
          <p:cNvSpPr/>
          <p:nvPr>
            <p:ph idx="3" type="pic"/>
          </p:nvPr>
        </p:nvSpPr>
        <p:spPr>
          <a:xfrm>
            <a:off x="5262525" y="228600"/>
            <a:ext cx="1865100" cy="1790100"/>
          </a:xfrm>
          <a:prstGeom prst="rect">
            <a:avLst/>
          </a:prstGeom>
          <a:noFill/>
          <a:ln>
            <a:noFill/>
          </a:ln>
        </p:spPr>
      </p:sp>
      <p:sp>
        <p:nvSpPr>
          <p:cNvPr id="174" name="Google Shape;174;p6"/>
          <p:cNvSpPr/>
          <p:nvPr>
            <p:ph idx="4" type="pic"/>
          </p:nvPr>
        </p:nvSpPr>
        <p:spPr>
          <a:xfrm>
            <a:off x="7281675" y="228600"/>
            <a:ext cx="1849800" cy="1790100"/>
          </a:xfrm>
          <a:prstGeom prst="rect">
            <a:avLst/>
          </a:prstGeom>
          <a:noFill/>
          <a:ln>
            <a:noFill/>
          </a:ln>
        </p:spPr>
      </p:sp>
      <p:sp>
        <p:nvSpPr>
          <p:cNvPr id="175" name="Google Shape;175;p6"/>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6" name="Google Shape;176;p6"/>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7" name="Google Shape;177;p6"/>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78" name="Google Shape;178;p6"/>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179" name="Google Shape;179;p6"/>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180" name="Google Shape;180;p6"/>
          <p:cNvGrpSpPr/>
          <p:nvPr/>
        </p:nvGrpSpPr>
        <p:grpSpPr>
          <a:xfrm>
            <a:off x="4308382" y="2704009"/>
            <a:ext cx="4833127" cy="2437045"/>
            <a:chOff x="4308382" y="2704009"/>
            <a:chExt cx="4833127" cy="2437045"/>
          </a:xfrm>
        </p:grpSpPr>
        <p:sp>
          <p:nvSpPr>
            <p:cNvPr id="181" name="Google Shape;181;p6"/>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2" name="Google Shape;182;p6"/>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3" name="Google Shape;183;p6"/>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184" name="Shape 184"/>
        <p:cNvGrpSpPr/>
        <p:nvPr/>
      </p:nvGrpSpPr>
      <p:grpSpPr>
        <a:xfrm>
          <a:off x="0" y="0"/>
          <a:ext cx="0" cy="0"/>
          <a:chOff x="0" y="0"/>
          <a:chExt cx="0" cy="0"/>
        </a:xfrm>
      </p:grpSpPr>
      <p:sp>
        <p:nvSpPr>
          <p:cNvPr id="185" name="Google Shape;185;p7"/>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7"/>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7"/>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8" name="Google Shape;188;p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89" name="Google Shape;189;p7"/>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190" name="Google Shape;190;p7"/>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191" name="Google Shape;191;p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192" name="Shape 192"/>
        <p:cNvGrpSpPr/>
        <p:nvPr/>
      </p:nvGrpSpPr>
      <p:grpSpPr>
        <a:xfrm>
          <a:off x="0" y="0"/>
          <a:ext cx="0" cy="0"/>
          <a:chOff x="0" y="0"/>
          <a:chExt cx="0" cy="0"/>
        </a:xfrm>
      </p:grpSpPr>
      <p:sp>
        <p:nvSpPr>
          <p:cNvPr id="193" name="Google Shape;193;p8"/>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194" name="Google Shape;194;p8"/>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195" name="Google Shape;195;p8"/>
          <p:cNvGrpSpPr/>
          <p:nvPr/>
        </p:nvGrpSpPr>
        <p:grpSpPr>
          <a:xfrm>
            <a:off x="25" y="4625"/>
            <a:ext cx="2329791" cy="795413"/>
            <a:chOff x="21" y="-511"/>
            <a:chExt cx="2329791" cy="800617"/>
          </a:xfrm>
        </p:grpSpPr>
        <p:grpSp>
          <p:nvGrpSpPr>
            <p:cNvPr id="196" name="Google Shape;196;p8"/>
            <p:cNvGrpSpPr/>
            <p:nvPr/>
          </p:nvGrpSpPr>
          <p:grpSpPr>
            <a:xfrm flipH="1" rot="10800000">
              <a:off x="25" y="392516"/>
              <a:ext cx="1927788" cy="407590"/>
              <a:chOff x="537425" y="3249175"/>
              <a:chExt cx="1774800" cy="370200"/>
            </a:xfrm>
          </p:grpSpPr>
          <p:sp>
            <p:nvSpPr>
              <p:cNvPr id="197" name="Google Shape;197;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8" name="Google Shape;198;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9" name="Google Shape;199;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02" name="Google Shape;202;p8"/>
            <p:cNvGrpSpPr/>
            <p:nvPr/>
          </p:nvGrpSpPr>
          <p:grpSpPr>
            <a:xfrm flipH="1" rot="10800000">
              <a:off x="21" y="-511"/>
              <a:ext cx="1927788" cy="393115"/>
              <a:chOff x="537425" y="3249175"/>
              <a:chExt cx="1774800" cy="370200"/>
            </a:xfrm>
          </p:grpSpPr>
          <p:sp>
            <p:nvSpPr>
              <p:cNvPr id="203" name="Google Shape;203;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4" name="Google Shape;204;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5" name="Google Shape;205;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6" name="Google Shape;206;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7" name="Google Shape;207;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8" name="Google Shape;208;p8"/>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9" name="Google Shape;209;p8"/>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10" name="Google Shape;210;p8"/>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1" name="Google Shape;211;p8"/>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2" name="Google Shape;212;p8"/>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13" name="Google Shape;213;p8"/>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14" name="Google Shape;214;p8"/>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15" name="Shape 215"/>
        <p:cNvGrpSpPr/>
        <p:nvPr/>
      </p:nvGrpSpPr>
      <p:grpSpPr>
        <a:xfrm>
          <a:off x="0" y="0"/>
          <a:ext cx="0" cy="0"/>
          <a:chOff x="0" y="0"/>
          <a:chExt cx="0" cy="0"/>
        </a:xfrm>
      </p:grpSpPr>
      <p:sp>
        <p:nvSpPr>
          <p:cNvPr id="216" name="Google Shape;216;p9"/>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7" name="Google Shape;217;p9"/>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8" name="Google Shape;218;p9"/>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19" name="Google Shape;219;p9"/>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20" name="Google Shape;220;p9"/>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21" name="Shape 221"/>
        <p:cNvGrpSpPr/>
        <p:nvPr/>
      </p:nvGrpSpPr>
      <p:grpSpPr>
        <a:xfrm>
          <a:off x="0" y="0"/>
          <a:ext cx="0" cy="0"/>
          <a:chOff x="0" y="0"/>
          <a:chExt cx="0" cy="0"/>
        </a:xfrm>
      </p:grpSpPr>
      <p:grpSp>
        <p:nvGrpSpPr>
          <p:cNvPr id="222" name="Google Shape;222;p10"/>
          <p:cNvGrpSpPr/>
          <p:nvPr/>
        </p:nvGrpSpPr>
        <p:grpSpPr>
          <a:xfrm flipH="1">
            <a:off x="3212200" y="0"/>
            <a:ext cx="1851000" cy="1225325"/>
            <a:chOff x="461225" y="3875100"/>
            <a:chExt cx="1851000" cy="1225325"/>
          </a:xfrm>
        </p:grpSpPr>
        <p:grpSp>
          <p:nvGrpSpPr>
            <p:cNvPr id="223" name="Google Shape;223;p10"/>
            <p:cNvGrpSpPr/>
            <p:nvPr/>
          </p:nvGrpSpPr>
          <p:grpSpPr>
            <a:xfrm>
              <a:off x="461225" y="3875100"/>
              <a:ext cx="1851000" cy="114600"/>
              <a:chOff x="461225" y="3504775"/>
              <a:chExt cx="1851000" cy="114600"/>
            </a:xfrm>
          </p:grpSpPr>
          <p:sp>
            <p:nvSpPr>
              <p:cNvPr id="224" name="Google Shape;224;p10"/>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5" name="Google Shape;225;p10"/>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6" name="Google Shape;226;p10"/>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7" name="Google Shape;227;p10"/>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8" name="Google Shape;228;p10"/>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29" name="Google Shape;229;p10"/>
            <p:cNvGrpSpPr/>
            <p:nvPr/>
          </p:nvGrpSpPr>
          <p:grpSpPr>
            <a:xfrm>
              <a:off x="461225" y="3989700"/>
              <a:ext cx="1480800" cy="1110725"/>
              <a:chOff x="461225" y="3249175"/>
              <a:chExt cx="1480800" cy="1110725"/>
            </a:xfrm>
          </p:grpSpPr>
          <p:sp>
            <p:nvSpPr>
              <p:cNvPr id="230" name="Google Shape;230;p10"/>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3" name="Google Shape;233;p10"/>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4" name="Google Shape;234;p10"/>
            <p:cNvGrpSpPr/>
            <p:nvPr/>
          </p:nvGrpSpPr>
          <p:grpSpPr>
            <a:xfrm>
              <a:off x="831425" y="4360025"/>
              <a:ext cx="1480800" cy="370200"/>
              <a:chOff x="831425" y="3249175"/>
              <a:chExt cx="1480800" cy="370200"/>
            </a:xfrm>
          </p:grpSpPr>
          <p:sp>
            <p:nvSpPr>
              <p:cNvPr id="235" name="Google Shape;235;p1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6" name="Google Shape;236;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7" name="Google Shape;237;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8" name="Google Shape;238;p1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39" name="Google Shape;239;p1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0" name="Google Shape;240;p10"/>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41" name="Google Shape;241;p1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42" name="Shape 242"/>
        <p:cNvGrpSpPr/>
        <p:nvPr/>
      </p:nvGrpSpPr>
      <p:grpSpPr>
        <a:xfrm>
          <a:off x="0" y="0"/>
          <a:ext cx="0" cy="0"/>
          <a:chOff x="0" y="0"/>
          <a:chExt cx="0" cy="0"/>
        </a:xfrm>
      </p:grpSpPr>
      <p:sp>
        <p:nvSpPr>
          <p:cNvPr id="243" name="Google Shape;243;p1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4" name="Google Shape;244;p11"/>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45" name="Google Shape;245;p11"/>
          <p:cNvGrpSpPr/>
          <p:nvPr/>
        </p:nvGrpSpPr>
        <p:grpSpPr>
          <a:xfrm flipH="1" rot="10800000">
            <a:off x="6179902" y="24"/>
            <a:ext cx="2963226" cy="1495659"/>
            <a:chOff x="4306084" y="2701610"/>
            <a:chExt cx="4837921" cy="2441893"/>
          </a:xfrm>
        </p:grpSpPr>
        <p:sp>
          <p:nvSpPr>
            <p:cNvPr id="246" name="Google Shape;246;p11"/>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7" name="Google Shape;247;p11"/>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8" name="Google Shape;248;p11"/>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49" name="Google Shape;249;p11"/>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11"/>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11"/>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11"/>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11"/>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11"/>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55" name="Google Shape;255;p11"/>
          <p:cNvGrpSpPr/>
          <p:nvPr/>
        </p:nvGrpSpPr>
        <p:grpSpPr>
          <a:xfrm>
            <a:off x="2674998" y="2923250"/>
            <a:ext cx="6470027" cy="2221724"/>
            <a:chOff x="2674998" y="2923250"/>
            <a:chExt cx="6470027" cy="2221724"/>
          </a:xfrm>
        </p:grpSpPr>
        <p:sp>
          <p:nvSpPr>
            <p:cNvPr id="256" name="Google Shape;256;p11"/>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257" name="Google Shape;257;p11"/>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258" name="Google Shape;258;p11"/>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259" name="Shape 259"/>
        <p:cNvGrpSpPr/>
        <p:nvPr/>
      </p:nvGrpSpPr>
      <p:grpSpPr>
        <a:xfrm>
          <a:off x="0" y="0"/>
          <a:ext cx="0" cy="0"/>
          <a:chOff x="0" y="0"/>
          <a:chExt cx="0" cy="0"/>
        </a:xfrm>
      </p:grpSpPr>
      <p:sp>
        <p:nvSpPr>
          <p:cNvPr id="260" name="Google Shape;260;p12"/>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61" name="Google Shape;261;p12"/>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262" name="Google Shape;262;p12"/>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263" name="Google Shape;263;p12"/>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264" name="Google Shape;264;p12"/>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5" name="Google Shape;265;p12"/>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6" name="Google Shape;266;p12"/>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7" name="Google Shape;267;p12"/>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8" name="Google Shape;268;p12"/>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9" name="Google Shape;269;p12"/>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70" name="Google Shape;270;p12"/>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71" name="Google Shape;271;p12"/>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72" name="Google Shape;272;p12"/>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3" name="Google Shape;273;p12"/>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274" name="Google Shape;274;p12"/>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5" name="Google Shape;275;p12"/>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276" name="Shape 276"/>
        <p:cNvGrpSpPr/>
        <p:nvPr/>
      </p:nvGrpSpPr>
      <p:grpSpPr>
        <a:xfrm>
          <a:off x="0" y="0"/>
          <a:ext cx="0" cy="0"/>
          <a:chOff x="0" y="0"/>
          <a:chExt cx="0" cy="0"/>
        </a:xfrm>
      </p:grpSpPr>
      <p:sp>
        <p:nvSpPr>
          <p:cNvPr id="277" name="Google Shape;277;p13"/>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78" name="Google Shape;278;p13"/>
          <p:cNvGrpSpPr/>
          <p:nvPr/>
        </p:nvGrpSpPr>
        <p:grpSpPr>
          <a:xfrm rot="-5400000">
            <a:off x="4030013" y="41713"/>
            <a:ext cx="1026300" cy="9201675"/>
            <a:chOff x="670045" y="-5692564"/>
            <a:chExt cx="1026300" cy="9201675"/>
          </a:xfrm>
        </p:grpSpPr>
        <p:sp>
          <p:nvSpPr>
            <p:cNvPr id="279" name="Google Shape;279;p13"/>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280" name="Google Shape;280;p13"/>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281" name="Google Shape;281;p13"/>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282" name="Google Shape;282;p13"/>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3" name="Google Shape;283;p13"/>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4" name="Google Shape;284;p13"/>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13"/>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286" name="Google Shape;286;p13"/>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287" name="Google Shape;287;p13"/>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288" name="Shape 288"/>
        <p:cNvGrpSpPr/>
        <p:nvPr/>
      </p:nvGrpSpPr>
      <p:grpSpPr>
        <a:xfrm>
          <a:off x="0" y="0"/>
          <a:ext cx="0" cy="0"/>
          <a:chOff x="0" y="0"/>
          <a:chExt cx="0" cy="0"/>
        </a:xfrm>
      </p:grpSpPr>
      <p:sp>
        <p:nvSpPr>
          <p:cNvPr id="289" name="Google Shape;289;p14"/>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0" name="Google Shape;290;p14"/>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91" name="Google Shape;291;p14"/>
          <p:cNvGrpSpPr/>
          <p:nvPr/>
        </p:nvGrpSpPr>
        <p:grpSpPr>
          <a:xfrm rot="10800000">
            <a:off x="9" y="0"/>
            <a:ext cx="1889320" cy="1499480"/>
            <a:chOff x="461225" y="3249175"/>
            <a:chExt cx="1399496" cy="1110726"/>
          </a:xfrm>
        </p:grpSpPr>
        <p:grpSp>
          <p:nvGrpSpPr>
            <p:cNvPr id="292" name="Google Shape;292;p14"/>
            <p:cNvGrpSpPr/>
            <p:nvPr/>
          </p:nvGrpSpPr>
          <p:grpSpPr>
            <a:xfrm>
              <a:off x="461225" y="3249175"/>
              <a:ext cx="1399496" cy="370204"/>
              <a:chOff x="461225" y="3249175"/>
              <a:chExt cx="1399496" cy="370204"/>
            </a:xfrm>
          </p:grpSpPr>
          <p:sp>
            <p:nvSpPr>
              <p:cNvPr id="293" name="Google Shape;29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4" name="Google Shape;29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5" name="Google Shape;29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6" name="Google Shape;296;p14"/>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97" name="Google Shape;297;p14"/>
            <p:cNvGrpSpPr/>
            <p:nvPr/>
          </p:nvGrpSpPr>
          <p:grpSpPr>
            <a:xfrm>
              <a:off x="461225" y="3619500"/>
              <a:ext cx="1399496" cy="370202"/>
              <a:chOff x="461225" y="3249175"/>
              <a:chExt cx="1399496" cy="370202"/>
            </a:xfrm>
          </p:grpSpPr>
          <p:sp>
            <p:nvSpPr>
              <p:cNvPr id="298" name="Google Shape;298;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9" name="Google Shape;299;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0" name="Google Shape;300;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1" name="Google Shape;301;p14"/>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02" name="Google Shape;302;p14"/>
            <p:cNvGrpSpPr/>
            <p:nvPr/>
          </p:nvGrpSpPr>
          <p:grpSpPr>
            <a:xfrm>
              <a:off x="461225" y="3989700"/>
              <a:ext cx="1399496" cy="370201"/>
              <a:chOff x="461225" y="3249175"/>
              <a:chExt cx="1399496" cy="370201"/>
            </a:xfrm>
          </p:grpSpPr>
          <p:sp>
            <p:nvSpPr>
              <p:cNvPr id="303" name="Google Shape;30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4" name="Google Shape;30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5" name="Google Shape;30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6" name="Google Shape;306;p14"/>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07" name="Google Shape;307;p14"/>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08" name="Google Shape;308;p14"/>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09" name="Google Shape;309;p14"/>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14"/>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11" name="Google Shape;311;p14"/>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2" name="Google Shape;312;p1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13" name="Shape 313"/>
        <p:cNvGrpSpPr/>
        <p:nvPr/>
      </p:nvGrpSpPr>
      <p:grpSpPr>
        <a:xfrm>
          <a:off x="0" y="0"/>
          <a:ext cx="0" cy="0"/>
          <a:chOff x="0" y="0"/>
          <a:chExt cx="0" cy="0"/>
        </a:xfrm>
      </p:grpSpPr>
      <p:sp>
        <p:nvSpPr>
          <p:cNvPr id="314" name="Google Shape;314;p15"/>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15" name="Google Shape;315;p1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15"/>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18" name="Shape 318"/>
        <p:cNvGrpSpPr/>
        <p:nvPr/>
      </p:nvGrpSpPr>
      <p:grpSpPr>
        <a:xfrm>
          <a:off x="0" y="0"/>
          <a:ext cx="0" cy="0"/>
          <a:chOff x="0" y="0"/>
          <a:chExt cx="0" cy="0"/>
        </a:xfrm>
      </p:grpSpPr>
      <p:sp>
        <p:nvSpPr>
          <p:cNvPr id="319" name="Google Shape;319;p16"/>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0" name="Google Shape;320;p16"/>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21" name="Google Shape;321;p16"/>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2" name="Google Shape;322;p16"/>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3" name="Google Shape;323;p16"/>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4" name="Google Shape;324;p16"/>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5" name="Google Shape;325;p16"/>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6" name="Google Shape;326;p1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27" name="Google Shape;327;p16"/>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8" name="Google Shape;328;p16"/>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9" name="Google Shape;329;p16"/>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0" name="Google Shape;330;p16"/>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31" name="Google Shape;331;p16"/>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2" name="Google Shape;332;p16"/>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3" name="Google Shape;333;p16"/>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4" name="Google Shape;334;p16"/>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5" name="Google Shape;335;p16"/>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6" name="Google Shape;336;p16"/>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7" name="Google Shape;337;p16"/>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8" name="Google Shape;338;p16"/>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39" name="Google Shape;339;p16"/>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40" name="Shape 340"/>
        <p:cNvGrpSpPr/>
        <p:nvPr/>
      </p:nvGrpSpPr>
      <p:grpSpPr>
        <a:xfrm>
          <a:off x="0" y="0"/>
          <a:ext cx="0" cy="0"/>
          <a:chOff x="0" y="0"/>
          <a:chExt cx="0" cy="0"/>
        </a:xfrm>
      </p:grpSpPr>
      <p:sp>
        <p:nvSpPr>
          <p:cNvPr id="341" name="Google Shape;341;p17"/>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42" name="Google Shape;342;p17"/>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3" name="Google Shape;343;p17"/>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4" name="Google Shape;344;p17"/>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5" name="Google Shape;345;p17"/>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46" name="Google Shape;346;p17"/>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7" name="Google Shape;347;p17"/>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8" name="Google Shape;348;p17"/>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9" name="Google Shape;349;p17"/>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17"/>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17"/>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52" name="Google Shape;352;p17"/>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3" name="Google Shape;353;p17"/>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54" name="Google Shape;354;p17"/>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5" name="Google Shape;355;p17"/>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6" name="Google Shape;356;p17"/>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7" name="Google Shape;357;p17"/>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8" name="Google Shape;358;p17"/>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9" name="Google Shape;359;p17"/>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0" name="Google Shape;360;p17"/>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1" name="Google Shape;361;p17"/>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362" name="Shape 362"/>
        <p:cNvGrpSpPr/>
        <p:nvPr/>
      </p:nvGrpSpPr>
      <p:grpSpPr>
        <a:xfrm>
          <a:off x="0" y="0"/>
          <a:ext cx="0" cy="0"/>
          <a:chOff x="0" y="0"/>
          <a:chExt cx="0" cy="0"/>
        </a:xfrm>
      </p:grpSpPr>
      <p:sp>
        <p:nvSpPr>
          <p:cNvPr id="363" name="Google Shape;363;p18"/>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4" name="Google Shape;364;p18"/>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5" name="Google Shape;365;p18"/>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66" name="Google Shape;366;p18"/>
          <p:cNvGrpSpPr/>
          <p:nvPr/>
        </p:nvGrpSpPr>
        <p:grpSpPr>
          <a:xfrm flipH="1">
            <a:off x="7293000" y="0"/>
            <a:ext cx="1851000" cy="1225325"/>
            <a:chOff x="461225" y="3875100"/>
            <a:chExt cx="1851000" cy="1225325"/>
          </a:xfrm>
        </p:grpSpPr>
        <p:grpSp>
          <p:nvGrpSpPr>
            <p:cNvPr id="367" name="Google Shape;367;p18"/>
            <p:cNvGrpSpPr/>
            <p:nvPr/>
          </p:nvGrpSpPr>
          <p:grpSpPr>
            <a:xfrm>
              <a:off x="461225" y="3875100"/>
              <a:ext cx="1851000" cy="114600"/>
              <a:chOff x="461225" y="3504775"/>
              <a:chExt cx="1851000" cy="114600"/>
            </a:xfrm>
          </p:grpSpPr>
          <p:sp>
            <p:nvSpPr>
              <p:cNvPr id="368" name="Google Shape;368;p18"/>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9" name="Google Shape;369;p18"/>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0" name="Google Shape;370;p18"/>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1" name="Google Shape;371;p18"/>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2" name="Google Shape;372;p18"/>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3" name="Google Shape;373;p18"/>
            <p:cNvGrpSpPr/>
            <p:nvPr/>
          </p:nvGrpSpPr>
          <p:grpSpPr>
            <a:xfrm>
              <a:off x="461225" y="3989700"/>
              <a:ext cx="1480800" cy="1110725"/>
              <a:chOff x="461225" y="3249175"/>
              <a:chExt cx="1480800" cy="1110725"/>
            </a:xfrm>
          </p:grpSpPr>
          <p:sp>
            <p:nvSpPr>
              <p:cNvPr id="374" name="Google Shape;374;p1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5" name="Google Shape;375;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6" name="Google Shape;376;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7" name="Google Shape;377;p18"/>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8" name="Google Shape;378;p18"/>
            <p:cNvGrpSpPr/>
            <p:nvPr/>
          </p:nvGrpSpPr>
          <p:grpSpPr>
            <a:xfrm>
              <a:off x="831425" y="4360025"/>
              <a:ext cx="1480800" cy="370200"/>
              <a:chOff x="831425" y="3249175"/>
              <a:chExt cx="1480800" cy="370200"/>
            </a:xfrm>
          </p:grpSpPr>
          <p:sp>
            <p:nvSpPr>
              <p:cNvPr id="379" name="Google Shape;379;p1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0" name="Google Shape;380;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1" name="Google Shape;381;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2" name="Google Shape;382;p1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83" name="Google Shape;383;p18"/>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4" name="Google Shape;384;p18"/>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5" name="Google Shape;385;p18"/>
          <p:cNvSpPr/>
          <p:nvPr>
            <p:ph idx="3" type="pic"/>
          </p:nvPr>
        </p:nvSpPr>
        <p:spPr>
          <a:xfrm>
            <a:off x="227225" y="1832375"/>
            <a:ext cx="821100" cy="785400"/>
          </a:xfrm>
          <a:prstGeom prst="rect">
            <a:avLst/>
          </a:prstGeom>
          <a:noFill/>
          <a:ln>
            <a:noFill/>
          </a:ln>
        </p:spPr>
      </p:sp>
      <p:sp>
        <p:nvSpPr>
          <p:cNvPr id="386" name="Google Shape;386;p18"/>
          <p:cNvSpPr/>
          <p:nvPr>
            <p:ph idx="4" type="pic"/>
          </p:nvPr>
        </p:nvSpPr>
        <p:spPr>
          <a:xfrm>
            <a:off x="227225" y="2672425"/>
            <a:ext cx="821100" cy="785400"/>
          </a:xfrm>
          <a:prstGeom prst="rect">
            <a:avLst/>
          </a:prstGeom>
          <a:noFill/>
          <a:ln>
            <a:noFill/>
          </a:ln>
        </p:spPr>
      </p:sp>
      <p:sp>
        <p:nvSpPr>
          <p:cNvPr id="387" name="Google Shape;387;p18"/>
          <p:cNvSpPr/>
          <p:nvPr>
            <p:ph idx="5" type="pic"/>
          </p:nvPr>
        </p:nvSpPr>
        <p:spPr>
          <a:xfrm>
            <a:off x="227225" y="3512475"/>
            <a:ext cx="821100" cy="785400"/>
          </a:xfrm>
          <a:prstGeom prst="rect">
            <a:avLst/>
          </a:prstGeom>
          <a:noFill/>
          <a:ln>
            <a:noFill/>
          </a:ln>
        </p:spPr>
      </p:sp>
      <p:sp>
        <p:nvSpPr>
          <p:cNvPr id="388" name="Google Shape;388;p18"/>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89" name="Google Shape;389;p18"/>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0" name="Google Shape;390;p18"/>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1" name="Google Shape;391;p18"/>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392" name="Google Shape;392;p18"/>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3" name="Google Shape;393;p18"/>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4" name="Google Shape;394;p18"/>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5" name="Google Shape;395;p18"/>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396" name="Google Shape;396;p18"/>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397" name="Shape 397"/>
        <p:cNvGrpSpPr/>
        <p:nvPr/>
      </p:nvGrpSpPr>
      <p:grpSpPr>
        <a:xfrm>
          <a:off x="0" y="0"/>
          <a:ext cx="0" cy="0"/>
          <a:chOff x="0" y="0"/>
          <a:chExt cx="0" cy="0"/>
        </a:xfrm>
      </p:grpSpPr>
      <p:sp>
        <p:nvSpPr>
          <p:cNvPr id="398" name="Google Shape;398;p19"/>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399" name="Google Shape;399;p19"/>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0" name="Google Shape;400;p19"/>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1" name="Google Shape;401;p19"/>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2" name="Google Shape;402;p19"/>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3" name="Google Shape;403;p19"/>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4" name="Google Shape;404;p19"/>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05" name="Google Shape;405;p19"/>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6" name="Google Shape;406;p19"/>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7" name="Google Shape;407;p19"/>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8" name="Google Shape;408;p19"/>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9" name="Google Shape;409;p19"/>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10" name="Google Shape;410;p19"/>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1" name="Google Shape;411;p19"/>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2" name="Google Shape;412;p19"/>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3" name="Google Shape;413;p19"/>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14" name="Google Shape;414;p19"/>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15" name="Google Shape;415;p19"/>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16" name="Shape 416"/>
        <p:cNvGrpSpPr/>
        <p:nvPr/>
      </p:nvGrpSpPr>
      <p:grpSpPr>
        <a:xfrm>
          <a:off x="0" y="0"/>
          <a:ext cx="0" cy="0"/>
          <a:chOff x="0" y="0"/>
          <a:chExt cx="0" cy="0"/>
        </a:xfrm>
      </p:grpSpPr>
      <p:sp>
        <p:nvSpPr>
          <p:cNvPr id="417" name="Google Shape;417;p20"/>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18" name="Google Shape;418;p20"/>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19" name="Google Shape;419;p20"/>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20" name="Google Shape;420;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21" name="Google Shape;421;p20"/>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2" name="Google Shape;422;p20"/>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3" name="Google Shape;423;p20"/>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4" name="Google Shape;424;p20"/>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5" name="Google Shape;425;p20"/>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6" name="Google Shape;426;p20"/>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7" name="Google Shape;427;p20"/>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8" name="Google Shape;428;p20"/>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9" name="Google Shape;429;p20"/>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30" name="Google Shape;430;p20"/>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31" name="Google Shape;431;p20"/>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32" name="Shape 432"/>
        <p:cNvGrpSpPr/>
        <p:nvPr/>
      </p:nvGrpSpPr>
      <p:grpSpPr>
        <a:xfrm>
          <a:off x="0" y="0"/>
          <a:ext cx="0" cy="0"/>
          <a:chOff x="0" y="0"/>
          <a:chExt cx="0" cy="0"/>
        </a:xfrm>
      </p:grpSpPr>
      <p:grpSp>
        <p:nvGrpSpPr>
          <p:cNvPr id="433" name="Google Shape;433;p21"/>
          <p:cNvGrpSpPr/>
          <p:nvPr/>
        </p:nvGrpSpPr>
        <p:grpSpPr>
          <a:xfrm flipH="1">
            <a:off x="3199575" y="156175"/>
            <a:ext cx="1851000" cy="1225325"/>
            <a:chOff x="461225" y="3875100"/>
            <a:chExt cx="1851000" cy="1225325"/>
          </a:xfrm>
        </p:grpSpPr>
        <p:grpSp>
          <p:nvGrpSpPr>
            <p:cNvPr id="434" name="Google Shape;434;p21"/>
            <p:cNvGrpSpPr/>
            <p:nvPr/>
          </p:nvGrpSpPr>
          <p:grpSpPr>
            <a:xfrm>
              <a:off x="461225" y="3875100"/>
              <a:ext cx="1851000" cy="114600"/>
              <a:chOff x="461225" y="3504775"/>
              <a:chExt cx="1851000" cy="114600"/>
            </a:xfrm>
          </p:grpSpPr>
          <p:sp>
            <p:nvSpPr>
              <p:cNvPr id="435" name="Google Shape;435;p21"/>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6" name="Google Shape;436;p21"/>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7" name="Google Shape;437;p21"/>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8" name="Google Shape;438;p21"/>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9" name="Google Shape;439;p21"/>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0" name="Google Shape;440;p21"/>
            <p:cNvGrpSpPr/>
            <p:nvPr/>
          </p:nvGrpSpPr>
          <p:grpSpPr>
            <a:xfrm>
              <a:off x="461225" y="3989700"/>
              <a:ext cx="1480800" cy="1110725"/>
              <a:chOff x="461225" y="3249175"/>
              <a:chExt cx="1480800" cy="1110725"/>
            </a:xfrm>
          </p:grpSpPr>
          <p:sp>
            <p:nvSpPr>
              <p:cNvPr id="441" name="Google Shape;441;p21"/>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2" name="Google Shape;442;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3" name="Google Shape;443;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4" name="Google Shape;444;p21"/>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5" name="Google Shape;445;p21"/>
            <p:cNvGrpSpPr/>
            <p:nvPr/>
          </p:nvGrpSpPr>
          <p:grpSpPr>
            <a:xfrm>
              <a:off x="831425" y="4360025"/>
              <a:ext cx="1480800" cy="370200"/>
              <a:chOff x="831425" y="3249175"/>
              <a:chExt cx="1480800" cy="370200"/>
            </a:xfrm>
          </p:grpSpPr>
          <p:sp>
            <p:nvSpPr>
              <p:cNvPr id="446" name="Google Shape;446;p21"/>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7" name="Google Shape;447;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8" name="Google Shape;448;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9" name="Google Shape;449;p21"/>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50" name="Google Shape;450;p2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51" name="Google Shape;451;p21"/>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52" name="Google Shape;452;p21"/>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53" name="Google Shape;453;p21"/>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54" name="Google Shape;454;p21"/>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55" name="Google Shape;455;p21"/>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456" name="Google Shape;456;p21"/>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457" name="Shape 457"/>
        <p:cNvGrpSpPr/>
        <p:nvPr/>
      </p:nvGrpSpPr>
      <p:grpSpPr>
        <a:xfrm>
          <a:off x="0" y="0"/>
          <a:ext cx="0" cy="0"/>
          <a:chOff x="0" y="0"/>
          <a:chExt cx="0" cy="0"/>
        </a:xfrm>
      </p:grpSpPr>
      <p:grpSp>
        <p:nvGrpSpPr>
          <p:cNvPr id="458" name="Google Shape;458;p22"/>
          <p:cNvGrpSpPr/>
          <p:nvPr/>
        </p:nvGrpSpPr>
        <p:grpSpPr>
          <a:xfrm flipH="1">
            <a:off x="3199575" y="156175"/>
            <a:ext cx="1851000" cy="1225325"/>
            <a:chOff x="461225" y="3875100"/>
            <a:chExt cx="1851000" cy="1225325"/>
          </a:xfrm>
        </p:grpSpPr>
        <p:grpSp>
          <p:nvGrpSpPr>
            <p:cNvPr id="459" name="Google Shape;459;p22"/>
            <p:cNvGrpSpPr/>
            <p:nvPr/>
          </p:nvGrpSpPr>
          <p:grpSpPr>
            <a:xfrm>
              <a:off x="461225" y="3875100"/>
              <a:ext cx="1851000" cy="114600"/>
              <a:chOff x="461225" y="3504775"/>
              <a:chExt cx="1851000" cy="114600"/>
            </a:xfrm>
          </p:grpSpPr>
          <p:sp>
            <p:nvSpPr>
              <p:cNvPr id="460" name="Google Shape;460;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1" name="Google Shape;461;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2" name="Google Shape;462;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3" name="Google Shape;463;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4" name="Google Shape;464;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65" name="Google Shape;465;p22"/>
            <p:cNvGrpSpPr/>
            <p:nvPr/>
          </p:nvGrpSpPr>
          <p:grpSpPr>
            <a:xfrm>
              <a:off x="461225" y="3989700"/>
              <a:ext cx="1480800" cy="1110725"/>
              <a:chOff x="461225" y="3249175"/>
              <a:chExt cx="1480800" cy="1110725"/>
            </a:xfrm>
          </p:grpSpPr>
          <p:sp>
            <p:nvSpPr>
              <p:cNvPr id="466" name="Google Shape;466;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7" name="Google Shape;467;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8" name="Google Shape;468;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9" name="Google Shape;469;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0" name="Google Shape;470;p22"/>
            <p:cNvGrpSpPr/>
            <p:nvPr/>
          </p:nvGrpSpPr>
          <p:grpSpPr>
            <a:xfrm>
              <a:off x="831425" y="4360025"/>
              <a:ext cx="1480800" cy="370200"/>
              <a:chOff x="831425" y="3249175"/>
              <a:chExt cx="1480800" cy="370200"/>
            </a:xfrm>
          </p:grpSpPr>
          <p:sp>
            <p:nvSpPr>
              <p:cNvPr id="471" name="Google Shape;471;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2" name="Google Shape;472;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3" name="Google Shape;473;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4" name="Google Shape;474;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75" name="Google Shape;475;p22"/>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6" name="Google Shape;476;p22"/>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7" name="Google Shape;477;p22"/>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78" name="Google Shape;478;p22"/>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479" name="Google Shape;479;p22"/>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0" name="Google Shape;480;p22"/>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1" name="Google Shape;481;p22"/>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482" name="Google Shape;482;p22"/>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3" name="Google Shape;483;p22"/>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4" name="Google Shape;484;p22"/>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5" name="Google Shape;485;p22"/>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6" name="Google Shape;486;p22"/>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7" name="Google Shape;487;p22"/>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8" name="Google Shape;488;p22"/>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9" name="Google Shape;489;p22"/>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0" name="Google Shape;490;p22"/>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1" name="Google Shape;491;p22"/>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2" name="Google Shape;492;p22"/>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3" name="Google Shape;493;p2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494" name="Shape 494"/>
        <p:cNvGrpSpPr/>
        <p:nvPr/>
      </p:nvGrpSpPr>
      <p:grpSpPr>
        <a:xfrm>
          <a:off x="0" y="0"/>
          <a:ext cx="0" cy="0"/>
          <a:chOff x="0" y="0"/>
          <a:chExt cx="0" cy="0"/>
        </a:xfrm>
      </p:grpSpPr>
      <p:grpSp>
        <p:nvGrpSpPr>
          <p:cNvPr id="495" name="Google Shape;495;p23"/>
          <p:cNvGrpSpPr/>
          <p:nvPr/>
        </p:nvGrpSpPr>
        <p:grpSpPr>
          <a:xfrm>
            <a:off x="115026" y="364"/>
            <a:ext cx="5125634" cy="5143564"/>
            <a:chOff x="312900" y="2788524"/>
            <a:chExt cx="2221197" cy="1994480"/>
          </a:xfrm>
        </p:grpSpPr>
        <p:grpSp>
          <p:nvGrpSpPr>
            <p:cNvPr id="496" name="Google Shape;496;p23"/>
            <p:cNvGrpSpPr/>
            <p:nvPr/>
          </p:nvGrpSpPr>
          <p:grpSpPr>
            <a:xfrm>
              <a:off x="312900" y="2788524"/>
              <a:ext cx="1851000" cy="1994480"/>
              <a:chOff x="461225" y="3244074"/>
              <a:chExt cx="1851000" cy="1994480"/>
            </a:xfrm>
          </p:grpSpPr>
          <p:grpSp>
            <p:nvGrpSpPr>
              <p:cNvPr id="497" name="Google Shape;497;p23"/>
              <p:cNvGrpSpPr/>
              <p:nvPr/>
            </p:nvGrpSpPr>
            <p:grpSpPr>
              <a:xfrm>
                <a:off x="461229" y="3244074"/>
                <a:ext cx="1850992" cy="1994480"/>
                <a:chOff x="461229" y="3244074"/>
                <a:chExt cx="1850992" cy="1994480"/>
              </a:xfrm>
            </p:grpSpPr>
            <p:sp>
              <p:nvSpPr>
                <p:cNvPr id="498" name="Google Shape;498;p23"/>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9" name="Google Shape;499;p23"/>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0" name="Google Shape;500;p23"/>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1" name="Google Shape;501;p23"/>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2" name="Google Shape;502;p23"/>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3" name="Google Shape;503;p23"/>
              <p:cNvGrpSpPr/>
              <p:nvPr/>
            </p:nvGrpSpPr>
            <p:grpSpPr>
              <a:xfrm>
                <a:off x="461225" y="3619500"/>
                <a:ext cx="1851000" cy="370200"/>
                <a:chOff x="461225" y="3249175"/>
                <a:chExt cx="1851000" cy="370200"/>
              </a:xfrm>
            </p:grpSpPr>
            <p:sp>
              <p:nvSpPr>
                <p:cNvPr id="504" name="Google Shape;50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5" name="Google Shape;50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9" name="Google Shape;509;p23"/>
              <p:cNvGrpSpPr/>
              <p:nvPr/>
            </p:nvGrpSpPr>
            <p:grpSpPr>
              <a:xfrm>
                <a:off x="461225" y="3989700"/>
                <a:ext cx="1851000" cy="1110726"/>
                <a:chOff x="461225" y="3249175"/>
                <a:chExt cx="1851000" cy="1110726"/>
              </a:xfrm>
            </p:grpSpPr>
            <p:sp>
              <p:nvSpPr>
                <p:cNvPr id="510" name="Google Shape;510;p23"/>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1" name="Google Shape;51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23"/>
              <p:cNvGrpSpPr/>
              <p:nvPr/>
            </p:nvGrpSpPr>
            <p:grpSpPr>
              <a:xfrm>
                <a:off x="461225" y="4360025"/>
                <a:ext cx="1851000" cy="370200"/>
                <a:chOff x="461225" y="3249175"/>
                <a:chExt cx="1851000" cy="370200"/>
              </a:xfrm>
            </p:grpSpPr>
            <p:sp>
              <p:nvSpPr>
                <p:cNvPr id="516" name="Google Shape;51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23"/>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1" name="Google Shape;521;p23"/>
          <p:cNvGrpSpPr/>
          <p:nvPr/>
        </p:nvGrpSpPr>
        <p:grpSpPr>
          <a:xfrm flipH="1" rot="5400000">
            <a:off x="7145338" y="3274875"/>
            <a:ext cx="2221200" cy="1481050"/>
            <a:chOff x="312900" y="2793625"/>
            <a:chExt cx="2221200" cy="1481050"/>
          </a:xfrm>
        </p:grpSpPr>
        <p:grpSp>
          <p:nvGrpSpPr>
            <p:cNvPr id="522" name="Google Shape;522;p23"/>
            <p:cNvGrpSpPr/>
            <p:nvPr/>
          </p:nvGrpSpPr>
          <p:grpSpPr>
            <a:xfrm>
              <a:off x="312900" y="2793625"/>
              <a:ext cx="1851000" cy="1481050"/>
              <a:chOff x="461225" y="3249175"/>
              <a:chExt cx="1851000" cy="1481050"/>
            </a:xfrm>
          </p:grpSpPr>
          <p:grpSp>
            <p:nvGrpSpPr>
              <p:cNvPr id="523" name="Google Shape;523;p23"/>
              <p:cNvGrpSpPr/>
              <p:nvPr/>
            </p:nvGrpSpPr>
            <p:grpSpPr>
              <a:xfrm>
                <a:off x="461225" y="3249175"/>
                <a:ext cx="1851000" cy="370200"/>
                <a:chOff x="461225" y="3249175"/>
                <a:chExt cx="1851000" cy="370200"/>
              </a:xfrm>
            </p:grpSpPr>
            <p:sp>
              <p:nvSpPr>
                <p:cNvPr id="524" name="Google Shape;52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5" name="Google Shape;52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6" name="Google Shape;52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7" name="Google Shape;52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8" name="Google Shape;52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9" name="Google Shape;529;p23"/>
              <p:cNvGrpSpPr/>
              <p:nvPr/>
            </p:nvGrpSpPr>
            <p:grpSpPr>
              <a:xfrm>
                <a:off x="461225" y="3619500"/>
                <a:ext cx="1851000" cy="370200"/>
                <a:chOff x="461225" y="3249175"/>
                <a:chExt cx="1851000" cy="370200"/>
              </a:xfrm>
            </p:grpSpPr>
            <p:sp>
              <p:nvSpPr>
                <p:cNvPr id="530" name="Google Shape;530;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1" name="Google Shape;53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2" name="Google Shape;53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3" name="Google Shape;53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4" name="Google Shape;53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5" name="Google Shape;535;p23"/>
              <p:cNvGrpSpPr/>
              <p:nvPr/>
            </p:nvGrpSpPr>
            <p:grpSpPr>
              <a:xfrm>
                <a:off x="461225" y="3989700"/>
                <a:ext cx="1851000" cy="370200"/>
                <a:chOff x="461225" y="3249175"/>
                <a:chExt cx="1851000" cy="370200"/>
              </a:xfrm>
            </p:grpSpPr>
            <p:sp>
              <p:nvSpPr>
                <p:cNvPr id="536" name="Google Shape;53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7" name="Google Shape;53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8" name="Google Shape;538;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9" name="Google Shape;539;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0" name="Google Shape;540;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1" name="Google Shape;541;p23"/>
              <p:cNvGrpSpPr/>
              <p:nvPr/>
            </p:nvGrpSpPr>
            <p:grpSpPr>
              <a:xfrm>
                <a:off x="461225" y="4360025"/>
                <a:ext cx="1851000" cy="370200"/>
                <a:chOff x="461225" y="3249175"/>
                <a:chExt cx="1851000" cy="370200"/>
              </a:xfrm>
            </p:grpSpPr>
            <p:sp>
              <p:nvSpPr>
                <p:cNvPr id="542" name="Google Shape;542;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3" name="Google Shape;543;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47" name="Google Shape;547;p2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48" name="Google Shape;548;p23"/>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9" name="Google Shape;549;p23"/>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23"/>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1" name="Google Shape;551;p23"/>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2" name="Google Shape;552;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53" name="Google Shape;553;p23"/>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54" name="Google Shape;554;p23"/>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5" name="Google Shape;555;p23"/>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6" name="Google Shape;556;p23"/>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7" name="Google Shape;557;p23"/>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8" name="Google Shape;558;p23"/>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9" name="Google Shape;559;p23"/>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0" name="Google Shape;560;p23"/>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1" name="Google Shape;561;p23"/>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2" name="Google Shape;562;p23"/>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3" name="Google Shape;563;p23"/>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4" name="Google Shape;564;p23"/>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565" name="Shape 565"/>
        <p:cNvGrpSpPr/>
        <p:nvPr/>
      </p:nvGrpSpPr>
      <p:grpSpPr>
        <a:xfrm>
          <a:off x="0" y="0"/>
          <a:ext cx="0" cy="0"/>
          <a:chOff x="0" y="0"/>
          <a:chExt cx="0" cy="0"/>
        </a:xfrm>
      </p:grpSpPr>
      <p:sp>
        <p:nvSpPr>
          <p:cNvPr id="566" name="Google Shape;566;p24"/>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7" name="Google Shape;567;p24"/>
          <p:cNvSpPr/>
          <p:nvPr>
            <p:ph idx="2" type="pic"/>
          </p:nvPr>
        </p:nvSpPr>
        <p:spPr>
          <a:xfrm>
            <a:off x="6702600" y="-16150"/>
            <a:ext cx="2441400" cy="2574600"/>
          </a:xfrm>
          <a:prstGeom prst="rect">
            <a:avLst/>
          </a:prstGeom>
          <a:noFill/>
          <a:ln>
            <a:noFill/>
          </a:ln>
        </p:spPr>
      </p:sp>
      <p:sp>
        <p:nvSpPr>
          <p:cNvPr id="568" name="Google Shape;568;p24"/>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569" name="Google Shape;569;p24"/>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570" name="Google Shape;570;p24"/>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1" name="Google Shape;571;p24"/>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2" name="Google Shape;572;p24"/>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3" name="Google Shape;573;p24"/>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574" name="Google Shape;574;p2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575" name="Google Shape;575;p24"/>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576" name="Google Shape;576;p24"/>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7" name="Google Shape;577;p24"/>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8" name="Google Shape;578;p24"/>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9" name="Google Shape;579;p24"/>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0" name="Google Shape;580;p24"/>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1" name="Google Shape;581;p24"/>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2" name="Google Shape;582;p24"/>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3" name="Google Shape;583;p24"/>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584" name="Shape 584"/>
        <p:cNvGrpSpPr/>
        <p:nvPr/>
      </p:nvGrpSpPr>
      <p:grpSpPr>
        <a:xfrm>
          <a:off x="0" y="0"/>
          <a:ext cx="0" cy="0"/>
          <a:chOff x="0" y="0"/>
          <a:chExt cx="0" cy="0"/>
        </a:xfrm>
      </p:grpSpPr>
      <p:sp>
        <p:nvSpPr>
          <p:cNvPr id="585" name="Google Shape;585;p25"/>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6" name="Google Shape;586;p25"/>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87" name="Google Shape;587;p25"/>
          <p:cNvSpPr/>
          <p:nvPr>
            <p:ph idx="2" type="pic"/>
          </p:nvPr>
        </p:nvSpPr>
        <p:spPr>
          <a:xfrm>
            <a:off x="5457500" y="0"/>
            <a:ext cx="3686400" cy="5143500"/>
          </a:xfrm>
          <a:prstGeom prst="rect">
            <a:avLst/>
          </a:prstGeom>
          <a:noFill/>
          <a:ln>
            <a:noFill/>
          </a:ln>
        </p:spPr>
      </p:sp>
      <p:sp>
        <p:nvSpPr>
          <p:cNvPr id="588" name="Google Shape;588;p25"/>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589" name="Google Shape;589;p25"/>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590" name="Google Shape;590;p2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1" name="Google Shape;591;p25"/>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2" name="Google Shape;592;p25"/>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593" name="Shape 593"/>
        <p:cNvGrpSpPr/>
        <p:nvPr/>
      </p:nvGrpSpPr>
      <p:grpSpPr>
        <a:xfrm>
          <a:off x="0" y="0"/>
          <a:ext cx="0" cy="0"/>
          <a:chOff x="0" y="0"/>
          <a:chExt cx="0" cy="0"/>
        </a:xfrm>
      </p:grpSpPr>
      <p:grpSp>
        <p:nvGrpSpPr>
          <p:cNvPr id="594" name="Google Shape;594;p26"/>
          <p:cNvGrpSpPr/>
          <p:nvPr/>
        </p:nvGrpSpPr>
        <p:grpSpPr>
          <a:xfrm>
            <a:off x="7704171" y="1036593"/>
            <a:ext cx="1439893" cy="3234395"/>
            <a:chOff x="461225" y="3249175"/>
            <a:chExt cx="1110600" cy="2221578"/>
          </a:xfrm>
        </p:grpSpPr>
        <p:grpSp>
          <p:nvGrpSpPr>
            <p:cNvPr id="595" name="Google Shape;595;p26"/>
            <p:cNvGrpSpPr/>
            <p:nvPr/>
          </p:nvGrpSpPr>
          <p:grpSpPr>
            <a:xfrm>
              <a:off x="831422" y="3249175"/>
              <a:ext cx="740403" cy="2221578"/>
              <a:chOff x="831422" y="3249175"/>
              <a:chExt cx="740403" cy="2221578"/>
            </a:xfrm>
          </p:grpSpPr>
          <p:sp>
            <p:nvSpPr>
              <p:cNvPr id="596" name="Google Shape;596;p26"/>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7" name="Google Shape;597;p26"/>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8" name="Google Shape;598;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599" name="Google Shape;599;p26"/>
            <p:cNvGrpSpPr/>
            <p:nvPr/>
          </p:nvGrpSpPr>
          <p:grpSpPr>
            <a:xfrm>
              <a:off x="461225" y="3619500"/>
              <a:ext cx="1110600" cy="370200"/>
              <a:chOff x="461225" y="3249175"/>
              <a:chExt cx="1110600" cy="370200"/>
            </a:xfrm>
          </p:grpSpPr>
          <p:sp>
            <p:nvSpPr>
              <p:cNvPr id="600" name="Google Shape;600;p26"/>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1" name="Google Shape;601;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2" name="Google Shape;602;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3" name="Google Shape;603;p26"/>
            <p:cNvGrpSpPr/>
            <p:nvPr/>
          </p:nvGrpSpPr>
          <p:grpSpPr>
            <a:xfrm>
              <a:off x="461225" y="3989700"/>
              <a:ext cx="1110600" cy="1110726"/>
              <a:chOff x="461225" y="3249175"/>
              <a:chExt cx="1110600" cy="1110726"/>
            </a:xfrm>
          </p:grpSpPr>
          <p:sp>
            <p:nvSpPr>
              <p:cNvPr id="604" name="Google Shape;604;p26"/>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5" name="Google Shape;605;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6" name="Google Shape;606;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7" name="Google Shape;607;p26"/>
            <p:cNvGrpSpPr/>
            <p:nvPr/>
          </p:nvGrpSpPr>
          <p:grpSpPr>
            <a:xfrm>
              <a:off x="831422" y="4360025"/>
              <a:ext cx="370203" cy="740520"/>
              <a:chOff x="831422" y="3249175"/>
              <a:chExt cx="370203" cy="740520"/>
            </a:xfrm>
          </p:grpSpPr>
          <p:sp>
            <p:nvSpPr>
              <p:cNvPr id="608" name="Google Shape;608;p26"/>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9" name="Google Shape;609;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10" name="Google Shape;610;p26"/>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11" name="Google Shape;611;p2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12" name="Google Shape;612;p26"/>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13" name="Google Shape;613;p26"/>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14" name="Google Shape;614;p26"/>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15" name="Google Shape;615;p26"/>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16" name="Google Shape;616;p26"/>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7" name="Google Shape;617;p26"/>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8" name="Google Shape;618;p26"/>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9" name="Google Shape;619;p26"/>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0" name="Google Shape;620;p26"/>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1" name="Google Shape;621;p26"/>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2" name="Google Shape;622;p26"/>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23" name="Shape 623"/>
        <p:cNvGrpSpPr/>
        <p:nvPr/>
      </p:nvGrpSpPr>
      <p:grpSpPr>
        <a:xfrm>
          <a:off x="0" y="0"/>
          <a:ext cx="0" cy="0"/>
          <a:chOff x="0" y="0"/>
          <a:chExt cx="0" cy="0"/>
        </a:xfrm>
      </p:grpSpPr>
      <p:grpSp>
        <p:nvGrpSpPr>
          <p:cNvPr id="624" name="Google Shape;624;p27"/>
          <p:cNvGrpSpPr/>
          <p:nvPr/>
        </p:nvGrpSpPr>
        <p:grpSpPr>
          <a:xfrm>
            <a:off x="0" y="506850"/>
            <a:ext cx="930250" cy="2593175"/>
            <a:chOff x="0" y="506850"/>
            <a:chExt cx="930250" cy="2593175"/>
          </a:xfrm>
        </p:grpSpPr>
        <p:grpSp>
          <p:nvGrpSpPr>
            <p:cNvPr id="625" name="Google Shape;625;p27"/>
            <p:cNvGrpSpPr/>
            <p:nvPr/>
          </p:nvGrpSpPr>
          <p:grpSpPr>
            <a:xfrm>
              <a:off x="0" y="877050"/>
              <a:ext cx="930250" cy="2222975"/>
              <a:chOff x="1233650" y="2421900"/>
              <a:chExt cx="930250" cy="2222975"/>
            </a:xfrm>
          </p:grpSpPr>
          <p:grpSp>
            <p:nvGrpSpPr>
              <p:cNvPr id="626" name="Google Shape;626;p27"/>
              <p:cNvGrpSpPr/>
              <p:nvPr/>
            </p:nvGrpSpPr>
            <p:grpSpPr>
              <a:xfrm>
                <a:off x="1233650" y="2793625"/>
                <a:ext cx="560050" cy="1851250"/>
                <a:chOff x="1381975" y="3249175"/>
                <a:chExt cx="560050" cy="1851250"/>
              </a:xfrm>
            </p:grpSpPr>
            <p:sp>
              <p:nvSpPr>
                <p:cNvPr id="627" name="Google Shape;627;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8" name="Google Shape;628;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29" name="Google Shape;629;p27"/>
                <p:cNvGrpSpPr/>
                <p:nvPr/>
              </p:nvGrpSpPr>
              <p:grpSpPr>
                <a:xfrm>
                  <a:off x="1381975" y="3989700"/>
                  <a:ext cx="560050" cy="1110725"/>
                  <a:chOff x="1381975" y="3249175"/>
                  <a:chExt cx="560050" cy="1110725"/>
                </a:xfrm>
              </p:grpSpPr>
              <p:sp>
                <p:nvSpPr>
                  <p:cNvPr id="630" name="Google Shape;630;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2" name="Google Shape;632;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33" name="Google Shape;633;p27"/>
                <p:cNvGrpSpPr/>
                <p:nvPr/>
              </p:nvGrpSpPr>
              <p:grpSpPr>
                <a:xfrm>
                  <a:off x="1381975" y="4360025"/>
                  <a:ext cx="560050" cy="370200"/>
                  <a:chOff x="1381975" y="3249175"/>
                  <a:chExt cx="560050" cy="370200"/>
                </a:xfrm>
              </p:grpSpPr>
              <p:sp>
                <p:nvSpPr>
                  <p:cNvPr id="634" name="Google Shape;63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5" name="Google Shape;63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36" name="Google Shape;636;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7" name="Google Shape;637;p27"/>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8" name="Google Shape;638;p27"/>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39" name="Google Shape;639;p27"/>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40" name="Google Shape;640;p27"/>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1" name="Google Shape;641;p27"/>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2" name="Google Shape;642;p27"/>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3" name="Google Shape;643;p27"/>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4" name="Google Shape;644;p27"/>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5" name="Google Shape;645;p27"/>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46" name="Google Shape;646;p27"/>
          <p:cNvGrpSpPr/>
          <p:nvPr/>
        </p:nvGrpSpPr>
        <p:grpSpPr>
          <a:xfrm rot="5400000">
            <a:off x="7381575" y="-838700"/>
            <a:ext cx="930250" cy="2591775"/>
            <a:chOff x="0" y="508250"/>
            <a:chExt cx="930250" cy="2591775"/>
          </a:xfrm>
        </p:grpSpPr>
        <p:grpSp>
          <p:nvGrpSpPr>
            <p:cNvPr id="647" name="Google Shape;647;p27"/>
            <p:cNvGrpSpPr/>
            <p:nvPr/>
          </p:nvGrpSpPr>
          <p:grpSpPr>
            <a:xfrm>
              <a:off x="0" y="877050"/>
              <a:ext cx="930250" cy="2222975"/>
              <a:chOff x="1233650" y="2421900"/>
              <a:chExt cx="930250" cy="2222975"/>
            </a:xfrm>
          </p:grpSpPr>
          <p:grpSp>
            <p:nvGrpSpPr>
              <p:cNvPr id="648" name="Google Shape;648;p27"/>
              <p:cNvGrpSpPr/>
              <p:nvPr/>
            </p:nvGrpSpPr>
            <p:grpSpPr>
              <a:xfrm>
                <a:off x="1233650" y="2793625"/>
                <a:ext cx="930250" cy="1851250"/>
                <a:chOff x="1381975" y="3249175"/>
                <a:chExt cx="930250" cy="1851250"/>
              </a:xfrm>
            </p:grpSpPr>
            <p:grpSp>
              <p:nvGrpSpPr>
                <p:cNvPr id="649" name="Google Shape;649;p27"/>
                <p:cNvGrpSpPr/>
                <p:nvPr/>
              </p:nvGrpSpPr>
              <p:grpSpPr>
                <a:xfrm>
                  <a:off x="1571825" y="3249175"/>
                  <a:ext cx="740400" cy="370200"/>
                  <a:chOff x="1571825" y="3249175"/>
                  <a:chExt cx="740400" cy="370200"/>
                </a:xfrm>
              </p:grpSpPr>
              <p:sp>
                <p:nvSpPr>
                  <p:cNvPr id="650" name="Google Shape;650;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1" name="Google Shape;651;p27"/>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52" name="Google Shape;652;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53" name="Google Shape;653;p27"/>
                <p:cNvGrpSpPr/>
                <p:nvPr/>
              </p:nvGrpSpPr>
              <p:grpSpPr>
                <a:xfrm>
                  <a:off x="1381975" y="3989700"/>
                  <a:ext cx="560050" cy="1110725"/>
                  <a:chOff x="1381975" y="3249175"/>
                  <a:chExt cx="560050" cy="1110725"/>
                </a:xfrm>
              </p:grpSpPr>
              <p:sp>
                <p:nvSpPr>
                  <p:cNvPr id="654" name="Google Shape;65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5" name="Google Shape;65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6" name="Google Shape;656;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57" name="Google Shape;657;p27"/>
                <p:cNvGrpSpPr/>
                <p:nvPr/>
              </p:nvGrpSpPr>
              <p:grpSpPr>
                <a:xfrm>
                  <a:off x="1381975" y="4360025"/>
                  <a:ext cx="560050" cy="370200"/>
                  <a:chOff x="1381975" y="3249175"/>
                  <a:chExt cx="560050" cy="370200"/>
                </a:xfrm>
              </p:grpSpPr>
              <p:sp>
                <p:nvSpPr>
                  <p:cNvPr id="658" name="Google Shape;658;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9" name="Google Shape;659;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60" name="Google Shape;660;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1" name="Google Shape;661;p27"/>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2" name="Google Shape;662;p27"/>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63" name="Google Shape;663;p27"/>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664" name="Google Shape;664;p27"/>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665" name="Google Shape;665;p27"/>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6" name="Google Shape;666;p27"/>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7" name="Google Shape;667;p27"/>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68" name="Google Shape;668;p27"/>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69" name="Google Shape;669;p27"/>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670" name="Google Shape;670;p27"/>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1" name="Google Shape;671;p27"/>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2" name="Google Shape;672;p27"/>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673" name="Shape 673"/>
        <p:cNvGrpSpPr/>
        <p:nvPr/>
      </p:nvGrpSpPr>
      <p:grpSpPr>
        <a:xfrm>
          <a:off x="0" y="0"/>
          <a:ext cx="0" cy="0"/>
          <a:chOff x="0" y="0"/>
          <a:chExt cx="0" cy="0"/>
        </a:xfrm>
      </p:grpSpPr>
      <p:sp>
        <p:nvSpPr>
          <p:cNvPr id="674" name="Google Shape;674;p28"/>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5" name="Google Shape;675;p28"/>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6" name="Google Shape;676;p28"/>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7" name="Google Shape;677;p28"/>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678" name="Google Shape;678;p28"/>
          <p:cNvGrpSpPr/>
          <p:nvPr/>
        </p:nvGrpSpPr>
        <p:grpSpPr>
          <a:xfrm>
            <a:off x="7073603" y="0"/>
            <a:ext cx="2070408" cy="1617374"/>
            <a:chOff x="6787102" y="-57263"/>
            <a:chExt cx="2403260" cy="1877393"/>
          </a:xfrm>
        </p:grpSpPr>
        <p:grpSp>
          <p:nvGrpSpPr>
            <p:cNvPr id="679" name="Google Shape;679;p28"/>
            <p:cNvGrpSpPr/>
            <p:nvPr/>
          </p:nvGrpSpPr>
          <p:grpSpPr>
            <a:xfrm rot="10800000">
              <a:off x="8286413" y="1320355"/>
              <a:ext cx="903863" cy="499775"/>
              <a:chOff x="532097" y="3249175"/>
              <a:chExt cx="669528" cy="370204"/>
            </a:xfrm>
          </p:grpSpPr>
          <p:sp>
            <p:nvSpPr>
              <p:cNvPr id="680" name="Google Shape;680;p28"/>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1" name="Google Shape;681;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2" name="Google Shape;682;p28"/>
            <p:cNvGrpSpPr/>
            <p:nvPr/>
          </p:nvGrpSpPr>
          <p:grpSpPr>
            <a:xfrm rot="10800000">
              <a:off x="6787103" y="820419"/>
              <a:ext cx="2402289" cy="499772"/>
              <a:chOff x="532752" y="3249175"/>
              <a:chExt cx="1779473" cy="370202"/>
            </a:xfrm>
          </p:grpSpPr>
          <p:sp>
            <p:nvSpPr>
              <p:cNvPr id="683" name="Google Shape;683;p28"/>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4" name="Google Shape;684;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5" name="Google Shape;685;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6" name="Google Shape;68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7" name="Google Shape;687;p28"/>
            <p:cNvGrpSpPr/>
            <p:nvPr/>
          </p:nvGrpSpPr>
          <p:grpSpPr>
            <a:xfrm rot="10800000">
              <a:off x="7286873" y="320651"/>
              <a:ext cx="1499310" cy="499770"/>
              <a:chOff x="831425" y="3249175"/>
              <a:chExt cx="1110600" cy="370200"/>
            </a:xfrm>
          </p:grpSpPr>
          <p:sp>
            <p:nvSpPr>
              <p:cNvPr id="688" name="Google Shape;688;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9" name="Google Shape;689;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0" name="Google Shape;690;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91" name="Google Shape;691;p28"/>
            <p:cNvGrpSpPr/>
            <p:nvPr/>
          </p:nvGrpSpPr>
          <p:grpSpPr>
            <a:xfrm rot="10800000">
              <a:off x="6787102" y="-57263"/>
              <a:ext cx="2403260" cy="377865"/>
              <a:chOff x="532032" y="3249173"/>
              <a:chExt cx="1780193" cy="370202"/>
            </a:xfrm>
          </p:grpSpPr>
          <p:sp>
            <p:nvSpPr>
              <p:cNvPr id="692" name="Google Shape;692;p28"/>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3" name="Google Shape;693;p28"/>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4" name="Google Shape;694;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5" name="Google Shape;695;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97" name="Google Shape;697;p28"/>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8" name="Google Shape;698;p28"/>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9" name="Google Shape;699;p28"/>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28"/>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2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02" name="Google Shape;702;p28"/>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03" name="Google Shape;703;p28"/>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04" name="Google Shape;704;p28"/>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5" name="Google Shape;705;p28"/>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6" name="Google Shape;706;p28"/>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7" name="Google Shape;707;p28"/>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8" name="Google Shape;708;p28"/>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09" name="Shape 709"/>
        <p:cNvGrpSpPr/>
        <p:nvPr/>
      </p:nvGrpSpPr>
      <p:grpSpPr>
        <a:xfrm>
          <a:off x="0" y="0"/>
          <a:ext cx="0" cy="0"/>
          <a:chOff x="0" y="0"/>
          <a:chExt cx="0" cy="0"/>
        </a:xfrm>
      </p:grpSpPr>
      <p:sp>
        <p:nvSpPr>
          <p:cNvPr id="710" name="Google Shape;710;p29"/>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1" name="Google Shape;711;p29"/>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2" name="Google Shape;712;p29"/>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3" name="Google Shape;713;p29"/>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4" name="Google Shape;714;p29"/>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15" name="Google Shape;715;p2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16" name="Google Shape;716;p29"/>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17" name="Google Shape;717;p29"/>
          <p:cNvGrpSpPr/>
          <p:nvPr/>
        </p:nvGrpSpPr>
        <p:grpSpPr>
          <a:xfrm>
            <a:off x="7073603" y="0"/>
            <a:ext cx="2070408" cy="1617374"/>
            <a:chOff x="6787102" y="-57263"/>
            <a:chExt cx="2403260" cy="1877393"/>
          </a:xfrm>
        </p:grpSpPr>
        <p:grpSp>
          <p:nvGrpSpPr>
            <p:cNvPr id="718" name="Google Shape;718;p29"/>
            <p:cNvGrpSpPr/>
            <p:nvPr/>
          </p:nvGrpSpPr>
          <p:grpSpPr>
            <a:xfrm rot="10800000">
              <a:off x="8286413" y="1320355"/>
              <a:ext cx="903863" cy="499775"/>
              <a:chOff x="532097" y="3249175"/>
              <a:chExt cx="669528" cy="370204"/>
            </a:xfrm>
          </p:grpSpPr>
          <p:sp>
            <p:nvSpPr>
              <p:cNvPr id="719" name="Google Shape;719;p29"/>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0" name="Google Shape;720;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1" name="Google Shape;721;p29"/>
            <p:cNvGrpSpPr/>
            <p:nvPr/>
          </p:nvGrpSpPr>
          <p:grpSpPr>
            <a:xfrm rot="10800000">
              <a:off x="6787103" y="820419"/>
              <a:ext cx="2402289" cy="499772"/>
              <a:chOff x="532752" y="3249175"/>
              <a:chExt cx="1779473" cy="370202"/>
            </a:xfrm>
          </p:grpSpPr>
          <p:sp>
            <p:nvSpPr>
              <p:cNvPr id="722" name="Google Shape;722;p29"/>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3" name="Google Shape;723;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4" name="Google Shape;724;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5" name="Google Shape;72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6" name="Google Shape;726;p29"/>
            <p:cNvGrpSpPr/>
            <p:nvPr/>
          </p:nvGrpSpPr>
          <p:grpSpPr>
            <a:xfrm rot="10800000">
              <a:off x="7286873" y="320651"/>
              <a:ext cx="1499310" cy="499770"/>
              <a:chOff x="831425" y="3249175"/>
              <a:chExt cx="1110600" cy="370200"/>
            </a:xfrm>
          </p:grpSpPr>
          <p:sp>
            <p:nvSpPr>
              <p:cNvPr id="727" name="Google Shape;727;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8" name="Google Shape;728;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0" name="Google Shape;730;p29"/>
            <p:cNvGrpSpPr/>
            <p:nvPr/>
          </p:nvGrpSpPr>
          <p:grpSpPr>
            <a:xfrm rot="10800000">
              <a:off x="6787102" y="-57263"/>
              <a:ext cx="2403260" cy="377865"/>
              <a:chOff x="532032" y="3249173"/>
              <a:chExt cx="1780193" cy="370202"/>
            </a:xfrm>
          </p:grpSpPr>
          <p:sp>
            <p:nvSpPr>
              <p:cNvPr id="731" name="Google Shape;731;p29"/>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2" name="Google Shape;732;p29"/>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3" name="Google Shape;733;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36" name="Google Shape;736;p29"/>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7" name="Google Shape;737;p29"/>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29"/>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29"/>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29"/>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1" name="Google Shape;741;p29"/>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2" name="Google Shape;742;p29"/>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3" name="Google Shape;743;p29"/>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4" name="Google Shape;744;p29"/>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5" name="Google Shape;745;p29"/>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6" name="Google Shape;746;p29"/>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7" name="Google Shape;747;p29"/>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8" name="Google Shape;748;p29"/>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49" name="Google Shape;749;p29"/>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50" name="Shape 750"/>
        <p:cNvGrpSpPr/>
        <p:nvPr/>
      </p:nvGrpSpPr>
      <p:grpSpPr>
        <a:xfrm>
          <a:off x="0" y="0"/>
          <a:ext cx="0" cy="0"/>
          <a:chOff x="0" y="0"/>
          <a:chExt cx="0" cy="0"/>
        </a:xfrm>
      </p:grpSpPr>
      <p:sp>
        <p:nvSpPr>
          <p:cNvPr id="751" name="Google Shape;751;p30"/>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52" name="Google Shape;752;p30"/>
          <p:cNvGrpSpPr/>
          <p:nvPr/>
        </p:nvGrpSpPr>
        <p:grpSpPr>
          <a:xfrm rot="10800000">
            <a:off x="5657179" y="-1"/>
            <a:ext cx="3486840" cy="2906092"/>
            <a:chOff x="312900" y="2793625"/>
            <a:chExt cx="2221200" cy="1851250"/>
          </a:xfrm>
        </p:grpSpPr>
        <p:grpSp>
          <p:nvGrpSpPr>
            <p:cNvPr id="753" name="Google Shape;753;p30"/>
            <p:cNvGrpSpPr/>
            <p:nvPr/>
          </p:nvGrpSpPr>
          <p:grpSpPr>
            <a:xfrm>
              <a:off x="312900" y="2793625"/>
              <a:ext cx="1851000" cy="1851250"/>
              <a:chOff x="461225" y="3249175"/>
              <a:chExt cx="1851000" cy="1851250"/>
            </a:xfrm>
          </p:grpSpPr>
          <p:grpSp>
            <p:nvGrpSpPr>
              <p:cNvPr id="754" name="Google Shape;754;p30"/>
              <p:cNvGrpSpPr/>
              <p:nvPr/>
            </p:nvGrpSpPr>
            <p:grpSpPr>
              <a:xfrm>
                <a:off x="461225" y="3249175"/>
                <a:ext cx="1851000" cy="370200"/>
                <a:chOff x="461225" y="3249175"/>
                <a:chExt cx="1851000" cy="370200"/>
              </a:xfrm>
            </p:grpSpPr>
            <p:sp>
              <p:nvSpPr>
                <p:cNvPr id="755" name="Google Shape;755;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6" name="Google Shape;756;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7" name="Google Shape;757;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8" name="Google Shape;758;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59" name="Google Shape;759;p30"/>
              <p:cNvGrpSpPr/>
              <p:nvPr/>
            </p:nvGrpSpPr>
            <p:grpSpPr>
              <a:xfrm>
                <a:off x="461225" y="3619500"/>
                <a:ext cx="1851000" cy="370200"/>
                <a:chOff x="461225" y="3249175"/>
                <a:chExt cx="1851000" cy="370200"/>
              </a:xfrm>
            </p:grpSpPr>
            <p:sp>
              <p:nvSpPr>
                <p:cNvPr id="760" name="Google Shape;760;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1" name="Google Shape;76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2" name="Google Shape;76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3" name="Google Shape;76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4" name="Google Shape;76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5" name="Google Shape;765;p30"/>
              <p:cNvGrpSpPr/>
              <p:nvPr/>
            </p:nvGrpSpPr>
            <p:grpSpPr>
              <a:xfrm>
                <a:off x="461225" y="3989700"/>
                <a:ext cx="1480800" cy="1110725"/>
                <a:chOff x="461225" y="3249175"/>
                <a:chExt cx="1480800" cy="1110725"/>
              </a:xfrm>
            </p:grpSpPr>
            <p:sp>
              <p:nvSpPr>
                <p:cNvPr id="766" name="Google Shape;766;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7" name="Google Shape;767;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0" name="Google Shape;770;p30"/>
              <p:cNvGrpSpPr/>
              <p:nvPr/>
            </p:nvGrpSpPr>
            <p:grpSpPr>
              <a:xfrm>
                <a:off x="831425" y="4360025"/>
                <a:ext cx="1480800" cy="370200"/>
                <a:chOff x="831425" y="3249175"/>
                <a:chExt cx="1480800" cy="370200"/>
              </a:xfrm>
            </p:grpSpPr>
            <p:sp>
              <p:nvSpPr>
                <p:cNvPr id="771" name="Google Shape;77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2" name="Google Shape;77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75" name="Google Shape;775;p30"/>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76" name="Google Shape;776;p30"/>
          <p:cNvSpPr/>
          <p:nvPr>
            <p:ph idx="2" type="pic"/>
          </p:nvPr>
        </p:nvSpPr>
        <p:spPr>
          <a:xfrm>
            <a:off x="1200750" y="984738"/>
            <a:ext cx="1649400" cy="1649400"/>
          </a:xfrm>
          <a:prstGeom prst="ellipse">
            <a:avLst/>
          </a:prstGeom>
          <a:noFill/>
          <a:ln>
            <a:noFill/>
          </a:ln>
        </p:spPr>
      </p:sp>
      <p:sp>
        <p:nvSpPr>
          <p:cNvPr id="777" name="Google Shape;777;p30"/>
          <p:cNvSpPr/>
          <p:nvPr>
            <p:ph idx="3" type="pic"/>
          </p:nvPr>
        </p:nvSpPr>
        <p:spPr>
          <a:xfrm>
            <a:off x="3747300" y="921988"/>
            <a:ext cx="1649400" cy="1649400"/>
          </a:xfrm>
          <a:prstGeom prst="ellipse">
            <a:avLst/>
          </a:prstGeom>
          <a:noFill/>
          <a:ln>
            <a:noFill/>
          </a:ln>
        </p:spPr>
      </p:sp>
      <p:sp>
        <p:nvSpPr>
          <p:cNvPr id="778" name="Google Shape;778;p30"/>
          <p:cNvSpPr/>
          <p:nvPr>
            <p:ph idx="4" type="pic"/>
          </p:nvPr>
        </p:nvSpPr>
        <p:spPr>
          <a:xfrm>
            <a:off x="6080650" y="941438"/>
            <a:ext cx="1649400" cy="1649400"/>
          </a:xfrm>
          <a:prstGeom prst="ellipse">
            <a:avLst/>
          </a:prstGeom>
          <a:noFill/>
          <a:ln>
            <a:noFill/>
          </a:ln>
        </p:spPr>
      </p:sp>
      <p:sp>
        <p:nvSpPr>
          <p:cNvPr id="779" name="Google Shape;779;p30"/>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0" name="Google Shape;780;p30"/>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1" name="Google Shape;781;p30"/>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2" name="Google Shape;782;p30"/>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3" name="Google Shape;783;p30"/>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4" name="Google Shape;784;p30"/>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5" name="Google Shape;785;p30"/>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86" name="Google Shape;786;p3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787" name="Shape 787"/>
        <p:cNvGrpSpPr/>
        <p:nvPr/>
      </p:nvGrpSpPr>
      <p:grpSpPr>
        <a:xfrm>
          <a:off x="0" y="0"/>
          <a:ext cx="0" cy="0"/>
          <a:chOff x="0" y="0"/>
          <a:chExt cx="0" cy="0"/>
        </a:xfrm>
      </p:grpSpPr>
      <p:sp>
        <p:nvSpPr>
          <p:cNvPr id="788" name="Google Shape;788;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89" name="Google Shape;789;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90" name="Shape 790"/>
        <p:cNvGrpSpPr/>
        <p:nvPr/>
      </p:nvGrpSpPr>
      <p:grpSpPr>
        <a:xfrm>
          <a:off x="0" y="0"/>
          <a:ext cx="0" cy="0"/>
          <a:chOff x="0" y="0"/>
          <a:chExt cx="0" cy="0"/>
        </a:xfrm>
      </p:grpSpPr>
      <p:sp>
        <p:nvSpPr>
          <p:cNvPr id="791" name="Google Shape;791;p3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792" name="Shape 792"/>
        <p:cNvGrpSpPr/>
        <p:nvPr/>
      </p:nvGrpSpPr>
      <p:grpSpPr>
        <a:xfrm>
          <a:off x="0" y="0"/>
          <a:ext cx="0" cy="0"/>
          <a:chOff x="0" y="0"/>
          <a:chExt cx="0" cy="0"/>
        </a:xfrm>
      </p:grpSpPr>
      <p:sp>
        <p:nvSpPr>
          <p:cNvPr id="793" name="Google Shape;793;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4" name="Google Shape;794;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795" name="Shape 795"/>
        <p:cNvGrpSpPr/>
        <p:nvPr/>
      </p:nvGrpSpPr>
      <p:grpSpPr>
        <a:xfrm>
          <a:off x="0" y="0"/>
          <a:ext cx="0" cy="0"/>
          <a:chOff x="0" y="0"/>
          <a:chExt cx="0" cy="0"/>
        </a:xfrm>
      </p:grpSpPr>
      <p:sp>
        <p:nvSpPr>
          <p:cNvPr id="796" name="Google Shape;796;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7" name="Google Shape;797;p3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98" name="Google Shape;798;p34"/>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99" name="Shape 799"/>
        <p:cNvGrpSpPr/>
        <p:nvPr/>
      </p:nvGrpSpPr>
      <p:grpSpPr>
        <a:xfrm>
          <a:off x="0" y="0"/>
          <a:ext cx="0" cy="0"/>
          <a:chOff x="0" y="0"/>
          <a:chExt cx="0" cy="0"/>
        </a:xfrm>
      </p:grpSpPr>
      <p:sp>
        <p:nvSpPr>
          <p:cNvPr id="800" name="Google Shape;800;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01" name="Shape 801"/>
        <p:cNvGrpSpPr/>
        <p:nvPr/>
      </p:nvGrpSpPr>
      <p:grpSpPr>
        <a:xfrm>
          <a:off x="0" y="0"/>
          <a:ext cx="0" cy="0"/>
          <a:chOff x="0" y="0"/>
          <a:chExt cx="0" cy="0"/>
        </a:xfrm>
      </p:grpSpPr>
      <p:sp>
        <p:nvSpPr>
          <p:cNvPr id="802" name="Google Shape;802;p36"/>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3" name="Google Shape;803;p3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04" name="Shape 804"/>
        <p:cNvGrpSpPr/>
        <p:nvPr/>
      </p:nvGrpSpPr>
      <p:grpSpPr>
        <a:xfrm>
          <a:off x="0" y="0"/>
          <a:ext cx="0" cy="0"/>
          <a:chOff x="0" y="0"/>
          <a:chExt cx="0" cy="0"/>
        </a:xfrm>
      </p:grpSpPr>
      <p:sp>
        <p:nvSpPr>
          <p:cNvPr id="805" name="Google Shape;805;p37"/>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06" name="Shape 806"/>
        <p:cNvGrpSpPr/>
        <p:nvPr/>
      </p:nvGrpSpPr>
      <p:grpSpPr>
        <a:xfrm>
          <a:off x="0" y="0"/>
          <a:ext cx="0" cy="0"/>
          <a:chOff x="0" y="0"/>
          <a:chExt cx="0" cy="0"/>
        </a:xfrm>
      </p:grpSpPr>
      <p:sp>
        <p:nvSpPr>
          <p:cNvPr id="807" name="Google Shape;807;p3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08" name="Google Shape;808;p3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09" name="Google Shape;809;p3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10" name="Shape 810"/>
        <p:cNvGrpSpPr/>
        <p:nvPr/>
      </p:nvGrpSpPr>
      <p:grpSpPr>
        <a:xfrm>
          <a:off x="0" y="0"/>
          <a:ext cx="0" cy="0"/>
          <a:chOff x="0" y="0"/>
          <a:chExt cx="0" cy="0"/>
        </a:xfrm>
      </p:grpSpPr>
      <p:sp>
        <p:nvSpPr>
          <p:cNvPr id="811" name="Google Shape;811;p3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12" name="Shape 812"/>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13" name="Shape 813"/>
        <p:cNvGrpSpPr/>
        <p:nvPr/>
      </p:nvGrpSpPr>
      <p:grpSpPr>
        <a:xfrm>
          <a:off x="0" y="0"/>
          <a:ext cx="0" cy="0"/>
          <a:chOff x="0" y="0"/>
          <a:chExt cx="0" cy="0"/>
        </a:xfrm>
      </p:grpSpPr>
      <p:sp>
        <p:nvSpPr>
          <p:cNvPr id="814" name="Google Shape;814;p4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15" name="Google Shape;815;p4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6" name="Google Shape;816;p4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7" name="Google Shape;817;p4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8" name="Google Shape;818;p4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9" name="Google Shape;819;p4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0" name="Google Shape;820;p4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21" name="Shape 821"/>
        <p:cNvGrpSpPr/>
        <p:nvPr/>
      </p:nvGrpSpPr>
      <p:grpSpPr>
        <a:xfrm>
          <a:off x="0" y="0"/>
          <a:ext cx="0" cy="0"/>
          <a:chOff x="0" y="0"/>
          <a:chExt cx="0" cy="0"/>
        </a:xfrm>
      </p:grpSpPr>
      <p:sp>
        <p:nvSpPr>
          <p:cNvPr id="822" name="Google Shape;822;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3" name="Google Shape;823;p4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4" name="Google Shape;824;p4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25" name="Shape 825"/>
        <p:cNvGrpSpPr/>
        <p:nvPr/>
      </p:nvGrpSpPr>
      <p:grpSpPr>
        <a:xfrm>
          <a:off x="0" y="0"/>
          <a:ext cx="0" cy="0"/>
          <a:chOff x="0" y="0"/>
          <a:chExt cx="0" cy="0"/>
        </a:xfrm>
      </p:grpSpPr>
      <p:sp>
        <p:nvSpPr>
          <p:cNvPr id="826" name="Google Shape;826;p4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7" name="Google Shape;827;p4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8" name="Google Shape;828;p4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29" name="Google Shape;829;p4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0" name="Google Shape;830;p4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31" name="Shape 831"/>
        <p:cNvGrpSpPr/>
        <p:nvPr/>
      </p:nvGrpSpPr>
      <p:grpSpPr>
        <a:xfrm>
          <a:off x="0" y="0"/>
          <a:ext cx="0" cy="0"/>
          <a:chOff x="0" y="0"/>
          <a:chExt cx="0" cy="0"/>
        </a:xfrm>
      </p:grpSpPr>
      <p:sp>
        <p:nvSpPr>
          <p:cNvPr id="832" name="Google Shape;832;p4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33" name="Google Shape;833;p4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34" name="Google Shape;834;p4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5" name="Google Shape;835;p4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6" name="Google Shape;836;p4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7" name="Google Shape;837;p4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8" name="Google Shape;838;p4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39" name="Shape 839"/>
        <p:cNvGrpSpPr/>
        <p:nvPr/>
      </p:nvGrpSpPr>
      <p:grpSpPr>
        <a:xfrm>
          <a:off x="0" y="0"/>
          <a:ext cx="0" cy="0"/>
          <a:chOff x="0" y="0"/>
          <a:chExt cx="0" cy="0"/>
        </a:xfrm>
      </p:grpSpPr>
      <p:sp>
        <p:nvSpPr>
          <p:cNvPr id="840" name="Google Shape;840;p4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41" name="Google Shape;841;p4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2" name="Google Shape;842;p4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4" name="Google Shape;844;p4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5" name="Google Shape;845;p4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6" name="Google Shape;846;p4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7" name="Google Shape;847;p4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8" name="Google Shape;848;p4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49" name="Shape 849"/>
        <p:cNvGrpSpPr/>
        <p:nvPr/>
      </p:nvGrpSpPr>
      <p:grpSpPr>
        <a:xfrm>
          <a:off x="0" y="0"/>
          <a:ext cx="0" cy="0"/>
          <a:chOff x="0" y="0"/>
          <a:chExt cx="0" cy="0"/>
        </a:xfrm>
      </p:grpSpPr>
      <p:sp>
        <p:nvSpPr>
          <p:cNvPr id="850" name="Google Shape;850;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1" name="Google Shape;851;p4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52" name="Shape 852"/>
        <p:cNvGrpSpPr/>
        <p:nvPr/>
      </p:nvGrpSpPr>
      <p:grpSpPr>
        <a:xfrm>
          <a:off x="0" y="0"/>
          <a:ext cx="0" cy="0"/>
          <a:chOff x="0" y="0"/>
          <a:chExt cx="0" cy="0"/>
        </a:xfrm>
      </p:grpSpPr>
      <p:sp>
        <p:nvSpPr>
          <p:cNvPr id="853" name="Google Shape;853;p4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54" name="Google Shape;854;p47"/>
          <p:cNvSpPr/>
          <p:nvPr>
            <p:ph idx="2" type="pic"/>
          </p:nvPr>
        </p:nvSpPr>
        <p:spPr>
          <a:xfrm>
            <a:off x="4804825" y="1133300"/>
            <a:ext cx="4027500" cy="2392800"/>
          </a:xfrm>
          <a:prstGeom prst="rect">
            <a:avLst/>
          </a:prstGeom>
          <a:noFill/>
          <a:ln>
            <a:noFill/>
          </a:ln>
        </p:spPr>
      </p:sp>
      <p:sp>
        <p:nvSpPr>
          <p:cNvPr id="855" name="Google Shape;855;p47"/>
          <p:cNvSpPr/>
          <p:nvPr>
            <p:ph idx="3" type="pic"/>
          </p:nvPr>
        </p:nvSpPr>
        <p:spPr>
          <a:xfrm>
            <a:off x="311725" y="1133300"/>
            <a:ext cx="4027500" cy="2392800"/>
          </a:xfrm>
          <a:prstGeom prst="rect">
            <a:avLst/>
          </a:prstGeom>
          <a:noFill/>
          <a:ln>
            <a:noFill/>
          </a:ln>
        </p:spPr>
      </p:sp>
      <p:sp>
        <p:nvSpPr>
          <p:cNvPr id="856" name="Google Shape;856;p4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57" name="Google Shape;857;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8" name="Google Shape;858;p4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59" name="Google Shape;859;p4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860" name="Shape 860"/>
        <p:cNvGrpSpPr/>
        <p:nvPr/>
      </p:nvGrpSpPr>
      <p:grpSpPr>
        <a:xfrm>
          <a:off x="0" y="0"/>
          <a:ext cx="0" cy="0"/>
          <a:chOff x="0" y="0"/>
          <a:chExt cx="0" cy="0"/>
        </a:xfrm>
      </p:grpSpPr>
      <p:sp>
        <p:nvSpPr>
          <p:cNvPr id="861" name="Google Shape;861;p4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2" name="Google Shape;862;p48"/>
          <p:cNvSpPr/>
          <p:nvPr>
            <p:ph idx="2" type="pic"/>
          </p:nvPr>
        </p:nvSpPr>
        <p:spPr>
          <a:xfrm>
            <a:off x="6205225" y="1128325"/>
            <a:ext cx="2627100" cy="2273100"/>
          </a:xfrm>
          <a:prstGeom prst="rect">
            <a:avLst/>
          </a:prstGeom>
          <a:noFill/>
          <a:ln>
            <a:noFill/>
          </a:ln>
        </p:spPr>
      </p:sp>
      <p:sp>
        <p:nvSpPr>
          <p:cNvPr id="863" name="Google Shape;863;p48"/>
          <p:cNvSpPr/>
          <p:nvPr>
            <p:ph idx="3" type="pic"/>
          </p:nvPr>
        </p:nvSpPr>
        <p:spPr>
          <a:xfrm>
            <a:off x="311725" y="1128325"/>
            <a:ext cx="2627100" cy="2273100"/>
          </a:xfrm>
          <a:prstGeom prst="rect">
            <a:avLst/>
          </a:prstGeom>
          <a:noFill/>
          <a:ln>
            <a:noFill/>
          </a:ln>
        </p:spPr>
      </p:sp>
      <p:sp>
        <p:nvSpPr>
          <p:cNvPr id="864" name="Google Shape;864;p4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5" name="Google Shape;865;p48"/>
          <p:cNvSpPr/>
          <p:nvPr>
            <p:ph idx="5" type="pic"/>
          </p:nvPr>
        </p:nvSpPr>
        <p:spPr>
          <a:xfrm>
            <a:off x="3255250" y="1128325"/>
            <a:ext cx="2627100" cy="2273100"/>
          </a:xfrm>
          <a:prstGeom prst="rect">
            <a:avLst/>
          </a:prstGeom>
          <a:noFill/>
          <a:ln>
            <a:noFill/>
          </a:ln>
        </p:spPr>
      </p:sp>
      <p:sp>
        <p:nvSpPr>
          <p:cNvPr id="866" name="Google Shape;866;p4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7" name="Google Shape;867;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4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69" name="Google Shape;869;p4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70" name="Google Shape;870;p4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871" name="Shape 871"/>
        <p:cNvGrpSpPr/>
        <p:nvPr/>
      </p:nvGrpSpPr>
      <p:grpSpPr>
        <a:xfrm>
          <a:off x="0" y="0"/>
          <a:ext cx="0" cy="0"/>
          <a:chOff x="0" y="0"/>
          <a:chExt cx="0" cy="0"/>
        </a:xfrm>
      </p:grpSpPr>
      <p:sp>
        <p:nvSpPr>
          <p:cNvPr id="872" name="Google Shape;872;p4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873" name="Shape 873"/>
        <p:cNvGrpSpPr/>
        <p:nvPr/>
      </p:nvGrpSpPr>
      <p:grpSpPr>
        <a:xfrm>
          <a:off x="0" y="0"/>
          <a:ext cx="0" cy="0"/>
          <a:chOff x="0" y="0"/>
          <a:chExt cx="0" cy="0"/>
        </a:xfrm>
      </p:grpSpPr>
      <p:sp>
        <p:nvSpPr>
          <p:cNvPr id="874" name="Google Shape;874;p50"/>
          <p:cNvSpPr/>
          <p:nvPr>
            <p:ph idx="2" type="pic"/>
          </p:nvPr>
        </p:nvSpPr>
        <p:spPr>
          <a:xfrm>
            <a:off x="3389600" y="118913"/>
            <a:ext cx="1643700" cy="1535100"/>
          </a:xfrm>
          <a:prstGeom prst="rect">
            <a:avLst/>
          </a:prstGeom>
          <a:noFill/>
          <a:ln>
            <a:noFill/>
          </a:ln>
        </p:spPr>
      </p:sp>
      <p:sp>
        <p:nvSpPr>
          <p:cNvPr id="875" name="Google Shape;875;p50"/>
          <p:cNvSpPr/>
          <p:nvPr>
            <p:ph idx="3" type="pic"/>
          </p:nvPr>
        </p:nvSpPr>
        <p:spPr>
          <a:xfrm>
            <a:off x="5195935" y="118913"/>
            <a:ext cx="1643700" cy="1535100"/>
          </a:xfrm>
          <a:prstGeom prst="rect">
            <a:avLst/>
          </a:prstGeom>
          <a:noFill/>
          <a:ln>
            <a:noFill/>
          </a:ln>
        </p:spPr>
      </p:sp>
      <p:sp>
        <p:nvSpPr>
          <p:cNvPr id="876" name="Google Shape;876;p50"/>
          <p:cNvSpPr/>
          <p:nvPr>
            <p:ph idx="4" type="pic"/>
          </p:nvPr>
        </p:nvSpPr>
        <p:spPr>
          <a:xfrm>
            <a:off x="7002270" y="118913"/>
            <a:ext cx="1643700" cy="1535100"/>
          </a:xfrm>
          <a:prstGeom prst="rect">
            <a:avLst/>
          </a:prstGeom>
          <a:noFill/>
          <a:ln>
            <a:noFill/>
          </a:ln>
        </p:spPr>
      </p:sp>
      <p:sp>
        <p:nvSpPr>
          <p:cNvPr id="877" name="Google Shape;877;p50"/>
          <p:cNvSpPr/>
          <p:nvPr>
            <p:ph idx="5" type="pic"/>
          </p:nvPr>
        </p:nvSpPr>
        <p:spPr>
          <a:xfrm>
            <a:off x="3389588" y="1804212"/>
            <a:ext cx="1643700" cy="1535100"/>
          </a:xfrm>
          <a:prstGeom prst="rect">
            <a:avLst/>
          </a:prstGeom>
          <a:noFill/>
          <a:ln>
            <a:noFill/>
          </a:ln>
        </p:spPr>
      </p:sp>
      <p:sp>
        <p:nvSpPr>
          <p:cNvPr id="878" name="Google Shape;878;p50"/>
          <p:cNvSpPr/>
          <p:nvPr>
            <p:ph idx="6" type="pic"/>
          </p:nvPr>
        </p:nvSpPr>
        <p:spPr>
          <a:xfrm>
            <a:off x="5195922" y="1804212"/>
            <a:ext cx="1643700" cy="1535100"/>
          </a:xfrm>
          <a:prstGeom prst="rect">
            <a:avLst/>
          </a:prstGeom>
          <a:noFill/>
          <a:ln>
            <a:noFill/>
          </a:ln>
        </p:spPr>
      </p:sp>
      <p:sp>
        <p:nvSpPr>
          <p:cNvPr id="879" name="Google Shape;879;p50"/>
          <p:cNvSpPr/>
          <p:nvPr>
            <p:ph idx="7" type="pic"/>
          </p:nvPr>
        </p:nvSpPr>
        <p:spPr>
          <a:xfrm>
            <a:off x="7002257" y="1804212"/>
            <a:ext cx="1643700" cy="1535100"/>
          </a:xfrm>
          <a:prstGeom prst="rect">
            <a:avLst/>
          </a:prstGeom>
          <a:noFill/>
          <a:ln>
            <a:noFill/>
          </a:ln>
        </p:spPr>
      </p:sp>
      <p:sp>
        <p:nvSpPr>
          <p:cNvPr id="880" name="Google Shape;880;p5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1" name="Google Shape;881;p50"/>
          <p:cNvSpPr/>
          <p:nvPr>
            <p:ph idx="8" type="pic"/>
          </p:nvPr>
        </p:nvSpPr>
        <p:spPr>
          <a:xfrm>
            <a:off x="3389588" y="3489487"/>
            <a:ext cx="1643700" cy="1535100"/>
          </a:xfrm>
          <a:prstGeom prst="rect">
            <a:avLst/>
          </a:prstGeom>
          <a:noFill/>
          <a:ln>
            <a:noFill/>
          </a:ln>
        </p:spPr>
      </p:sp>
      <p:sp>
        <p:nvSpPr>
          <p:cNvPr id="882" name="Google Shape;882;p50"/>
          <p:cNvSpPr/>
          <p:nvPr>
            <p:ph idx="9" type="pic"/>
          </p:nvPr>
        </p:nvSpPr>
        <p:spPr>
          <a:xfrm>
            <a:off x="5195922" y="3489487"/>
            <a:ext cx="1643700" cy="1535100"/>
          </a:xfrm>
          <a:prstGeom prst="rect">
            <a:avLst/>
          </a:prstGeom>
          <a:noFill/>
          <a:ln>
            <a:noFill/>
          </a:ln>
        </p:spPr>
      </p:sp>
      <p:sp>
        <p:nvSpPr>
          <p:cNvPr id="883" name="Google Shape;883;p5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7" name="Google Shape;7;p1"/>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8" name="Google Shape;8;p1"/>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mc:AlternateContent>
    <mc:Choice Requires="p14">
      <p:transition spd="med">
        <p14:prism dir="l"/>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3.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gif"/><Relationship Id="rId4" Type="http://schemas.openxmlformats.org/officeDocument/2006/relationships/image" Target="../media/image4.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6.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51"/>
          <p:cNvSpPr txBox="1"/>
          <p:nvPr>
            <p:ph idx="2" type="subTitle"/>
          </p:nvPr>
        </p:nvSpPr>
        <p:spPr>
          <a:xfrm>
            <a:off x="138475" y="228600"/>
            <a:ext cx="2285100" cy="653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Sora"/>
                <a:ea typeface="Sora"/>
                <a:cs typeface="Sora"/>
                <a:sym typeface="Sora"/>
              </a:rPr>
              <a:t>PHYS3211 : Advanced Computational Problem Solving</a:t>
            </a:r>
            <a:endParaRPr>
              <a:latin typeface="Sora"/>
              <a:ea typeface="Sora"/>
              <a:cs typeface="Sora"/>
              <a:sym typeface="Sora"/>
            </a:endParaRPr>
          </a:p>
        </p:txBody>
      </p:sp>
      <p:sp>
        <p:nvSpPr>
          <p:cNvPr id="889" name="Google Shape;889;p51"/>
          <p:cNvSpPr txBox="1"/>
          <p:nvPr>
            <p:ph type="title"/>
          </p:nvPr>
        </p:nvSpPr>
        <p:spPr>
          <a:xfrm>
            <a:off x="74700" y="2800350"/>
            <a:ext cx="6634200" cy="1636800"/>
          </a:xfrm>
          <a:prstGeom prst="rect">
            <a:avLst/>
          </a:prstGeom>
        </p:spPr>
        <p:txBody>
          <a:bodyPr anchorCtr="0" anchor="b" bIns="91425" lIns="91425" spcFirstLastPara="1" rIns="91425" wrap="square" tIns="91425">
            <a:noAutofit/>
          </a:bodyPr>
          <a:lstStyle/>
          <a:p>
            <a:pPr indent="0" lvl="0" marL="0" rtl="0" algn="l">
              <a:lnSpc>
                <a:spcPct val="80000"/>
              </a:lnSpc>
              <a:spcBef>
                <a:spcPts val="0"/>
              </a:spcBef>
              <a:spcAft>
                <a:spcPts val="0"/>
              </a:spcAft>
              <a:buNone/>
            </a:pPr>
            <a:r>
              <a:rPr b="1" lang="en" sz="6000"/>
              <a:t>Physics-Informed Neural Nets</a:t>
            </a:r>
            <a:endParaRPr b="1" sz="6000"/>
          </a:p>
        </p:txBody>
      </p:sp>
      <p:sp>
        <p:nvSpPr>
          <p:cNvPr id="890" name="Google Shape;890;p51"/>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Sora"/>
                <a:ea typeface="Sora"/>
                <a:cs typeface="Sora"/>
                <a:sym typeface="Sora"/>
              </a:rPr>
              <a:t>By: Aidan D’Alonzo</a:t>
            </a:r>
            <a:endParaRPr>
              <a:latin typeface="Sora"/>
              <a:ea typeface="Sora"/>
              <a:cs typeface="Sora"/>
              <a:sym typeface="S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52"/>
          <p:cNvSpPr txBox="1"/>
          <p:nvPr>
            <p:ph idx="13" type="title"/>
          </p:nvPr>
        </p:nvSpPr>
        <p:spPr>
          <a:xfrm>
            <a:off x="115025" y="115500"/>
            <a:ext cx="6440400" cy="808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sz="4500">
                <a:solidFill>
                  <a:srgbClr val="000000"/>
                </a:solidFill>
              </a:rPr>
              <a:t>Background</a:t>
            </a:r>
            <a:endParaRPr b="1" sz="4500">
              <a:solidFill>
                <a:srgbClr val="000000"/>
              </a:solidFill>
            </a:endParaRPr>
          </a:p>
        </p:txBody>
      </p:sp>
      <p:sp>
        <p:nvSpPr>
          <p:cNvPr id="896" name="Google Shape;896;p52"/>
          <p:cNvSpPr txBox="1"/>
          <p:nvPr/>
        </p:nvSpPr>
        <p:spPr>
          <a:xfrm>
            <a:off x="275550" y="923700"/>
            <a:ext cx="8686800" cy="427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00">
                <a:solidFill>
                  <a:srgbClr val="1F1F1F"/>
                </a:solidFill>
                <a:latin typeface="IBM Plex Sans"/>
                <a:ea typeface="IBM Plex Sans"/>
                <a:cs typeface="IBM Plex Sans"/>
                <a:sym typeface="IBM Plex Sans"/>
              </a:rPr>
              <a:t>What is a PiNN?</a:t>
            </a:r>
            <a:endParaRPr b="1" sz="1300">
              <a:solidFill>
                <a:srgbClr val="1F1F1F"/>
              </a:solidFill>
              <a:latin typeface="IBM Plex Sans"/>
              <a:ea typeface="IBM Plex Sans"/>
              <a:cs typeface="IBM Plex Sans"/>
              <a:sym typeface="IBM Plex Sans"/>
            </a:endParaRPr>
          </a:p>
          <a:p>
            <a:pPr indent="-311150" lvl="0" marL="457200" rtl="0" algn="l">
              <a:lnSpc>
                <a:spcPct val="115000"/>
              </a:lnSpc>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A neural network that incorporates the physical laws of a system, </a:t>
            </a:r>
            <a:endParaRPr sz="1300">
              <a:solidFill>
                <a:srgbClr val="1F1F1F"/>
              </a:solidFill>
              <a:latin typeface="IBM Plex Sans"/>
              <a:ea typeface="IBM Plex Sans"/>
              <a:cs typeface="IBM Plex Sans"/>
              <a:sym typeface="IBM Plex Sans"/>
            </a:endParaRPr>
          </a:p>
          <a:p>
            <a:pPr indent="0" lvl="0" marL="457200" rtl="0" algn="l">
              <a:lnSpc>
                <a:spcPct val="115000"/>
              </a:lnSpc>
              <a:spcBef>
                <a:spcPts val="0"/>
              </a:spcBef>
              <a:spcAft>
                <a:spcPts val="0"/>
              </a:spcAft>
              <a:buNone/>
            </a:pPr>
            <a:r>
              <a:rPr lang="en" sz="1300">
                <a:solidFill>
                  <a:srgbClr val="1F1F1F"/>
                </a:solidFill>
                <a:latin typeface="IBM Plex Sans"/>
                <a:ea typeface="IBM Plex Sans"/>
                <a:cs typeface="IBM Plex Sans"/>
                <a:sym typeface="IBM Plex Sans"/>
              </a:rPr>
              <a:t>described by general nonlinear partial differential equations, as </a:t>
            </a:r>
            <a:endParaRPr sz="1300">
              <a:solidFill>
                <a:srgbClr val="1F1F1F"/>
              </a:solidFill>
              <a:latin typeface="IBM Plex Sans"/>
              <a:ea typeface="IBM Plex Sans"/>
              <a:cs typeface="IBM Plex Sans"/>
              <a:sym typeface="IBM Plex Sans"/>
            </a:endParaRPr>
          </a:p>
          <a:p>
            <a:pPr indent="0" lvl="0" marL="457200" rtl="0" algn="l">
              <a:lnSpc>
                <a:spcPct val="115000"/>
              </a:lnSpc>
              <a:spcBef>
                <a:spcPts val="0"/>
              </a:spcBef>
              <a:spcAft>
                <a:spcPts val="0"/>
              </a:spcAft>
              <a:buNone/>
            </a:pPr>
            <a:r>
              <a:rPr lang="en" sz="1300">
                <a:solidFill>
                  <a:srgbClr val="1F1F1F"/>
                </a:solidFill>
                <a:latin typeface="IBM Plex Sans"/>
                <a:ea typeface="IBM Plex Sans"/>
                <a:cs typeface="IBM Plex Sans"/>
                <a:sym typeface="IBM Plex Sans"/>
              </a:rPr>
              <a:t>a regularization agent that provides constraints for admissible </a:t>
            </a:r>
            <a:endParaRPr sz="1300">
              <a:solidFill>
                <a:srgbClr val="1F1F1F"/>
              </a:solidFill>
              <a:latin typeface="IBM Plex Sans"/>
              <a:ea typeface="IBM Plex Sans"/>
              <a:cs typeface="IBM Plex Sans"/>
              <a:sym typeface="IBM Plex Sans"/>
            </a:endParaRPr>
          </a:p>
          <a:p>
            <a:pPr indent="0" lvl="0" marL="457200" rtl="0" algn="l">
              <a:lnSpc>
                <a:spcPct val="115000"/>
              </a:lnSpc>
              <a:spcBef>
                <a:spcPts val="0"/>
              </a:spcBef>
              <a:spcAft>
                <a:spcPts val="0"/>
              </a:spcAft>
              <a:buNone/>
            </a:pPr>
            <a:r>
              <a:rPr lang="en" sz="1300">
                <a:solidFill>
                  <a:srgbClr val="1F1F1F"/>
                </a:solidFill>
                <a:latin typeface="IBM Plex Sans"/>
                <a:ea typeface="IBM Plex Sans"/>
                <a:cs typeface="IBM Plex Sans"/>
                <a:sym typeface="IBM Plex Sans"/>
              </a:rPr>
              <a:t>solutions when solving supervised learning tasks.</a:t>
            </a:r>
            <a:endParaRPr sz="1300">
              <a:solidFill>
                <a:srgbClr val="1F1F1F"/>
              </a:solidFill>
              <a:latin typeface="IBM Plex Sans"/>
              <a:ea typeface="IBM Plex Sans"/>
              <a:cs typeface="IBM Plex Sans"/>
              <a:sym typeface="IBM Plex Sans"/>
            </a:endParaRPr>
          </a:p>
          <a:p>
            <a:pPr indent="0" lvl="0" marL="0" rtl="0" algn="l">
              <a:lnSpc>
                <a:spcPct val="115000"/>
              </a:lnSpc>
              <a:spcBef>
                <a:spcPts val="0"/>
              </a:spcBef>
              <a:spcAft>
                <a:spcPts val="0"/>
              </a:spcAft>
              <a:buNone/>
            </a:pPr>
            <a:r>
              <a:t/>
            </a:r>
            <a:endParaRPr b="1" sz="1300">
              <a:solidFill>
                <a:srgbClr val="1F1F1F"/>
              </a:solidFill>
              <a:latin typeface="IBM Plex Sans"/>
              <a:ea typeface="IBM Plex Sans"/>
              <a:cs typeface="IBM Plex Sans"/>
              <a:sym typeface="IBM Plex Sans"/>
            </a:endParaRPr>
          </a:p>
          <a:p>
            <a:pPr indent="0" lvl="0" marL="0" rtl="0" algn="l">
              <a:lnSpc>
                <a:spcPct val="115000"/>
              </a:lnSpc>
              <a:spcBef>
                <a:spcPts val="0"/>
              </a:spcBef>
              <a:spcAft>
                <a:spcPts val="0"/>
              </a:spcAft>
              <a:buNone/>
            </a:pPr>
            <a:r>
              <a:rPr b="1" lang="en" sz="1300">
                <a:solidFill>
                  <a:srgbClr val="1F1F1F"/>
                </a:solidFill>
                <a:latin typeface="IBM Plex Sans"/>
                <a:ea typeface="IBM Plex Sans"/>
                <a:cs typeface="IBM Plex Sans"/>
                <a:sym typeface="IBM Plex Sans"/>
              </a:rPr>
              <a:t>Why are PiNNs useful?</a:t>
            </a:r>
            <a:endParaRPr b="1" sz="1300">
              <a:solidFill>
                <a:srgbClr val="1F1F1F"/>
              </a:solidFill>
              <a:latin typeface="IBM Plex Sans"/>
              <a:ea typeface="IBM Plex Sans"/>
              <a:cs typeface="IBM Plex Sans"/>
              <a:sym typeface="IBM Plex Sans"/>
            </a:endParaRPr>
          </a:p>
          <a:p>
            <a:pPr indent="-311150" lvl="0" marL="457200" rtl="0" algn="l">
              <a:lnSpc>
                <a:spcPct val="115000"/>
              </a:lnSpc>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They a</a:t>
            </a:r>
            <a:r>
              <a:rPr lang="en" sz="1300">
                <a:solidFill>
                  <a:srgbClr val="1F1F1F"/>
                </a:solidFill>
                <a:latin typeface="IBM Plex Sans"/>
                <a:ea typeface="IBM Plex Sans"/>
                <a:cs typeface="IBM Plex Sans"/>
                <a:sym typeface="IBM Plex Sans"/>
              </a:rPr>
              <a:t>llow networks to converge to the desired results sooner, and this is helpful because machine learning requires vast amounts of clean training data, which is often sparse or difficult to obtain in practice.</a:t>
            </a:r>
            <a:endParaRPr sz="1300">
              <a:solidFill>
                <a:srgbClr val="1F1F1F"/>
              </a:solidFill>
              <a:latin typeface="IBM Plex Sans"/>
              <a:ea typeface="IBM Plex Sans"/>
              <a:cs typeface="IBM Plex Sans"/>
              <a:sym typeface="IBM Plex Sans"/>
            </a:endParaRPr>
          </a:p>
          <a:p>
            <a:pPr indent="0" lvl="0" marL="0" rtl="0" algn="l">
              <a:lnSpc>
                <a:spcPct val="115000"/>
              </a:lnSpc>
              <a:spcBef>
                <a:spcPts val="0"/>
              </a:spcBef>
              <a:spcAft>
                <a:spcPts val="0"/>
              </a:spcAft>
              <a:buNone/>
            </a:pPr>
            <a:r>
              <a:t/>
            </a:r>
            <a:endParaRPr sz="1300">
              <a:solidFill>
                <a:srgbClr val="1F1F1F"/>
              </a:solidFill>
              <a:latin typeface="IBM Plex Sans"/>
              <a:ea typeface="IBM Plex Sans"/>
              <a:cs typeface="IBM Plex Sans"/>
              <a:sym typeface="IBM Plex Sans"/>
            </a:endParaRPr>
          </a:p>
          <a:p>
            <a:pPr indent="0" lvl="0" marL="0" rtl="0" algn="l">
              <a:lnSpc>
                <a:spcPct val="115000"/>
              </a:lnSpc>
              <a:spcBef>
                <a:spcPts val="0"/>
              </a:spcBef>
              <a:spcAft>
                <a:spcPts val="0"/>
              </a:spcAft>
              <a:buNone/>
            </a:pPr>
            <a:r>
              <a:rPr b="1" lang="en" sz="1300">
                <a:solidFill>
                  <a:srgbClr val="1F1F1F"/>
                </a:solidFill>
                <a:latin typeface="IBM Plex Sans"/>
                <a:ea typeface="IBM Plex Sans"/>
                <a:cs typeface="IBM Plex Sans"/>
                <a:sym typeface="IBM Plex Sans"/>
              </a:rPr>
              <a:t>What are the necessary relevant concepts for understanding PiNNs?</a:t>
            </a:r>
            <a:endParaRPr b="1" sz="1300">
              <a:solidFill>
                <a:srgbClr val="1F1F1F"/>
              </a:solidFill>
              <a:latin typeface="IBM Plex Sans"/>
              <a:ea typeface="IBM Plex Sans"/>
              <a:cs typeface="IBM Plex Sans"/>
              <a:sym typeface="IBM Plex Sans"/>
            </a:endParaRPr>
          </a:p>
          <a:p>
            <a:pPr indent="-311150" lvl="0" marL="457200" rtl="0" algn="l">
              <a:spcBef>
                <a:spcPts val="0"/>
              </a:spcBef>
              <a:spcAft>
                <a:spcPts val="0"/>
              </a:spcAft>
              <a:buClr>
                <a:srgbClr val="1F1F1F"/>
              </a:buClr>
              <a:buSzPts val="1300"/>
              <a:buFont typeface="IBM Plex Sans"/>
              <a:buChar char="-"/>
            </a:pPr>
            <a:r>
              <a:rPr i="1" lang="en" sz="1300">
                <a:solidFill>
                  <a:srgbClr val="1F1F1F"/>
                </a:solidFill>
                <a:latin typeface="IBM Plex Sans"/>
                <a:ea typeface="IBM Plex Sans"/>
                <a:cs typeface="IBM Plex Sans"/>
                <a:sym typeface="IBM Plex Sans"/>
              </a:rPr>
              <a:t>Automatic differentiation</a:t>
            </a:r>
            <a:endParaRPr i="1" sz="1300">
              <a:solidFill>
                <a:srgbClr val="1F1F1F"/>
              </a:solidFill>
              <a:latin typeface="IBM Plex Sans"/>
              <a:ea typeface="IBM Plex Sans"/>
              <a:cs typeface="IBM Plex Sans"/>
              <a:sym typeface="IBM Plex Sans"/>
            </a:endParaRPr>
          </a:p>
          <a:p>
            <a:pPr indent="-311150" lvl="1" marL="914400" rtl="0" algn="l">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A computer’s ability to compute the exact derivative of any function with zero approximation error</a:t>
            </a:r>
            <a:endParaRPr sz="1300">
              <a:solidFill>
                <a:srgbClr val="1F1F1F"/>
              </a:solidFill>
              <a:latin typeface="IBM Plex Sans"/>
              <a:ea typeface="IBM Plex Sans"/>
              <a:cs typeface="IBM Plex Sans"/>
              <a:sym typeface="IBM Plex Sans"/>
            </a:endParaRPr>
          </a:p>
          <a:p>
            <a:pPr indent="-311150" lvl="1" marL="914400" rtl="0" algn="l">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Means that a network is differentiable with respect to its inputs, which allows its partial derivatives to be computed exactly by differentiating through the network itself</a:t>
            </a:r>
            <a:endParaRPr b="1" sz="1300">
              <a:solidFill>
                <a:srgbClr val="1F1F1F"/>
              </a:solidFill>
              <a:latin typeface="IBM Plex Sans"/>
              <a:ea typeface="IBM Plex Sans"/>
              <a:cs typeface="IBM Plex Sans"/>
              <a:sym typeface="IBM Plex Sans"/>
            </a:endParaRPr>
          </a:p>
          <a:p>
            <a:pPr indent="-311150" lvl="0" marL="457200" rtl="0" algn="l">
              <a:spcBef>
                <a:spcPts val="0"/>
              </a:spcBef>
              <a:spcAft>
                <a:spcPts val="0"/>
              </a:spcAft>
              <a:buClr>
                <a:srgbClr val="1F1F1F"/>
              </a:buClr>
              <a:buSzPts val="1300"/>
              <a:buFont typeface="IBM Plex Sans"/>
              <a:buChar char="-"/>
            </a:pPr>
            <a:r>
              <a:rPr i="1" lang="en" sz="1300">
                <a:solidFill>
                  <a:srgbClr val="1F1F1F"/>
                </a:solidFill>
                <a:latin typeface="IBM Plex Sans"/>
                <a:ea typeface="IBM Plex Sans"/>
                <a:cs typeface="IBM Plex Sans"/>
                <a:sym typeface="IBM Plex Sans"/>
              </a:rPr>
              <a:t>The back-propagation algorithm</a:t>
            </a:r>
            <a:endParaRPr i="1" sz="1300">
              <a:solidFill>
                <a:srgbClr val="1F1F1F"/>
              </a:solidFill>
              <a:latin typeface="IBM Plex Sans"/>
              <a:ea typeface="IBM Plex Sans"/>
              <a:cs typeface="IBM Plex Sans"/>
              <a:sym typeface="IBM Plex Sans"/>
            </a:endParaRPr>
          </a:p>
          <a:p>
            <a:pPr indent="-311150" lvl="1" marL="914400" rtl="0" algn="l">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After the input has been fed through the layers and the loss has been calculated, this algorithm takes the derivative of that loss and feeds it backward through the layers, updating each parameter’s weight accordingly </a:t>
            </a:r>
            <a:endParaRPr sz="1300">
              <a:solidFill>
                <a:srgbClr val="1F1F1F"/>
              </a:solidFill>
              <a:latin typeface="IBM Plex Sans"/>
              <a:ea typeface="IBM Plex Sans"/>
              <a:cs typeface="IBM Plex Sans"/>
              <a:sym typeface="IBM Plex Sans"/>
            </a:endParaRPr>
          </a:p>
          <a:p>
            <a:pPr indent="0" lvl="0" marL="0" rtl="0" algn="l">
              <a:lnSpc>
                <a:spcPct val="115000"/>
              </a:lnSpc>
              <a:spcBef>
                <a:spcPts val="0"/>
              </a:spcBef>
              <a:spcAft>
                <a:spcPts val="0"/>
              </a:spcAft>
              <a:buNone/>
            </a:pPr>
            <a:r>
              <a:t/>
            </a:r>
            <a:endParaRPr sz="1300">
              <a:solidFill>
                <a:srgbClr val="1F1F1F"/>
              </a:solidFill>
              <a:latin typeface="IBM Plex Sans"/>
              <a:ea typeface="IBM Plex Sans"/>
              <a:cs typeface="IBM Plex Sans"/>
              <a:sym typeface="IBM Plex Sans"/>
            </a:endParaRPr>
          </a:p>
          <a:p>
            <a:pPr indent="0" lvl="0" marL="0" rtl="0" algn="l">
              <a:lnSpc>
                <a:spcPct val="115000"/>
              </a:lnSpc>
              <a:spcBef>
                <a:spcPts val="0"/>
              </a:spcBef>
              <a:spcAft>
                <a:spcPts val="0"/>
              </a:spcAft>
              <a:buNone/>
            </a:pPr>
            <a:r>
              <a:t/>
            </a:r>
            <a:endParaRPr sz="1300">
              <a:solidFill>
                <a:srgbClr val="1F1F1F"/>
              </a:solidFill>
              <a:latin typeface="IBM Plex Sans"/>
              <a:ea typeface="IBM Plex Sans"/>
              <a:cs typeface="IBM Plex Sans"/>
              <a:sym typeface="IBM Plex Sans"/>
            </a:endParaRPr>
          </a:p>
          <a:p>
            <a:pPr indent="0" lvl="0" marL="0" rtl="0" algn="l">
              <a:lnSpc>
                <a:spcPct val="115000"/>
              </a:lnSpc>
              <a:spcBef>
                <a:spcPts val="0"/>
              </a:spcBef>
              <a:spcAft>
                <a:spcPts val="0"/>
              </a:spcAft>
              <a:buNone/>
            </a:pPr>
            <a:r>
              <a:t/>
            </a:r>
            <a:endParaRPr sz="1300">
              <a:solidFill>
                <a:srgbClr val="1F1F1F"/>
              </a:solidFill>
              <a:latin typeface="IBM Plex Sans"/>
              <a:ea typeface="IBM Plex Sans"/>
              <a:cs typeface="IBM Plex Sans"/>
              <a:sym typeface="IBM Plex Sans"/>
            </a:endParaRPr>
          </a:p>
        </p:txBody>
      </p:sp>
      <p:pic>
        <p:nvPicPr>
          <p:cNvPr descr="a red pin with arms and legs is standing on a wooden surface (Provided by Tenor)" id="897" name="Google Shape;897;p52"/>
          <p:cNvPicPr preferRelativeResize="0"/>
          <p:nvPr/>
        </p:nvPicPr>
        <p:blipFill>
          <a:blip r:embed="rId3">
            <a:alphaModFix/>
          </a:blip>
          <a:stretch>
            <a:fillRect/>
          </a:stretch>
        </p:blipFill>
        <p:spPr>
          <a:xfrm>
            <a:off x="5989350" y="1063559"/>
            <a:ext cx="1256900" cy="1368025"/>
          </a:xfrm>
          <a:prstGeom prst="rect">
            <a:avLst/>
          </a:prstGeom>
          <a:noFill/>
          <a:ln>
            <a:noFill/>
          </a:ln>
        </p:spPr>
      </p:pic>
      <p:sp>
        <p:nvSpPr>
          <p:cNvPr id="898" name="Google Shape;898;p52"/>
          <p:cNvSpPr/>
          <p:nvPr/>
        </p:nvSpPr>
        <p:spPr>
          <a:xfrm>
            <a:off x="7495400" y="1195125"/>
            <a:ext cx="1419900" cy="1236300"/>
          </a:xfrm>
          <a:prstGeom prst="cloudCallout">
            <a:avLst>
              <a:gd fmla="val -95649" name="adj1"/>
              <a:gd fmla="val -4564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ra"/>
                <a:ea typeface="Sora"/>
                <a:cs typeface="Sora"/>
                <a:sym typeface="Sora"/>
              </a:rPr>
              <a:t>What am I…? </a:t>
            </a:r>
            <a:endParaRPr>
              <a:latin typeface="Sora"/>
              <a:ea typeface="Sora"/>
              <a:cs typeface="Sora"/>
              <a:sym typeface="Sor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8"/>
                                        </p:tgtEl>
                                        <p:attrNameLst>
                                          <p:attrName>style.visibility</p:attrName>
                                        </p:attrNameLst>
                                      </p:cBhvr>
                                      <p:to>
                                        <p:strVal val="visible"/>
                                      </p:to>
                                    </p:set>
                                    <p:animEffect filter="fade" transition="in">
                                      <p:cBhvr>
                                        <p:cTn dur="1500"/>
                                        <p:tgtEl>
                                          <p:spTgt spid="8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53"/>
          <p:cNvSpPr txBox="1"/>
          <p:nvPr>
            <p:ph idx="13" type="title"/>
          </p:nvPr>
        </p:nvSpPr>
        <p:spPr>
          <a:xfrm>
            <a:off x="115025" y="115500"/>
            <a:ext cx="6440400" cy="808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sz="4500">
                <a:solidFill>
                  <a:srgbClr val="000000"/>
                </a:solidFill>
              </a:rPr>
              <a:t>Background (2)</a:t>
            </a:r>
            <a:endParaRPr b="1" sz="4500">
              <a:solidFill>
                <a:srgbClr val="000000"/>
              </a:solidFill>
            </a:endParaRPr>
          </a:p>
        </p:txBody>
      </p:sp>
      <p:sp>
        <p:nvSpPr>
          <p:cNvPr id="904" name="Google Shape;904;p53"/>
          <p:cNvSpPr txBox="1"/>
          <p:nvPr/>
        </p:nvSpPr>
        <p:spPr>
          <a:xfrm>
            <a:off x="228600" y="865500"/>
            <a:ext cx="8686800" cy="427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00">
                <a:solidFill>
                  <a:srgbClr val="1F1F1F"/>
                </a:solidFill>
                <a:latin typeface="IBM Plex Sans"/>
                <a:ea typeface="IBM Plex Sans"/>
                <a:cs typeface="IBM Plex Sans"/>
                <a:sym typeface="IBM Plex Sans"/>
              </a:rPr>
              <a:t>So how do PiNNs work?</a:t>
            </a:r>
            <a:endParaRPr b="1" sz="1300">
              <a:solidFill>
                <a:srgbClr val="1F1F1F"/>
              </a:solidFill>
              <a:latin typeface="IBM Plex Sans"/>
              <a:ea typeface="IBM Plex Sans"/>
              <a:cs typeface="IBM Plex Sans"/>
              <a:sym typeface="IBM Plex Sans"/>
            </a:endParaRPr>
          </a:p>
          <a:p>
            <a:pPr indent="-311150" lvl="0" marL="457200" rtl="0" algn="l">
              <a:lnSpc>
                <a:spcPct val="115000"/>
              </a:lnSpc>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They </a:t>
            </a:r>
            <a:r>
              <a:rPr lang="en" sz="1300">
                <a:solidFill>
                  <a:srgbClr val="1F1F1F"/>
                </a:solidFill>
                <a:latin typeface="IBM Plex Sans"/>
                <a:ea typeface="IBM Plex Sans"/>
                <a:cs typeface="IBM Plex Sans"/>
                <a:sym typeface="IBM Plex Sans"/>
              </a:rPr>
              <a:t>enrich machine learning by plugging the output of the network into the PDE of the physical system being studied and combining the physical residual loss with the data loss into a single total loss function which then gets back-propagated through the layers</a:t>
            </a:r>
            <a:endParaRPr sz="1300">
              <a:solidFill>
                <a:srgbClr val="1F1F1F"/>
              </a:solidFill>
              <a:latin typeface="IBM Plex Sans"/>
              <a:ea typeface="IBM Plex Sans"/>
              <a:cs typeface="IBM Plex Sans"/>
              <a:sym typeface="IBM Plex Sans"/>
            </a:endParaRPr>
          </a:p>
          <a:p>
            <a:pPr indent="-311150" lvl="0" marL="457200" rtl="0" algn="l">
              <a:lnSpc>
                <a:spcPct val="115000"/>
              </a:lnSpc>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A general form for parametrized and nonlinear partial differential equations that can be used is:</a:t>
            </a:r>
            <a:br>
              <a:rPr lang="en" sz="1300">
                <a:solidFill>
                  <a:srgbClr val="1F1F1F"/>
                </a:solidFill>
                <a:latin typeface="IBM Plex Sans"/>
                <a:ea typeface="IBM Plex Sans"/>
                <a:cs typeface="IBM Plex Sans"/>
                <a:sym typeface="IBM Plex Sans"/>
              </a:rPr>
            </a:br>
            <a:br>
              <a:rPr lang="en" sz="1300">
                <a:solidFill>
                  <a:srgbClr val="1F1F1F"/>
                </a:solidFill>
                <a:latin typeface="IBM Plex Sans"/>
                <a:ea typeface="IBM Plex Sans"/>
                <a:cs typeface="IBM Plex Sans"/>
                <a:sym typeface="IBM Plex Sans"/>
              </a:rPr>
            </a:br>
            <a:br>
              <a:rPr lang="en" sz="1300">
                <a:solidFill>
                  <a:srgbClr val="1F1F1F"/>
                </a:solidFill>
                <a:latin typeface="IBM Plex Sans"/>
                <a:ea typeface="IBM Plex Sans"/>
                <a:cs typeface="IBM Plex Sans"/>
                <a:sym typeface="IBM Plex Sans"/>
              </a:rPr>
            </a:br>
            <a:r>
              <a:rPr lang="en" sz="1300">
                <a:solidFill>
                  <a:srgbClr val="1F1F1F"/>
                </a:solidFill>
                <a:latin typeface="IBM Plex Sans"/>
                <a:ea typeface="IBM Plex Sans"/>
                <a:cs typeface="IBM Plex Sans"/>
                <a:sym typeface="IBM Plex Sans"/>
              </a:rPr>
              <a:t>u(t,x) is a physical quantity that varies with space and time</a:t>
            </a:r>
            <a:br>
              <a:rPr lang="en" sz="1300">
                <a:solidFill>
                  <a:srgbClr val="1F1F1F"/>
                </a:solidFill>
                <a:latin typeface="IBM Plex Sans"/>
                <a:ea typeface="IBM Plex Sans"/>
                <a:cs typeface="IBM Plex Sans"/>
                <a:sym typeface="IBM Plex Sans"/>
              </a:rPr>
            </a:br>
            <a:r>
              <a:rPr lang="en" sz="1300">
                <a:solidFill>
                  <a:srgbClr val="1F1F1F"/>
                </a:solidFill>
                <a:latin typeface="IBM Plex Sans"/>
                <a:ea typeface="IBM Plex Sans"/>
                <a:cs typeface="IBM Plex Sans"/>
                <a:sym typeface="IBM Plex Sans"/>
              </a:rPr>
              <a:t>𝒩[ᐧ; λ] is the nonlinear operator that encodes the spatial physics as parametrized by 𝛌</a:t>
            </a:r>
            <a:br>
              <a:rPr lang="en" sz="1300">
                <a:solidFill>
                  <a:srgbClr val="1F1F1F"/>
                </a:solidFill>
                <a:latin typeface="IBM Plex Sans"/>
                <a:ea typeface="IBM Plex Sans"/>
                <a:cs typeface="IBM Plex Sans"/>
                <a:sym typeface="IBM Plex Sans"/>
              </a:rPr>
            </a:br>
            <a:r>
              <a:rPr lang="en" sz="1300">
                <a:solidFill>
                  <a:srgbClr val="1F1F1F"/>
                </a:solidFill>
                <a:latin typeface="IBM Plex Sans"/>
                <a:ea typeface="IBM Plex Sans"/>
                <a:cs typeface="IBM Plex Sans"/>
                <a:sym typeface="IBM Plex Sans"/>
              </a:rPr>
              <a:t>Ω is a subset of ℝ</a:t>
            </a:r>
            <a:r>
              <a:rPr baseline="30000" lang="en" sz="1300">
                <a:solidFill>
                  <a:srgbClr val="1F1F1F"/>
                </a:solidFill>
                <a:latin typeface="IBM Plex Sans"/>
                <a:ea typeface="IBM Plex Sans"/>
                <a:cs typeface="IBM Plex Sans"/>
                <a:sym typeface="IBM Plex Sans"/>
              </a:rPr>
              <a:t>D</a:t>
            </a:r>
            <a:endParaRPr baseline="30000" sz="1300">
              <a:solidFill>
                <a:srgbClr val="1F1F1F"/>
              </a:solidFill>
              <a:latin typeface="IBM Plex Sans"/>
              <a:ea typeface="IBM Plex Sans"/>
              <a:cs typeface="IBM Plex Sans"/>
              <a:sym typeface="IBM Plex Sans"/>
            </a:endParaRPr>
          </a:p>
          <a:p>
            <a:pPr indent="0" lvl="0" marL="0" rtl="0" algn="l">
              <a:lnSpc>
                <a:spcPct val="115000"/>
              </a:lnSpc>
              <a:spcBef>
                <a:spcPts val="0"/>
              </a:spcBef>
              <a:spcAft>
                <a:spcPts val="0"/>
              </a:spcAft>
              <a:buNone/>
            </a:pPr>
            <a:r>
              <a:t/>
            </a:r>
            <a:endParaRPr sz="1300">
              <a:solidFill>
                <a:srgbClr val="1F1F1F"/>
              </a:solidFill>
              <a:latin typeface="IBM Plex Sans"/>
              <a:ea typeface="IBM Plex Sans"/>
              <a:cs typeface="IBM Plex Sans"/>
              <a:sym typeface="IBM Plex Sans"/>
            </a:endParaRPr>
          </a:p>
          <a:p>
            <a:pPr indent="0" lvl="0" marL="0" rtl="0" algn="l">
              <a:lnSpc>
                <a:spcPct val="115000"/>
              </a:lnSpc>
              <a:spcBef>
                <a:spcPts val="0"/>
              </a:spcBef>
              <a:spcAft>
                <a:spcPts val="0"/>
              </a:spcAft>
              <a:buNone/>
            </a:pPr>
            <a:r>
              <a:rPr b="1" lang="en" sz="1300">
                <a:solidFill>
                  <a:srgbClr val="1F1F1F"/>
                </a:solidFill>
                <a:latin typeface="IBM Plex Sans"/>
                <a:ea typeface="IBM Plex Sans"/>
                <a:cs typeface="IBM Plex Sans"/>
                <a:sym typeface="IBM Plex Sans"/>
              </a:rPr>
              <a:t>What are the applications?</a:t>
            </a:r>
            <a:endParaRPr b="1" sz="1300">
              <a:solidFill>
                <a:srgbClr val="1F1F1F"/>
              </a:solidFill>
              <a:latin typeface="IBM Plex Sans"/>
              <a:ea typeface="IBM Plex Sans"/>
              <a:cs typeface="IBM Plex Sans"/>
              <a:sym typeface="IBM Plex Sans"/>
            </a:endParaRPr>
          </a:p>
          <a:p>
            <a:pPr indent="-311150" lvl="0" marL="457200" rtl="0" algn="l">
              <a:lnSpc>
                <a:spcPct val="115000"/>
              </a:lnSpc>
              <a:spcBef>
                <a:spcPts val="0"/>
              </a:spcBef>
              <a:spcAft>
                <a:spcPts val="0"/>
              </a:spcAft>
              <a:buClr>
                <a:srgbClr val="1F1F1F"/>
              </a:buClr>
              <a:buSzPts val="1300"/>
              <a:buFont typeface="IBM Plex Sans"/>
              <a:buChar char="-"/>
            </a:pPr>
            <a:r>
              <a:rPr i="1" lang="en" sz="1300">
                <a:solidFill>
                  <a:srgbClr val="1F1F1F"/>
                </a:solidFill>
                <a:latin typeface="IBM Plex Sans"/>
                <a:ea typeface="IBM Plex Sans"/>
                <a:cs typeface="IBM Plex Sans"/>
                <a:sym typeface="IBM Plex Sans"/>
              </a:rPr>
              <a:t>Forward / Inference</a:t>
            </a:r>
            <a:endParaRPr i="1" sz="1300">
              <a:solidFill>
                <a:srgbClr val="1F1F1F"/>
              </a:solidFill>
              <a:latin typeface="IBM Plex Sans"/>
              <a:ea typeface="IBM Plex Sans"/>
              <a:cs typeface="IBM Plex Sans"/>
              <a:sym typeface="IBM Plex Sans"/>
            </a:endParaRPr>
          </a:p>
          <a:p>
            <a:pPr indent="-311150" lvl="1" marL="914400" rtl="0" algn="l">
              <a:lnSpc>
                <a:spcPct val="115000"/>
              </a:lnSpc>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there are fixed parameters 𝛌 and the model predicts u(t,x)</a:t>
            </a:r>
            <a:endParaRPr sz="1300">
              <a:solidFill>
                <a:srgbClr val="1F1F1F"/>
              </a:solidFill>
              <a:latin typeface="IBM Plex Sans"/>
              <a:ea typeface="IBM Plex Sans"/>
              <a:cs typeface="IBM Plex Sans"/>
              <a:sym typeface="IBM Plex Sans"/>
            </a:endParaRPr>
          </a:p>
          <a:p>
            <a:pPr indent="-311150" lvl="1" marL="914400" rtl="0" algn="l">
              <a:lnSpc>
                <a:spcPct val="115000"/>
              </a:lnSpc>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the physics is known and used to find the solution field</a:t>
            </a:r>
            <a:endParaRPr sz="1300">
              <a:solidFill>
                <a:srgbClr val="1F1F1F"/>
              </a:solidFill>
              <a:latin typeface="IBM Plex Sans"/>
              <a:ea typeface="IBM Plex Sans"/>
              <a:cs typeface="IBM Plex Sans"/>
              <a:sym typeface="IBM Plex Sans"/>
            </a:endParaRPr>
          </a:p>
          <a:p>
            <a:pPr indent="-311150" lvl="0" marL="457200" rtl="0" algn="l">
              <a:lnSpc>
                <a:spcPct val="115000"/>
              </a:lnSpc>
              <a:spcBef>
                <a:spcPts val="0"/>
              </a:spcBef>
              <a:spcAft>
                <a:spcPts val="0"/>
              </a:spcAft>
              <a:buClr>
                <a:srgbClr val="1F1F1F"/>
              </a:buClr>
              <a:buSzPts val="1300"/>
              <a:buFont typeface="IBM Plex Sans"/>
              <a:buChar char="-"/>
            </a:pPr>
            <a:r>
              <a:rPr i="1" lang="en" sz="1300">
                <a:solidFill>
                  <a:srgbClr val="1F1F1F"/>
                </a:solidFill>
                <a:latin typeface="IBM Plex Sans"/>
                <a:ea typeface="IBM Plex Sans"/>
                <a:cs typeface="IBM Plex Sans"/>
                <a:sym typeface="IBM Plex Sans"/>
              </a:rPr>
              <a:t>Inverse/ Discovery</a:t>
            </a:r>
            <a:endParaRPr i="1" sz="1300">
              <a:solidFill>
                <a:srgbClr val="1F1F1F"/>
              </a:solidFill>
              <a:latin typeface="IBM Plex Sans"/>
              <a:ea typeface="IBM Plex Sans"/>
              <a:cs typeface="IBM Plex Sans"/>
              <a:sym typeface="IBM Plex Sans"/>
            </a:endParaRPr>
          </a:p>
          <a:p>
            <a:pPr indent="-311150" lvl="1" marL="914400" rtl="0" algn="l">
              <a:lnSpc>
                <a:spcPct val="115000"/>
              </a:lnSpc>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there is observed data given and the model predicts 𝛌</a:t>
            </a:r>
            <a:endParaRPr sz="1300">
              <a:solidFill>
                <a:srgbClr val="1F1F1F"/>
              </a:solidFill>
              <a:latin typeface="IBM Plex Sans"/>
              <a:ea typeface="IBM Plex Sans"/>
              <a:cs typeface="IBM Plex Sans"/>
              <a:sym typeface="IBM Plex Sans"/>
            </a:endParaRPr>
          </a:p>
          <a:p>
            <a:pPr indent="-311150" lvl="1" marL="914400" rtl="0" algn="l">
              <a:lnSpc>
                <a:spcPct val="115000"/>
              </a:lnSpc>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the observations of the system are known and used to find the underlying physical parameters</a:t>
            </a:r>
            <a:endParaRPr sz="1300">
              <a:solidFill>
                <a:srgbClr val="1F1F1F"/>
              </a:solidFill>
              <a:latin typeface="IBM Plex Sans"/>
              <a:ea typeface="IBM Plex Sans"/>
              <a:cs typeface="IBM Plex Sans"/>
              <a:sym typeface="IBM Plex Sans"/>
            </a:endParaRPr>
          </a:p>
        </p:txBody>
      </p:sp>
      <p:pic>
        <p:nvPicPr>
          <p:cNvPr id="905" name="Google Shape;905;p53"/>
          <p:cNvPicPr preferRelativeResize="0"/>
          <p:nvPr/>
        </p:nvPicPr>
        <p:blipFill rotWithShape="1">
          <a:blip r:embed="rId3">
            <a:alphaModFix/>
          </a:blip>
          <a:srcRect b="15030" l="0" r="55680" t="14309"/>
          <a:stretch/>
        </p:blipFill>
        <p:spPr>
          <a:xfrm>
            <a:off x="2867400" y="2142175"/>
            <a:ext cx="3315300" cy="304950"/>
          </a:xfrm>
          <a:prstGeom prst="rect">
            <a:avLst/>
          </a:prstGeom>
          <a:noFill/>
          <a:ln>
            <a:noFill/>
          </a:ln>
        </p:spPr>
      </p:pic>
      <p:grpSp>
        <p:nvGrpSpPr>
          <p:cNvPr id="906" name="Google Shape;906;p53"/>
          <p:cNvGrpSpPr/>
          <p:nvPr/>
        </p:nvGrpSpPr>
        <p:grpSpPr>
          <a:xfrm>
            <a:off x="5643100" y="3243900"/>
            <a:ext cx="3272400" cy="1296300"/>
            <a:chOff x="5643100" y="3243900"/>
            <a:chExt cx="3272400" cy="1296300"/>
          </a:xfrm>
        </p:grpSpPr>
        <p:sp>
          <p:nvSpPr>
            <p:cNvPr id="907" name="Google Shape;907;p53"/>
            <p:cNvSpPr/>
            <p:nvPr/>
          </p:nvSpPr>
          <p:spPr>
            <a:xfrm>
              <a:off x="5643100" y="3243900"/>
              <a:ext cx="3272400" cy="1296300"/>
            </a:xfrm>
            <a:prstGeom prst="leftArrow">
              <a:avLst>
                <a:gd fmla="val 63955"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Sora"/>
                <a:ea typeface="Sora"/>
                <a:cs typeface="Sora"/>
                <a:sym typeface="Sora"/>
              </a:endParaRPr>
            </a:p>
          </p:txBody>
        </p:sp>
        <p:sp>
          <p:nvSpPr>
            <p:cNvPr id="908" name="Google Shape;908;p53"/>
            <p:cNvSpPr txBox="1"/>
            <p:nvPr/>
          </p:nvSpPr>
          <p:spPr>
            <a:xfrm>
              <a:off x="6094000" y="3495875"/>
              <a:ext cx="2821500" cy="808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Times New Roman"/>
                  <a:ea typeface="Times New Roman"/>
                  <a:cs typeface="Times New Roman"/>
                  <a:sym typeface="Times New Roman"/>
                </a:rPr>
                <a:t>T</a:t>
              </a:r>
              <a:r>
                <a:rPr b="1" lang="en" sz="1200">
                  <a:solidFill>
                    <a:schemeClr val="dk1"/>
                  </a:solidFill>
                  <a:latin typeface="Times New Roman"/>
                  <a:ea typeface="Times New Roman"/>
                  <a:cs typeface="Times New Roman"/>
                  <a:sym typeface="Times New Roman"/>
                </a:rPr>
                <a:t>wo types of algorithms for computing data-driven solutions to partial differential equations - continuous and discrete time models</a:t>
              </a:r>
              <a:endParaRPr b="1" sz="1200">
                <a:solidFill>
                  <a:schemeClr val="dk1"/>
                </a:solidFill>
                <a:latin typeface="Sora"/>
                <a:ea typeface="Sora"/>
                <a:cs typeface="Sora"/>
                <a:sym typeface="Sora"/>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5"/>
                                        </p:tgtEl>
                                        <p:attrNameLst>
                                          <p:attrName>style.visibility</p:attrName>
                                        </p:attrNameLst>
                                      </p:cBhvr>
                                      <p:to>
                                        <p:strVal val="visible"/>
                                      </p:to>
                                    </p:set>
                                    <p:anim calcmode="lin" valueType="num">
                                      <p:cBhvr additive="base">
                                        <p:cTn dur="1300"/>
                                        <p:tgtEl>
                                          <p:spTgt spid="90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06"/>
                                        </p:tgtEl>
                                        <p:attrNameLst>
                                          <p:attrName>style.visibility</p:attrName>
                                        </p:attrNameLst>
                                      </p:cBhvr>
                                      <p:to>
                                        <p:strVal val="visible"/>
                                      </p:to>
                                    </p:set>
                                    <p:anim calcmode="lin" valueType="num">
                                      <p:cBhvr additive="base">
                                        <p:cTn dur="1400"/>
                                        <p:tgtEl>
                                          <p:spTgt spid="90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54"/>
          <p:cNvSpPr txBox="1"/>
          <p:nvPr>
            <p:ph idx="13" type="title"/>
          </p:nvPr>
        </p:nvSpPr>
        <p:spPr>
          <a:xfrm>
            <a:off x="115025" y="115500"/>
            <a:ext cx="7199400" cy="8082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b="1" lang="en" sz="4500">
                <a:solidFill>
                  <a:srgbClr val="000000"/>
                </a:solidFill>
              </a:rPr>
              <a:t>Continuous Time Models</a:t>
            </a:r>
            <a:endParaRPr b="1" sz="4500">
              <a:solidFill>
                <a:srgbClr val="000000"/>
              </a:solidFill>
            </a:endParaRPr>
          </a:p>
        </p:txBody>
      </p:sp>
      <p:pic>
        <p:nvPicPr>
          <p:cNvPr descr="a black cat with a loading icon on its face (Provided by Tenor)" id="914" name="Google Shape;914;p54"/>
          <p:cNvPicPr preferRelativeResize="0"/>
          <p:nvPr/>
        </p:nvPicPr>
        <p:blipFill>
          <a:blip r:embed="rId3">
            <a:alphaModFix/>
          </a:blip>
          <a:stretch>
            <a:fillRect/>
          </a:stretch>
        </p:blipFill>
        <p:spPr>
          <a:xfrm flipH="1">
            <a:off x="7314425" y="3750325"/>
            <a:ext cx="1485635" cy="1393175"/>
          </a:xfrm>
          <a:prstGeom prst="rect">
            <a:avLst/>
          </a:prstGeom>
          <a:noFill/>
          <a:ln>
            <a:noFill/>
          </a:ln>
        </p:spPr>
      </p:pic>
      <p:sp>
        <p:nvSpPr>
          <p:cNvPr id="915" name="Google Shape;915;p54"/>
          <p:cNvSpPr txBox="1"/>
          <p:nvPr/>
        </p:nvSpPr>
        <p:spPr>
          <a:xfrm>
            <a:off x="199950" y="833825"/>
            <a:ext cx="8838000" cy="3988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300">
                <a:solidFill>
                  <a:srgbClr val="1F1F1F"/>
                </a:solidFill>
                <a:latin typeface="IBM Plex Sans"/>
                <a:ea typeface="IBM Plex Sans"/>
                <a:cs typeface="IBM Plex Sans"/>
                <a:sym typeface="IBM Plex Sans"/>
              </a:rPr>
              <a:t>Steps for creating a PiNN:</a:t>
            </a:r>
            <a:endParaRPr sz="1300">
              <a:solidFill>
                <a:srgbClr val="1F1F1F"/>
              </a:solidFill>
              <a:latin typeface="IBM Plex Sans"/>
              <a:ea typeface="IBM Plex Sans"/>
              <a:cs typeface="IBM Plex Sans"/>
              <a:sym typeface="IBM Plex Sans"/>
            </a:endParaRPr>
          </a:p>
          <a:p>
            <a:pPr indent="-311150" lvl="0" marL="4572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Input spatio-temporal coordinates and available initial/boundary data.</a:t>
            </a:r>
            <a:endParaRPr sz="1300">
              <a:solidFill>
                <a:srgbClr val="1F1F1F"/>
              </a:solidFill>
              <a:latin typeface="IBM Plex Sans"/>
              <a:ea typeface="IBM Plex Sans"/>
              <a:cs typeface="IBM Plex Sans"/>
              <a:sym typeface="IBM Plex Sans"/>
            </a:endParaRPr>
          </a:p>
          <a:p>
            <a:pPr indent="-311150" lvl="0" marL="4572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Approximate u(t,x) using a deep neural network.</a:t>
            </a:r>
            <a:endParaRPr sz="1300">
              <a:solidFill>
                <a:srgbClr val="1F1F1F"/>
              </a:solidFill>
              <a:latin typeface="IBM Plex Sans"/>
              <a:ea typeface="IBM Plex Sans"/>
              <a:cs typeface="IBM Plex Sans"/>
              <a:sym typeface="IBM Plex Sans"/>
            </a:endParaRPr>
          </a:p>
          <a:p>
            <a:pPr indent="-311150" lvl="1" marL="9144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This solves for u</a:t>
            </a:r>
            <a:r>
              <a:rPr baseline="-25000" lang="en" sz="1300">
                <a:solidFill>
                  <a:srgbClr val="1F1F1F"/>
                </a:solidFill>
                <a:latin typeface="IBM Plex Sans"/>
                <a:ea typeface="IBM Plex Sans"/>
                <a:cs typeface="IBM Plex Sans"/>
                <a:sym typeface="IBM Plex Sans"/>
              </a:rPr>
              <a:t>θ</a:t>
            </a:r>
            <a:r>
              <a:rPr lang="en" sz="1300">
                <a:solidFill>
                  <a:srgbClr val="1F1F1F"/>
                </a:solidFill>
                <a:latin typeface="IBM Plex Sans"/>
                <a:ea typeface="IBM Plex Sans"/>
                <a:cs typeface="IBM Plex Sans"/>
                <a:sym typeface="IBM Plex Sans"/>
              </a:rPr>
              <a:t>(t,x) ≈ u(t,x) where θ are the network weights</a:t>
            </a:r>
            <a:endParaRPr sz="1300">
              <a:solidFill>
                <a:srgbClr val="1F1F1F"/>
              </a:solidFill>
              <a:latin typeface="IBM Plex Sans"/>
              <a:ea typeface="IBM Plex Sans"/>
              <a:cs typeface="IBM Plex Sans"/>
              <a:sym typeface="IBM Plex Sans"/>
            </a:endParaRPr>
          </a:p>
          <a:p>
            <a:pPr indent="-311150" lvl="0" marL="4572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Use automatic differentiation to compute u</a:t>
            </a:r>
            <a:r>
              <a:rPr baseline="-25000" lang="en" sz="1300">
                <a:solidFill>
                  <a:srgbClr val="1F1F1F"/>
                </a:solidFill>
                <a:latin typeface="IBM Plex Sans"/>
                <a:ea typeface="IBM Plex Sans"/>
                <a:cs typeface="IBM Plex Sans"/>
                <a:sym typeface="IBM Plex Sans"/>
              </a:rPr>
              <a:t>t</a:t>
            </a:r>
            <a:r>
              <a:rPr lang="en" sz="1300">
                <a:solidFill>
                  <a:srgbClr val="1F1F1F"/>
                </a:solidFill>
                <a:latin typeface="IBM Plex Sans"/>
                <a:ea typeface="IBM Plex Sans"/>
                <a:cs typeface="IBM Plex Sans"/>
                <a:sym typeface="IBM Plex Sans"/>
              </a:rPr>
              <a:t>, spatial derivatives, and higher derivatives</a:t>
            </a:r>
            <a:endParaRPr sz="1300">
              <a:solidFill>
                <a:srgbClr val="1F1F1F"/>
              </a:solidFill>
              <a:latin typeface="IBM Plex Sans"/>
              <a:ea typeface="IBM Plex Sans"/>
              <a:cs typeface="IBM Plex Sans"/>
              <a:sym typeface="IBM Plex Sans"/>
            </a:endParaRPr>
          </a:p>
          <a:p>
            <a:pPr indent="-311150" lvl="0" marL="4572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Build the PDE residual f</a:t>
            </a:r>
            <a:r>
              <a:rPr baseline="-25000" lang="en" sz="1300">
                <a:solidFill>
                  <a:srgbClr val="1F1F1F"/>
                </a:solidFill>
                <a:latin typeface="IBM Plex Sans"/>
                <a:ea typeface="IBM Plex Sans"/>
                <a:cs typeface="IBM Plex Sans"/>
                <a:sym typeface="IBM Plex Sans"/>
              </a:rPr>
              <a:t>θ</a:t>
            </a:r>
            <a:r>
              <a:rPr lang="en" sz="1300">
                <a:solidFill>
                  <a:srgbClr val="1F1F1F"/>
                </a:solidFill>
                <a:latin typeface="IBM Plex Sans"/>
                <a:ea typeface="IBM Plex Sans"/>
                <a:cs typeface="IBM Plex Sans"/>
                <a:sym typeface="IBM Plex Sans"/>
              </a:rPr>
              <a:t>​(t,x) = u</a:t>
            </a:r>
            <a:r>
              <a:rPr baseline="-25000" lang="en" sz="1300">
                <a:solidFill>
                  <a:srgbClr val="1F1F1F"/>
                </a:solidFill>
                <a:latin typeface="IBM Plex Sans"/>
                <a:ea typeface="IBM Plex Sans"/>
                <a:cs typeface="IBM Plex Sans"/>
                <a:sym typeface="IBM Plex Sans"/>
              </a:rPr>
              <a:t>t</a:t>
            </a:r>
            <a:r>
              <a:rPr lang="en" sz="1300">
                <a:solidFill>
                  <a:srgbClr val="1F1F1F"/>
                </a:solidFill>
                <a:latin typeface="IBM Plex Sans"/>
                <a:ea typeface="IBM Plex Sans"/>
                <a:cs typeface="IBM Plex Sans"/>
                <a:sym typeface="IBM Plex Sans"/>
              </a:rPr>
              <a:t> + 𝒩[u</a:t>
            </a:r>
            <a:r>
              <a:rPr baseline="-25000" lang="en" sz="1300">
                <a:solidFill>
                  <a:srgbClr val="1F1F1F"/>
                </a:solidFill>
                <a:latin typeface="IBM Plex Sans"/>
                <a:ea typeface="IBM Plex Sans"/>
                <a:cs typeface="IBM Plex Sans"/>
                <a:sym typeface="IBM Plex Sans"/>
              </a:rPr>
              <a:t>θ</a:t>
            </a:r>
            <a:r>
              <a:rPr lang="en" sz="1300">
                <a:solidFill>
                  <a:srgbClr val="1F1F1F"/>
                </a:solidFill>
                <a:latin typeface="IBM Plex Sans"/>
                <a:ea typeface="IBM Plex Sans"/>
                <a:cs typeface="IBM Plex Sans"/>
                <a:sym typeface="IBM Plex Sans"/>
              </a:rPr>
              <a:t>​] from these computed derivatives</a:t>
            </a:r>
            <a:endParaRPr sz="1300">
              <a:solidFill>
                <a:srgbClr val="1F1F1F"/>
              </a:solidFill>
              <a:latin typeface="IBM Plex Sans"/>
              <a:ea typeface="IBM Plex Sans"/>
              <a:cs typeface="IBM Plex Sans"/>
              <a:sym typeface="IBM Plex Sans"/>
            </a:endParaRPr>
          </a:p>
          <a:p>
            <a:pPr indent="-311150" lvl="1" marL="9144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This effectively measures how much the physics is violated, as it is meant to measure zero</a:t>
            </a:r>
            <a:endParaRPr sz="1300">
              <a:solidFill>
                <a:srgbClr val="1F1F1F"/>
              </a:solidFill>
              <a:latin typeface="IBM Plex Sans"/>
              <a:ea typeface="IBM Plex Sans"/>
              <a:cs typeface="IBM Plex Sans"/>
              <a:sym typeface="IBM Plex Sans"/>
            </a:endParaRPr>
          </a:p>
          <a:p>
            <a:pPr indent="-311150" lvl="1" marL="9144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Because it uses AD, it has the same network parameters as u</a:t>
            </a:r>
            <a:r>
              <a:rPr baseline="-25000" lang="en" sz="1300">
                <a:solidFill>
                  <a:srgbClr val="1F1F1F"/>
                </a:solidFill>
                <a:latin typeface="IBM Plex Sans"/>
                <a:ea typeface="IBM Plex Sans"/>
                <a:cs typeface="IBM Plex Sans"/>
                <a:sym typeface="IBM Plex Sans"/>
              </a:rPr>
              <a:t>θ</a:t>
            </a:r>
            <a:r>
              <a:rPr lang="en" sz="1300">
                <a:solidFill>
                  <a:srgbClr val="1F1F1F"/>
                </a:solidFill>
                <a:latin typeface="IBM Plex Sans"/>
                <a:ea typeface="IBM Plex Sans"/>
                <a:cs typeface="IBM Plex Sans"/>
                <a:sym typeface="IBM Plex Sans"/>
              </a:rPr>
              <a:t>(t,x)</a:t>
            </a:r>
            <a:endParaRPr sz="1300">
              <a:solidFill>
                <a:srgbClr val="1F1F1F"/>
              </a:solidFill>
              <a:latin typeface="IBM Plex Sans"/>
              <a:ea typeface="IBM Plex Sans"/>
              <a:cs typeface="IBM Plex Sans"/>
              <a:sym typeface="IBM Plex Sans"/>
            </a:endParaRPr>
          </a:p>
          <a:p>
            <a:pPr indent="-311150" lvl="0" marL="4572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Evaluate f</a:t>
            </a:r>
            <a:r>
              <a:rPr baseline="-25000" lang="en" sz="1300">
                <a:solidFill>
                  <a:srgbClr val="1F1F1F"/>
                </a:solidFill>
                <a:latin typeface="IBM Plex Sans"/>
                <a:ea typeface="IBM Plex Sans"/>
                <a:cs typeface="IBM Plex Sans"/>
                <a:sym typeface="IBM Plex Sans"/>
              </a:rPr>
              <a:t>θ</a:t>
            </a:r>
            <a:r>
              <a:rPr lang="en" sz="1300">
                <a:solidFill>
                  <a:srgbClr val="1F1F1F"/>
                </a:solidFill>
                <a:latin typeface="IBM Plex Sans"/>
                <a:ea typeface="IBM Plex Sans"/>
                <a:cs typeface="IBM Plex Sans"/>
                <a:sym typeface="IBM Plex Sans"/>
              </a:rPr>
              <a:t>​(t,x) at collocation points and force u</a:t>
            </a:r>
            <a:r>
              <a:rPr baseline="-25000" lang="en" sz="1300">
                <a:solidFill>
                  <a:srgbClr val="1F1F1F"/>
                </a:solidFill>
                <a:latin typeface="IBM Plex Sans"/>
                <a:ea typeface="IBM Plex Sans"/>
                <a:cs typeface="IBM Plex Sans"/>
                <a:sym typeface="IBM Plex Sans"/>
              </a:rPr>
              <a:t>t</a:t>
            </a:r>
            <a:r>
              <a:rPr lang="en" sz="1300">
                <a:solidFill>
                  <a:srgbClr val="1F1F1F"/>
                </a:solidFill>
                <a:latin typeface="IBM Plex Sans"/>
                <a:ea typeface="IBM Plex Sans"/>
                <a:cs typeface="IBM Plex Sans"/>
                <a:sym typeface="IBM Plex Sans"/>
              </a:rPr>
              <a:t> + 𝒩[u</a:t>
            </a:r>
            <a:r>
              <a:rPr baseline="-25000" lang="en" sz="1300">
                <a:solidFill>
                  <a:srgbClr val="1F1F1F"/>
                </a:solidFill>
                <a:latin typeface="IBM Plex Sans"/>
                <a:ea typeface="IBM Plex Sans"/>
                <a:cs typeface="IBM Plex Sans"/>
                <a:sym typeface="IBM Plex Sans"/>
              </a:rPr>
              <a:t>θ</a:t>
            </a:r>
            <a:r>
              <a:rPr lang="en" sz="1300">
                <a:solidFill>
                  <a:srgbClr val="1F1F1F"/>
                </a:solidFill>
                <a:latin typeface="IBM Plex Sans"/>
                <a:ea typeface="IBM Plex Sans"/>
                <a:cs typeface="IBM Plex Sans"/>
                <a:sym typeface="IBM Plex Sans"/>
              </a:rPr>
              <a:t>​] ≈ 0.</a:t>
            </a:r>
            <a:endParaRPr sz="1300">
              <a:solidFill>
                <a:srgbClr val="1F1F1F"/>
              </a:solidFill>
              <a:latin typeface="IBM Plex Sans"/>
              <a:ea typeface="IBM Plex Sans"/>
              <a:cs typeface="IBM Plex Sans"/>
              <a:sym typeface="IBM Plex Sans"/>
            </a:endParaRPr>
          </a:p>
          <a:p>
            <a:pPr indent="-311150" lvl="1" marL="9144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Collocation points are random points in space-time where there might not be data, but physics still must hold</a:t>
            </a:r>
            <a:endParaRPr sz="1300">
              <a:solidFill>
                <a:srgbClr val="1F1F1F"/>
              </a:solidFill>
              <a:latin typeface="IBM Plex Sans"/>
              <a:ea typeface="IBM Plex Sans"/>
              <a:cs typeface="IBM Plex Sans"/>
              <a:sym typeface="IBM Plex Sans"/>
            </a:endParaRPr>
          </a:p>
          <a:p>
            <a:pPr indent="-311150" lvl="0" marL="4572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Compute and minimize the mean squared error loss using MSE = MSE</a:t>
            </a:r>
            <a:r>
              <a:rPr baseline="-25000" lang="en" sz="1300">
                <a:solidFill>
                  <a:srgbClr val="1F1F1F"/>
                </a:solidFill>
                <a:latin typeface="IBM Plex Sans"/>
                <a:ea typeface="IBM Plex Sans"/>
                <a:cs typeface="IBM Plex Sans"/>
                <a:sym typeface="IBM Plex Sans"/>
              </a:rPr>
              <a:t>u</a:t>
            </a:r>
            <a:r>
              <a:rPr lang="en" sz="1300">
                <a:solidFill>
                  <a:srgbClr val="1F1F1F"/>
                </a:solidFill>
                <a:latin typeface="IBM Plex Sans"/>
                <a:ea typeface="IBM Plex Sans"/>
                <a:cs typeface="IBM Plex Sans"/>
                <a:sym typeface="IBM Plex Sans"/>
              </a:rPr>
              <a:t> + MSE</a:t>
            </a:r>
            <a:r>
              <a:rPr baseline="-25000" lang="en" sz="1300">
                <a:solidFill>
                  <a:srgbClr val="1F1F1F"/>
                </a:solidFill>
                <a:latin typeface="IBM Plex Sans"/>
                <a:ea typeface="IBM Plex Sans"/>
                <a:cs typeface="IBM Plex Sans"/>
                <a:sym typeface="IBM Plex Sans"/>
              </a:rPr>
              <a:t>f </a:t>
            </a:r>
            <a:r>
              <a:rPr lang="en" sz="1300">
                <a:solidFill>
                  <a:srgbClr val="1F1F1F"/>
                </a:solidFill>
                <a:latin typeface="IBM Plex Sans"/>
                <a:ea typeface="IBM Plex Sans"/>
                <a:cs typeface="IBM Plex Sans"/>
                <a:sym typeface="IBM Plex Sans"/>
              </a:rPr>
              <a:t>.</a:t>
            </a:r>
            <a:endParaRPr sz="1300">
              <a:solidFill>
                <a:srgbClr val="1F1F1F"/>
              </a:solidFill>
              <a:latin typeface="IBM Plex Sans"/>
              <a:ea typeface="IBM Plex Sans"/>
              <a:cs typeface="IBM Plex Sans"/>
              <a:sym typeface="IBM Plex Sans"/>
            </a:endParaRPr>
          </a:p>
          <a:p>
            <a:pPr indent="-311150" lvl="1" marL="9144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MSE</a:t>
            </a:r>
            <a:r>
              <a:rPr baseline="-25000" lang="en" sz="1300">
                <a:solidFill>
                  <a:srgbClr val="1F1F1F"/>
                </a:solidFill>
                <a:latin typeface="IBM Plex Sans"/>
                <a:ea typeface="IBM Plex Sans"/>
                <a:cs typeface="IBM Plex Sans"/>
                <a:sym typeface="IBM Plex Sans"/>
              </a:rPr>
              <a:t>u</a:t>
            </a:r>
            <a:r>
              <a:rPr lang="en" sz="1300">
                <a:solidFill>
                  <a:srgbClr val="1F1F1F"/>
                </a:solidFill>
                <a:latin typeface="IBM Plex Sans"/>
                <a:ea typeface="IBM Plex Sans"/>
                <a:cs typeface="IBM Plex Sans"/>
                <a:sym typeface="IBM Plex Sans"/>
              </a:rPr>
              <a:t> makes the network match with initial and boundary conditions, accounting for data loss</a:t>
            </a:r>
            <a:endParaRPr sz="1300">
              <a:solidFill>
                <a:srgbClr val="1F1F1F"/>
              </a:solidFill>
              <a:latin typeface="IBM Plex Sans"/>
              <a:ea typeface="IBM Plex Sans"/>
              <a:cs typeface="IBM Plex Sans"/>
              <a:sym typeface="IBM Plex Sans"/>
            </a:endParaRPr>
          </a:p>
          <a:p>
            <a:pPr indent="-311150" lvl="1" marL="9144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MSE</a:t>
            </a:r>
            <a:r>
              <a:rPr baseline="-25000" lang="en" sz="1300">
                <a:solidFill>
                  <a:srgbClr val="1F1F1F"/>
                </a:solidFill>
                <a:latin typeface="IBM Plex Sans"/>
                <a:ea typeface="IBM Plex Sans"/>
                <a:cs typeface="IBM Plex Sans"/>
                <a:sym typeface="IBM Plex Sans"/>
              </a:rPr>
              <a:t>f</a:t>
            </a:r>
            <a:r>
              <a:rPr lang="en" sz="1300">
                <a:solidFill>
                  <a:srgbClr val="1F1F1F"/>
                </a:solidFill>
                <a:latin typeface="IBM Plex Sans"/>
                <a:ea typeface="IBM Plex Sans"/>
                <a:cs typeface="IBM Plex Sans"/>
                <a:sym typeface="IBM Plex Sans"/>
              </a:rPr>
              <a:t> makes the network match with the structure imposed by the PDE, accounting for physics loss</a:t>
            </a:r>
            <a:endParaRPr sz="1300">
              <a:solidFill>
                <a:srgbClr val="1F1F1F"/>
              </a:solidFill>
              <a:latin typeface="IBM Plex Sans"/>
              <a:ea typeface="IBM Plex Sans"/>
              <a:cs typeface="IBM Plex Sans"/>
              <a:sym typeface="IBM Plex Sans"/>
            </a:endParaRPr>
          </a:p>
          <a:p>
            <a:pPr indent="-311150" lvl="0" marL="4572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Backpropagate the joint loss.</a:t>
            </a:r>
            <a:endParaRPr sz="1300">
              <a:solidFill>
                <a:srgbClr val="1F1F1F"/>
              </a:solidFill>
              <a:latin typeface="IBM Plex Sans"/>
              <a:ea typeface="IBM Plex Sans"/>
              <a:cs typeface="IBM Plex Sans"/>
              <a:sym typeface="IBM Plex Sans"/>
            </a:endParaRPr>
          </a:p>
          <a:p>
            <a:pPr indent="-311150" lvl="1" marL="9144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The NN gets better at fitting to the observed data and the underlying physics</a:t>
            </a:r>
            <a:endParaRPr sz="1300">
              <a:solidFill>
                <a:srgbClr val="1F1F1F"/>
              </a:solidFill>
              <a:latin typeface="IBM Plex Sans"/>
              <a:ea typeface="IBM Plex Sans"/>
              <a:cs typeface="IBM Plex Sans"/>
              <a:sym typeface="IBM Plex Sans"/>
            </a:endParaRPr>
          </a:p>
          <a:p>
            <a:pPr indent="0" lvl="0" marL="0" rtl="0" algn="just">
              <a:spcBef>
                <a:spcPts val="0"/>
              </a:spcBef>
              <a:spcAft>
                <a:spcPts val="0"/>
              </a:spcAft>
              <a:buNone/>
            </a:pPr>
            <a:r>
              <a:t/>
            </a:r>
            <a:endParaRPr sz="1300">
              <a:solidFill>
                <a:srgbClr val="1F1F1F"/>
              </a:solidFill>
              <a:latin typeface="Times New Roman"/>
              <a:ea typeface="Times New Roman"/>
              <a:cs typeface="Times New Roman"/>
              <a:sym typeface="Times New Roman"/>
            </a:endParaRPr>
          </a:p>
          <a:p>
            <a:pPr indent="0" lvl="0" marL="0" rtl="0" algn="just">
              <a:spcBef>
                <a:spcPts val="0"/>
              </a:spcBef>
              <a:spcAft>
                <a:spcPts val="0"/>
              </a:spcAft>
              <a:buNone/>
            </a:pPr>
            <a:r>
              <a:t/>
            </a:r>
            <a:endParaRPr sz="1300">
              <a:solidFill>
                <a:srgbClr val="1F1F1F"/>
              </a:solidFill>
              <a:latin typeface="Times New Roman"/>
              <a:ea typeface="Times New Roman"/>
              <a:cs typeface="Times New Roman"/>
              <a:sym typeface="Times New Roman"/>
            </a:endParaRPr>
          </a:p>
          <a:p>
            <a:pPr indent="0" lvl="0" marL="0" rtl="0" algn="just">
              <a:spcBef>
                <a:spcPts val="0"/>
              </a:spcBef>
              <a:spcAft>
                <a:spcPts val="0"/>
              </a:spcAft>
              <a:buNone/>
            </a:pPr>
            <a:r>
              <a:t/>
            </a:r>
            <a:endParaRPr sz="1300"/>
          </a:p>
        </p:txBody>
      </p:sp>
      <p:pic>
        <p:nvPicPr>
          <p:cNvPr id="916" name="Google Shape;916;p54" title="Screenshot 2026-02-23 at 10.52.38 PM.png"/>
          <p:cNvPicPr preferRelativeResize="0"/>
          <p:nvPr/>
        </p:nvPicPr>
        <p:blipFill>
          <a:blip r:embed="rId4">
            <a:alphaModFix/>
          </a:blip>
          <a:stretch>
            <a:fillRect/>
          </a:stretch>
        </p:blipFill>
        <p:spPr>
          <a:xfrm>
            <a:off x="759525" y="4294013"/>
            <a:ext cx="2681425" cy="618325"/>
          </a:xfrm>
          <a:prstGeom prst="rect">
            <a:avLst/>
          </a:prstGeom>
          <a:noFill/>
          <a:ln>
            <a:noFill/>
          </a:ln>
          <a:effectLst>
            <a:outerShdw blurRad="57150" rotWithShape="0" algn="bl" dir="5400000" dist="19050">
              <a:srgbClr val="000000">
                <a:alpha val="50000"/>
              </a:srgbClr>
            </a:outerShdw>
          </a:effectLst>
        </p:spPr>
      </p:pic>
      <p:pic>
        <p:nvPicPr>
          <p:cNvPr id="917" name="Google Shape;917;p54" title="Screenshot 2026-02-23 at 10.53.53 PM.png"/>
          <p:cNvPicPr preferRelativeResize="0"/>
          <p:nvPr/>
        </p:nvPicPr>
        <p:blipFill>
          <a:blip r:embed="rId5">
            <a:alphaModFix/>
          </a:blip>
          <a:stretch>
            <a:fillRect/>
          </a:stretch>
        </p:blipFill>
        <p:spPr>
          <a:xfrm>
            <a:off x="3960965" y="4294013"/>
            <a:ext cx="2083101" cy="618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gtEl>
                                        <p:attrNameLst>
                                          <p:attrName>style.visibility</p:attrName>
                                        </p:attrNameLst>
                                      </p:cBhvr>
                                      <p:to>
                                        <p:strVal val="visible"/>
                                      </p:to>
                                    </p:set>
                                    <p:animEffect filter="fade" transition="in">
                                      <p:cBhvr>
                                        <p:cTn dur="1000"/>
                                        <p:tgtEl>
                                          <p:spTgt spid="9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55"/>
          <p:cNvSpPr txBox="1"/>
          <p:nvPr/>
        </p:nvSpPr>
        <p:spPr>
          <a:xfrm>
            <a:off x="115025" y="819125"/>
            <a:ext cx="8635500" cy="808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 sz="1300">
                <a:solidFill>
                  <a:srgbClr val="1F1F1F"/>
                </a:solidFill>
                <a:latin typeface="IBM Plex Sans"/>
                <a:ea typeface="IBM Plex Sans"/>
                <a:cs typeface="IBM Plex Sans"/>
                <a:sym typeface="IBM Plex Sans"/>
              </a:rPr>
              <a:t>D</a:t>
            </a:r>
            <a:r>
              <a:rPr b="1" lang="en" sz="1300">
                <a:solidFill>
                  <a:srgbClr val="1F1F1F"/>
                </a:solidFill>
                <a:latin typeface="IBM Plex Sans"/>
                <a:ea typeface="IBM Plex Sans"/>
                <a:cs typeface="IBM Plex Sans"/>
                <a:sym typeface="IBM Plex Sans"/>
              </a:rPr>
              <a:t>iscrete time models step forward in time using the Runge-Kutta method</a:t>
            </a:r>
            <a:endParaRPr b="1" sz="1300">
              <a:solidFill>
                <a:srgbClr val="1F1F1F"/>
              </a:solidFill>
              <a:latin typeface="IBM Plex Sans"/>
              <a:ea typeface="IBM Plex Sans"/>
              <a:cs typeface="IBM Plex Sans"/>
              <a:sym typeface="IBM Plex Sans"/>
            </a:endParaRPr>
          </a:p>
          <a:p>
            <a:pPr indent="0" lvl="0" marL="0" rtl="0" algn="just">
              <a:spcBef>
                <a:spcPts val="0"/>
              </a:spcBef>
              <a:spcAft>
                <a:spcPts val="0"/>
              </a:spcAft>
              <a:buNone/>
            </a:pPr>
            <a:r>
              <a:rPr lang="en" sz="1300">
                <a:solidFill>
                  <a:srgbClr val="1F1F1F"/>
                </a:solidFill>
                <a:latin typeface="IBM Plex Sans"/>
                <a:ea typeface="IBM Plex Sans"/>
                <a:cs typeface="IBM Plex Sans"/>
                <a:sym typeface="IBM Plex Sans"/>
              </a:rPr>
              <a:t>(</a:t>
            </a:r>
            <a:r>
              <a:rPr lang="en" sz="1300">
                <a:solidFill>
                  <a:srgbClr val="1F1F1F"/>
                </a:solidFill>
                <a:latin typeface="IBM Plex Sans"/>
                <a:ea typeface="IBM Plex Sans"/>
                <a:cs typeface="IBM Plex Sans"/>
                <a:sym typeface="IBM Plex Sans"/>
              </a:rPr>
              <a:t>Instead of solving the PDEs continuously across all time as in continuous models)</a:t>
            </a:r>
            <a:endParaRPr sz="1300">
              <a:solidFill>
                <a:srgbClr val="1F1F1F"/>
              </a:solidFill>
              <a:latin typeface="IBM Plex Sans"/>
              <a:ea typeface="IBM Plex Sans"/>
              <a:cs typeface="IBM Plex Sans"/>
              <a:sym typeface="IBM Plex Sans"/>
            </a:endParaRPr>
          </a:p>
          <a:p>
            <a:pPr indent="-311150" lvl="0" marL="4572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Thus, i</a:t>
            </a:r>
            <a:r>
              <a:rPr lang="en" sz="1300">
                <a:solidFill>
                  <a:srgbClr val="1F1F1F"/>
                </a:solidFill>
                <a:latin typeface="IBM Plex Sans"/>
                <a:ea typeface="IBM Plex Sans"/>
                <a:cs typeface="IBM Plex Sans"/>
                <a:sym typeface="IBM Plex Sans"/>
              </a:rPr>
              <a:t>ntermediate stages are created inside the timestep:</a:t>
            </a:r>
            <a:endParaRPr sz="1300">
              <a:solidFill>
                <a:srgbClr val="1F1F1F"/>
              </a:solidFill>
              <a:latin typeface="IBM Plex Sans"/>
              <a:ea typeface="IBM Plex Sans"/>
              <a:cs typeface="IBM Plex Sans"/>
              <a:sym typeface="IBM Plex Sans"/>
            </a:endParaRPr>
          </a:p>
          <a:p>
            <a:pPr indent="0" lvl="0" marL="0" rtl="0" algn="just">
              <a:spcBef>
                <a:spcPts val="0"/>
              </a:spcBef>
              <a:spcAft>
                <a:spcPts val="0"/>
              </a:spcAft>
              <a:buNone/>
            </a:pPr>
            <a:r>
              <a:t/>
            </a:r>
            <a:endParaRPr sz="1300">
              <a:solidFill>
                <a:srgbClr val="1F1F1F"/>
              </a:solidFill>
              <a:latin typeface="IBM Plex Sans"/>
              <a:ea typeface="IBM Plex Sans"/>
              <a:cs typeface="IBM Plex Sans"/>
              <a:sym typeface="IBM Plex Sans"/>
            </a:endParaRPr>
          </a:p>
          <a:p>
            <a:pPr indent="0" lvl="0" marL="0" rtl="0" algn="just">
              <a:spcBef>
                <a:spcPts val="0"/>
              </a:spcBef>
              <a:spcAft>
                <a:spcPts val="0"/>
              </a:spcAft>
              <a:buNone/>
            </a:pPr>
            <a:r>
              <a:t/>
            </a:r>
            <a:endParaRPr sz="1300">
              <a:solidFill>
                <a:srgbClr val="1F1F1F"/>
              </a:solidFill>
              <a:latin typeface="IBM Plex Sans"/>
              <a:ea typeface="IBM Plex Sans"/>
              <a:cs typeface="IBM Plex Sans"/>
              <a:sym typeface="IBM Plex Sans"/>
            </a:endParaRPr>
          </a:p>
          <a:p>
            <a:pPr indent="0" lvl="0" marL="0" rtl="0" algn="just">
              <a:spcBef>
                <a:spcPts val="0"/>
              </a:spcBef>
              <a:spcAft>
                <a:spcPts val="0"/>
              </a:spcAft>
              <a:buNone/>
            </a:pPr>
            <a:r>
              <a:t/>
            </a:r>
            <a:endParaRPr sz="1300">
              <a:solidFill>
                <a:srgbClr val="1F1F1F"/>
              </a:solidFill>
              <a:latin typeface="IBM Plex Sans"/>
              <a:ea typeface="IBM Plex Sans"/>
              <a:cs typeface="IBM Plex Sans"/>
              <a:sym typeface="IBM Plex Sans"/>
            </a:endParaRPr>
          </a:p>
          <a:p>
            <a:pPr indent="0" lvl="0" marL="0" rtl="0" algn="l">
              <a:spcBef>
                <a:spcPts val="0"/>
              </a:spcBef>
              <a:spcAft>
                <a:spcPts val="0"/>
              </a:spcAft>
              <a:buNone/>
            </a:pPr>
            <a:r>
              <a:t/>
            </a:r>
            <a:endParaRPr sz="1300">
              <a:solidFill>
                <a:schemeClr val="lt1"/>
              </a:solidFill>
              <a:latin typeface="IBM Plex Sans"/>
              <a:ea typeface="IBM Plex Sans"/>
              <a:cs typeface="IBM Plex Sans"/>
              <a:sym typeface="IBM Plex Sans"/>
            </a:endParaRPr>
          </a:p>
        </p:txBody>
      </p:sp>
      <p:sp>
        <p:nvSpPr>
          <p:cNvPr id="923" name="Google Shape;923;p55"/>
          <p:cNvSpPr txBox="1"/>
          <p:nvPr>
            <p:ph idx="13" type="title"/>
          </p:nvPr>
        </p:nvSpPr>
        <p:spPr>
          <a:xfrm>
            <a:off x="115025" y="115500"/>
            <a:ext cx="6440400" cy="8082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b="1" lang="en" sz="4500">
                <a:solidFill>
                  <a:srgbClr val="000000"/>
                </a:solidFill>
              </a:rPr>
              <a:t>Discrete Time Models</a:t>
            </a:r>
            <a:endParaRPr b="1" sz="4500">
              <a:solidFill>
                <a:srgbClr val="000000"/>
              </a:solidFill>
            </a:endParaRPr>
          </a:p>
        </p:txBody>
      </p:sp>
      <p:pic>
        <p:nvPicPr>
          <p:cNvPr id="924" name="Google Shape;924;p55" title="Screenshot 2026-02-23 at 11.22.31 PM.png"/>
          <p:cNvPicPr preferRelativeResize="0"/>
          <p:nvPr/>
        </p:nvPicPr>
        <p:blipFill>
          <a:blip r:embed="rId3">
            <a:alphaModFix/>
          </a:blip>
          <a:stretch>
            <a:fillRect/>
          </a:stretch>
        </p:blipFill>
        <p:spPr>
          <a:xfrm>
            <a:off x="4293125" y="1620525"/>
            <a:ext cx="2351620" cy="549775"/>
          </a:xfrm>
          <a:prstGeom prst="rect">
            <a:avLst/>
          </a:prstGeom>
          <a:noFill/>
          <a:ln>
            <a:noFill/>
          </a:ln>
        </p:spPr>
      </p:pic>
      <p:pic>
        <p:nvPicPr>
          <p:cNvPr id="925" name="Google Shape;925;p55" title="Screenshot 2026-02-23 at 11.26.48 PM.png"/>
          <p:cNvPicPr preferRelativeResize="0"/>
          <p:nvPr/>
        </p:nvPicPr>
        <p:blipFill rotWithShape="1">
          <a:blip r:embed="rId4">
            <a:alphaModFix/>
          </a:blip>
          <a:srcRect b="0" l="700" r="-700" t="0"/>
          <a:stretch/>
        </p:blipFill>
        <p:spPr>
          <a:xfrm>
            <a:off x="666950" y="1620525"/>
            <a:ext cx="3513475" cy="549775"/>
          </a:xfrm>
          <a:prstGeom prst="rect">
            <a:avLst/>
          </a:prstGeom>
          <a:noFill/>
          <a:ln>
            <a:noFill/>
          </a:ln>
        </p:spPr>
      </p:pic>
      <p:sp>
        <p:nvSpPr>
          <p:cNvPr id="926" name="Google Shape;926;p55"/>
          <p:cNvSpPr txBox="1"/>
          <p:nvPr/>
        </p:nvSpPr>
        <p:spPr>
          <a:xfrm>
            <a:off x="689388" y="2170288"/>
            <a:ext cx="3468600" cy="87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1F1F1F"/>
                </a:solidFill>
                <a:latin typeface="IBM Plex Sans"/>
                <a:ea typeface="IBM Plex Sans"/>
                <a:cs typeface="IBM Plex Sans"/>
                <a:sym typeface="IBM Plex Sans"/>
              </a:rPr>
              <a:t>: each intermediate state equals the previous state minus the timestep multiplied by the weighted combination of physics evaluations</a:t>
            </a:r>
            <a:endParaRPr sz="1300">
              <a:solidFill>
                <a:schemeClr val="lt1"/>
              </a:solidFill>
              <a:latin typeface="IBM Plex Sans"/>
              <a:ea typeface="IBM Plex Sans"/>
              <a:cs typeface="IBM Plex Sans"/>
              <a:sym typeface="IBM Plex Sans"/>
            </a:endParaRPr>
          </a:p>
        </p:txBody>
      </p:sp>
      <p:sp>
        <p:nvSpPr>
          <p:cNvPr id="927" name="Google Shape;927;p55"/>
          <p:cNvSpPr txBox="1"/>
          <p:nvPr/>
        </p:nvSpPr>
        <p:spPr>
          <a:xfrm>
            <a:off x="4293075" y="2170300"/>
            <a:ext cx="2351700" cy="87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IBM Plex Sans"/>
                <a:ea typeface="IBM Plex Sans"/>
                <a:cs typeface="IBM Plex Sans"/>
                <a:sym typeface="IBM Plex Sans"/>
              </a:rPr>
              <a:t>: </a:t>
            </a:r>
            <a:r>
              <a:rPr lang="en" sz="1300">
                <a:solidFill>
                  <a:srgbClr val="1F1F1F"/>
                </a:solidFill>
                <a:latin typeface="IBM Plex Sans"/>
                <a:ea typeface="IBM Plex Sans"/>
                <a:cs typeface="IBM Plex Sans"/>
                <a:sym typeface="IBM Plex Sans"/>
              </a:rPr>
              <a:t>the final update of the next time step is computed using a weighted sum of the stage derivatives</a:t>
            </a:r>
            <a:endParaRPr sz="1300">
              <a:solidFill>
                <a:schemeClr val="lt1"/>
              </a:solidFill>
              <a:latin typeface="IBM Plex Sans"/>
              <a:ea typeface="IBM Plex Sans"/>
              <a:cs typeface="IBM Plex Sans"/>
              <a:sym typeface="IBM Plex Sans"/>
            </a:endParaRPr>
          </a:p>
        </p:txBody>
      </p:sp>
      <p:sp>
        <p:nvSpPr>
          <p:cNvPr id="928" name="Google Shape;928;p55"/>
          <p:cNvSpPr txBox="1"/>
          <p:nvPr/>
        </p:nvSpPr>
        <p:spPr>
          <a:xfrm>
            <a:off x="6903288" y="1801500"/>
            <a:ext cx="1527600" cy="110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rgbClr val="1F1F1F"/>
                </a:solidFill>
                <a:latin typeface="IBM Plex Sans"/>
                <a:ea typeface="IBM Plex Sans"/>
                <a:cs typeface="IBM Plex Sans"/>
                <a:sym typeface="IBM Plex Sans"/>
              </a:rPr>
              <a:t>The parameters (a</a:t>
            </a:r>
            <a:r>
              <a:rPr baseline="-25000" lang="en" sz="1300">
                <a:solidFill>
                  <a:srgbClr val="1F1F1F"/>
                </a:solidFill>
                <a:latin typeface="IBM Plex Sans"/>
                <a:ea typeface="IBM Plex Sans"/>
                <a:cs typeface="IBM Plex Sans"/>
                <a:sym typeface="IBM Plex Sans"/>
              </a:rPr>
              <a:t>ij</a:t>
            </a:r>
            <a:r>
              <a:rPr lang="en" sz="1300">
                <a:solidFill>
                  <a:srgbClr val="1F1F1F"/>
                </a:solidFill>
                <a:latin typeface="IBM Plex Sans"/>
                <a:ea typeface="IBM Plex Sans"/>
                <a:cs typeface="IBM Plex Sans"/>
                <a:sym typeface="IBM Plex Sans"/>
              </a:rPr>
              <a:t>, b</a:t>
            </a:r>
            <a:r>
              <a:rPr baseline="-25000" lang="en" sz="1300">
                <a:solidFill>
                  <a:srgbClr val="1F1F1F"/>
                </a:solidFill>
                <a:latin typeface="IBM Plex Sans"/>
                <a:ea typeface="IBM Plex Sans"/>
                <a:cs typeface="IBM Plex Sans"/>
                <a:sym typeface="IBM Plex Sans"/>
              </a:rPr>
              <a:t>j</a:t>
            </a:r>
            <a:r>
              <a:rPr lang="en" sz="1300">
                <a:solidFill>
                  <a:srgbClr val="1F1F1F"/>
                </a:solidFill>
                <a:latin typeface="IBM Plex Sans"/>
                <a:ea typeface="IBM Plex Sans"/>
                <a:cs typeface="IBM Plex Sans"/>
                <a:sym typeface="IBM Plex Sans"/>
              </a:rPr>
              <a:t>) are simply the RK coefficients</a:t>
            </a:r>
            <a:endParaRPr sz="1300">
              <a:solidFill>
                <a:schemeClr val="lt1"/>
              </a:solidFill>
              <a:latin typeface="IBM Plex Sans"/>
              <a:ea typeface="IBM Plex Sans"/>
              <a:cs typeface="IBM Plex Sans"/>
              <a:sym typeface="IBM Plex Sans"/>
            </a:endParaRPr>
          </a:p>
        </p:txBody>
      </p:sp>
      <p:sp>
        <p:nvSpPr>
          <p:cNvPr id="929" name="Google Shape;929;p55"/>
          <p:cNvSpPr txBox="1"/>
          <p:nvPr/>
        </p:nvSpPr>
        <p:spPr>
          <a:xfrm>
            <a:off x="103650" y="3189800"/>
            <a:ext cx="8936700" cy="18996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SzPts val="1300"/>
              <a:buFont typeface="IBM Plex Sans"/>
              <a:buChar char="-"/>
            </a:pPr>
            <a:r>
              <a:rPr lang="en" sz="1300">
                <a:solidFill>
                  <a:schemeClr val="lt1"/>
                </a:solidFill>
                <a:latin typeface="IBM Plex Sans"/>
                <a:ea typeface="IBM Plex Sans"/>
                <a:cs typeface="IBM Plex Sans"/>
                <a:sym typeface="IBM Plex Sans"/>
              </a:rPr>
              <a:t>The model </a:t>
            </a:r>
            <a:r>
              <a:rPr lang="en" sz="1300">
                <a:solidFill>
                  <a:srgbClr val="1F1F1F"/>
                </a:solidFill>
                <a:latin typeface="IBM Plex Sans"/>
                <a:ea typeface="IBM Plex Sans"/>
                <a:cs typeface="IBM Plex Sans"/>
                <a:sym typeface="IBM Plex Sans"/>
              </a:rPr>
              <a:t>simultaneously outputs u(t,x) at each of the q intermediate RK stages and at the final next timestep.</a:t>
            </a:r>
            <a:endParaRPr sz="1300">
              <a:solidFill>
                <a:srgbClr val="1F1F1F"/>
              </a:solidFill>
              <a:latin typeface="IBM Plex Sans"/>
              <a:ea typeface="IBM Plex Sans"/>
              <a:cs typeface="IBM Plex Sans"/>
              <a:sym typeface="IBM Plex Sans"/>
            </a:endParaRPr>
          </a:p>
          <a:p>
            <a:pPr indent="-311150" lvl="0" marL="457200" rtl="0" algn="l">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It computes the loss from the deviation between the NN predictions and the values required by the time-stepping scheme, which is then back propagated</a:t>
            </a:r>
            <a:endParaRPr sz="1300">
              <a:solidFill>
                <a:srgbClr val="1F1F1F"/>
              </a:solidFill>
              <a:latin typeface="IBM Plex Sans"/>
              <a:ea typeface="IBM Plex Sans"/>
              <a:cs typeface="IBM Plex Sans"/>
              <a:sym typeface="IBM Plex Sans"/>
            </a:endParaRPr>
          </a:p>
          <a:p>
            <a:pPr indent="0" lvl="0" marL="0" rtl="0" algn="l">
              <a:spcBef>
                <a:spcPts val="0"/>
              </a:spcBef>
              <a:spcAft>
                <a:spcPts val="0"/>
              </a:spcAft>
              <a:buNone/>
            </a:pPr>
            <a:r>
              <a:t/>
            </a:r>
            <a:endParaRPr sz="1300">
              <a:solidFill>
                <a:srgbClr val="1F1F1F"/>
              </a:solidFill>
              <a:latin typeface="IBM Plex Sans"/>
              <a:ea typeface="IBM Plex Sans"/>
              <a:cs typeface="IBM Plex Sans"/>
              <a:sym typeface="IBM Plex Sans"/>
            </a:endParaRPr>
          </a:p>
          <a:p>
            <a:pPr indent="0" lvl="0" marL="0" rtl="0" algn="l">
              <a:spcBef>
                <a:spcPts val="0"/>
              </a:spcBef>
              <a:spcAft>
                <a:spcPts val="0"/>
              </a:spcAft>
              <a:buNone/>
            </a:pPr>
            <a:r>
              <a:rPr b="1" lang="en" sz="1300">
                <a:solidFill>
                  <a:schemeClr val="lt1"/>
                </a:solidFill>
                <a:latin typeface="IBM Plex Sans"/>
                <a:ea typeface="IBM Plex Sans"/>
                <a:cs typeface="IBM Plex Sans"/>
                <a:sym typeface="IBM Plex Sans"/>
              </a:rPr>
              <a:t>In Comparison to Continuous Time Models:</a:t>
            </a:r>
            <a:endParaRPr b="1" sz="1300">
              <a:solidFill>
                <a:schemeClr val="lt1"/>
              </a:solidFill>
              <a:latin typeface="IBM Plex Sans"/>
              <a:ea typeface="IBM Plex Sans"/>
              <a:cs typeface="IBM Plex Sans"/>
              <a:sym typeface="IBM Plex Sans"/>
            </a:endParaRPr>
          </a:p>
          <a:p>
            <a:pPr indent="-311150" lvl="0" marL="914400" rtl="0" algn="l">
              <a:spcBef>
                <a:spcPts val="0"/>
              </a:spcBef>
              <a:spcAft>
                <a:spcPts val="0"/>
              </a:spcAft>
              <a:buClr>
                <a:schemeClr val="lt1"/>
              </a:buClr>
              <a:buSzPts val="1300"/>
              <a:buFont typeface="IBM Plex Sans"/>
              <a:buChar char="-"/>
            </a:pPr>
            <a:r>
              <a:rPr lang="en" sz="1300">
                <a:solidFill>
                  <a:schemeClr val="lt1"/>
                </a:solidFill>
                <a:latin typeface="IBM Plex Sans"/>
                <a:ea typeface="IBM Plex Sans"/>
                <a:cs typeface="IBM Plex Sans"/>
                <a:sym typeface="IBM Plex Sans"/>
              </a:rPr>
              <a:t>Learns the </a:t>
            </a:r>
            <a:r>
              <a:rPr lang="en" sz="1300">
                <a:solidFill>
                  <a:srgbClr val="1F1F1F"/>
                </a:solidFill>
                <a:latin typeface="IBM Plex Sans"/>
                <a:ea typeface="IBM Plex Sans"/>
                <a:cs typeface="IBM Plex Sans"/>
                <a:sym typeface="IBM Plex Sans"/>
              </a:rPr>
              <a:t>constraints of the PDE not by minimizing a residual, but by satisfying the structure of a physics-based time-stepping algorithm</a:t>
            </a:r>
            <a:endParaRPr sz="1300">
              <a:solidFill>
                <a:srgbClr val="1F1F1F"/>
              </a:solidFill>
              <a:latin typeface="IBM Plex Sans"/>
              <a:ea typeface="IBM Plex Sans"/>
              <a:cs typeface="IBM Plex Sans"/>
              <a:sym typeface="IBM Plex Sans"/>
            </a:endParaRPr>
          </a:p>
          <a:p>
            <a:pPr indent="-311150" lvl="0" marL="914400" rtl="0" algn="l">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Is preferable for rapidly changing solutions or long time horizon solutions</a:t>
            </a:r>
            <a:endParaRPr sz="1300">
              <a:solidFill>
                <a:srgbClr val="1F1F1F"/>
              </a:solidFill>
              <a:latin typeface="IBM Plex Sans"/>
              <a:ea typeface="IBM Plex Sans"/>
              <a:cs typeface="IBM Plex Sans"/>
              <a:sym typeface="IBM Plex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56"/>
          <p:cNvSpPr txBox="1"/>
          <p:nvPr>
            <p:ph idx="4294967295" type="title"/>
          </p:nvPr>
        </p:nvSpPr>
        <p:spPr>
          <a:xfrm>
            <a:off x="115025" y="114225"/>
            <a:ext cx="7172400" cy="756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4500">
                <a:solidFill>
                  <a:srgbClr val="000000"/>
                </a:solidFill>
              </a:rPr>
              <a:t>The Allen-Cahn Equation</a:t>
            </a:r>
            <a:endParaRPr b="1" sz="4500">
              <a:solidFill>
                <a:srgbClr val="000000"/>
              </a:solidFill>
            </a:endParaRPr>
          </a:p>
        </p:txBody>
      </p:sp>
      <p:sp>
        <p:nvSpPr>
          <p:cNvPr id="935" name="Google Shape;935;p56"/>
          <p:cNvSpPr txBox="1"/>
          <p:nvPr/>
        </p:nvSpPr>
        <p:spPr>
          <a:xfrm>
            <a:off x="171750" y="997075"/>
            <a:ext cx="8800500" cy="3782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 sz="1300">
                <a:solidFill>
                  <a:srgbClr val="1F1F1F"/>
                </a:solidFill>
                <a:latin typeface="IBM Plex Sans"/>
                <a:ea typeface="IBM Plex Sans"/>
                <a:cs typeface="IBM Plex Sans"/>
                <a:sym typeface="IBM Plex Sans"/>
              </a:rPr>
              <a:t>The Allen-Cahn equation is a fundamental reaction-diffusion PDE that is useful for modeling phase separation in multi-component systems</a:t>
            </a:r>
            <a:r>
              <a:rPr lang="en" sz="1300">
                <a:solidFill>
                  <a:srgbClr val="1F1F1F"/>
                </a:solidFill>
                <a:latin typeface="IBM Plex Sans"/>
                <a:ea typeface="IBM Plex Sans"/>
                <a:cs typeface="IBM Plex Sans"/>
                <a:sym typeface="IBM Plex Sans"/>
              </a:rPr>
              <a:t> </a:t>
            </a:r>
            <a:endParaRPr sz="1300">
              <a:solidFill>
                <a:srgbClr val="1F1F1F"/>
              </a:solidFill>
              <a:latin typeface="IBM Plex Sans"/>
              <a:ea typeface="IBM Plex Sans"/>
              <a:cs typeface="IBM Plex Sans"/>
              <a:sym typeface="IBM Plex Sans"/>
            </a:endParaRPr>
          </a:p>
          <a:p>
            <a:pPr indent="-311150" lvl="0" marL="4572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i.e. the dynamic boundary between water and oil in a container that has been shaken </a:t>
            </a:r>
            <a:endParaRPr sz="1300">
              <a:solidFill>
                <a:srgbClr val="1F1F1F"/>
              </a:solidFill>
              <a:latin typeface="IBM Plex Sans"/>
              <a:ea typeface="IBM Plex Sans"/>
              <a:cs typeface="IBM Plex Sans"/>
              <a:sym typeface="IBM Plex Sans"/>
            </a:endParaRPr>
          </a:p>
          <a:p>
            <a:pPr indent="-311150" lvl="0" marL="4572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An example:</a:t>
            </a:r>
            <a:endParaRPr sz="1300">
              <a:solidFill>
                <a:srgbClr val="1F1F1F"/>
              </a:solidFill>
              <a:latin typeface="IBM Plex Sans"/>
              <a:ea typeface="IBM Plex Sans"/>
              <a:cs typeface="IBM Plex Sans"/>
              <a:sym typeface="IBM Plex Sans"/>
            </a:endParaRPr>
          </a:p>
          <a:p>
            <a:pPr indent="0" lvl="0" marL="0" rtl="0" algn="ctr">
              <a:spcBef>
                <a:spcPts val="0"/>
              </a:spcBef>
              <a:spcAft>
                <a:spcPts val="0"/>
              </a:spcAft>
              <a:buNone/>
            </a:pPr>
            <a:r>
              <a:t/>
            </a:r>
            <a:endParaRPr sz="1300">
              <a:solidFill>
                <a:srgbClr val="1F1F1F"/>
              </a:solidFill>
              <a:latin typeface="IBM Plex Sans"/>
              <a:ea typeface="IBM Plex Sans"/>
              <a:cs typeface="IBM Plex Sans"/>
              <a:sym typeface="IBM Plex Sans"/>
            </a:endParaRPr>
          </a:p>
          <a:p>
            <a:pPr indent="457200" lvl="0" marL="0" rtl="0" algn="just">
              <a:spcBef>
                <a:spcPts val="0"/>
              </a:spcBef>
              <a:spcAft>
                <a:spcPts val="0"/>
              </a:spcAft>
              <a:buNone/>
            </a:pPr>
            <a:r>
              <a:t/>
            </a:r>
            <a:endParaRPr sz="1300">
              <a:solidFill>
                <a:srgbClr val="1F1F1F"/>
              </a:solidFill>
              <a:latin typeface="IBM Plex Sans"/>
              <a:ea typeface="IBM Plex Sans"/>
              <a:cs typeface="IBM Plex Sans"/>
              <a:sym typeface="IBM Plex Sans"/>
            </a:endParaRPr>
          </a:p>
          <a:p>
            <a:pPr indent="0" lvl="0" marL="0" rtl="0" algn="ctr">
              <a:spcBef>
                <a:spcPts val="0"/>
              </a:spcBef>
              <a:spcAft>
                <a:spcPts val="0"/>
              </a:spcAft>
              <a:buNone/>
            </a:pPr>
            <a:r>
              <a:t/>
            </a:r>
            <a:endParaRPr sz="1300">
              <a:solidFill>
                <a:srgbClr val="1F1F1F"/>
              </a:solidFill>
              <a:latin typeface="IBM Plex Sans"/>
              <a:ea typeface="IBM Plex Sans"/>
              <a:cs typeface="IBM Plex Sans"/>
              <a:sym typeface="IBM Plex Sans"/>
            </a:endParaRPr>
          </a:p>
          <a:p>
            <a:pPr indent="-311150" lvl="0" marL="457200" rtl="0" algn="l">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The u</a:t>
            </a:r>
            <a:r>
              <a:rPr baseline="-25000" lang="en" sz="1300">
                <a:solidFill>
                  <a:srgbClr val="1F1F1F"/>
                </a:solidFill>
                <a:latin typeface="IBM Plex Sans"/>
                <a:ea typeface="IBM Plex Sans"/>
                <a:cs typeface="IBM Plex Sans"/>
                <a:sym typeface="IBM Plex Sans"/>
              </a:rPr>
              <a:t>xx</a:t>
            </a:r>
            <a:r>
              <a:rPr lang="en" sz="1300">
                <a:solidFill>
                  <a:srgbClr val="1F1F1F"/>
                </a:solidFill>
                <a:latin typeface="IBM Plex Sans"/>
                <a:ea typeface="IBM Plex Sans"/>
                <a:cs typeface="IBM Plex Sans"/>
                <a:sym typeface="IBM Plex Sans"/>
              </a:rPr>
              <a:t> term is the diffusion term of the equation and the 5u</a:t>
            </a:r>
            <a:r>
              <a:rPr baseline="30000" lang="en" sz="1300">
                <a:solidFill>
                  <a:srgbClr val="1F1F1F"/>
                </a:solidFill>
                <a:latin typeface="IBM Plex Sans"/>
                <a:ea typeface="IBM Plex Sans"/>
                <a:cs typeface="IBM Plex Sans"/>
                <a:sym typeface="IBM Plex Sans"/>
              </a:rPr>
              <a:t>3</a:t>
            </a:r>
            <a:r>
              <a:rPr lang="en" sz="1300">
                <a:solidFill>
                  <a:srgbClr val="1F1F1F"/>
                </a:solidFill>
                <a:latin typeface="IBM Plex Sans"/>
                <a:ea typeface="IBM Plex Sans"/>
                <a:cs typeface="IBM Plex Sans"/>
                <a:sym typeface="IBM Plex Sans"/>
              </a:rPr>
              <a:t> - 5u term is the nonlinear reaction term; the former smooths out the interface while the latter sharpens it and drives it toward 土1 equilibrium phases. </a:t>
            </a:r>
            <a:endParaRPr sz="1300">
              <a:solidFill>
                <a:srgbClr val="1F1F1F"/>
              </a:solidFill>
              <a:latin typeface="IBM Plex Sans"/>
              <a:ea typeface="IBM Plex Sans"/>
              <a:cs typeface="IBM Plex Sans"/>
              <a:sym typeface="IBM Plex Sans"/>
            </a:endParaRPr>
          </a:p>
          <a:p>
            <a:pPr indent="0" lvl="0" marL="0" rtl="0" algn="l">
              <a:spcBef>
                <a:spcPts val="0"/>
              </a:spcBef>
              <a:spcAft>
                <a:spcPts val="0"/>
              </a:spcAft>
              <a:buNone/>
            </a:pPr>
            <a:r>
              <a:t/>
            </a:r>
            <a:endParaRPr sz="1300">
              <a:solidFill>
                <a:srgbClr val="1F1F1F"/>
              </a:solidFill>
              <a:latin typeface="IBM Plex Sans"/>
              <a:ea typeface="IBM Plex Sans"/>
              <a:cs typeface="IBM Plex Sans"/>
              <a:sym typeface="IBM Plex Sans"/>
            </a:endParaRPr>
          </a:p>
          <a:p>
            <a:pPr indent="0" lvl="0" marL="0" rtl="0" algn="l">
              <a:spcBef>
                <a:spcPts val="0"/>
              </a:spcBef>
              <a:spcAft>
                <a:spcPts val="0"/>
              </a:spcAft>
              <a:buNone/>
            </a:pPr>
            <a:r>
              <a:rPr b="1" lang="en" sz="1300">
                <a:solidFill>
                  <a:srgbClr val="1F1F1F"/>
                </a:solidFill>
                <a:latin typeface="IBM Plex Sans"/>
                <a:ea typeface="IBM Plex Sans"/>
                <a:cs typeface="IBM Plex Sans"/>
                <a:sym typeface="IBM Plex Sans"/>
              </a:rPr>
              <a:t>Why is this classically challenging?</a:t>
            </a:r>
            <a:endParaRPr b="1" sz="1300">
              <a:solidFill>
                <a:srgbClr val="1F1F1F"/>
              </a:solidFill>
              <a:latin typeface="IBM Plex Sans"/>
              <a:ea typeface="IBM Plex Sans"/>
              <a:cs typeface="IBM Plex Sans"/>
              <a:sym typeface="IBM Plex Sans"/>
            </a:endParaRPr>
          </a:p>
          <a:p>
            <a:pPr indent="-311150" lvl="0" marL="457200" rtl="0" algn="l">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the reaction term is highly nonlinear and changes very rapidly near the interface, thus requiring very small timesteps or else the solver overshoots</a:t>
            </a:r>
            <a:endParaRPr sz="1300">
              <a:solidFill>
                <a:srgbClr val="1F1F1F"/>
              </a:solidFill>
              <a:latin typeface="IBM Plex Sans"/>
              <a:ea typeface="IBM Plex Sans"/>
              <a:cs typeface="IBM Plex Sans"/>
              <a:sym typeface="IBM Plex Sans"/>
            </a:endParaRPr>
          </a:p>
          <a:p>
            <a:pPr indent="0" lvl="0" marL="0" rtl="0" algn="l">
              <a:spcBef>
                <a:spcPts val="0"/>
              </a:spcBef>
              <a:spcAft>
                <a:spcPts val="0"/>
              </a:spcAft>
              <a:buNone/>
            </a:pPr>
            <a:r>
              <a:t/>
            </a:r>
            <a:endParaRPr sz="1300">
              <a:solidFill>
                <a:srgbClr val="1F1F1F"/>
              </a:solidFill>
              <a:latin typeface="IBM Plex Sans"/>
              <a:ea typeface="IBM Plex Sans"/>
              <a:cs typeface="IBM Plex Sans"/>
              <a:sym typeface="IBM Plex Sans"/>
            </a:endParaRPr>
          </a:p>
          <a:p>
            <a:pPr indent="0" lvl="0" marL="0" rtl="0" algn="l">
              <a:spcBef>
                <a:spcPts val="0"/>
              </a:spcBef>
              <a:spcAft>
                <a:spcPts val="0"/>
              </a:spcAft>
              <a:buNone/>
            </a:pPr>
            <a:r>
              <a:rPr b="1" lang="en" sz="1300">
                <a:solidFill>
                  <a:srgbClr val="1F1F1F"/>
                </a:solidFill>
                <a:latin typeface="IBM Plex Sans"/>
                <a:ea typeface="IBM Plex Sans"/>
                <a:cs typeface="IBM Plex Sans"/>
                <a:sym typeface="IBM Plex Sans"/>
              </a:rPr>
              <a:t>How does a PiNN help?</a:t>
            </a:r>
            <a:r>
              <a:rPr lang="en" sz="1300">
                <a:solidFill>
                  <a:srgbClr val="1F1F1F"/>
                </a:solidFill>
                <a:latin typeface="IBM Plex Sans"/>
                <a:ea typeface="IBM Plex Sans"/>
                <a:cs typeface="IBM Plex Sans"/>
                <a:sym typeface="IBM Plex Sans"/>
              </a:rPr>
              <a:t> </a:t>
            </a:r>
            <a:endParaRPr sz="1300">
              <a:solidFill>
                <a:srgbClr val="1F1F1F"/>
              </a:solidFill>
              <a:latin typeface="IBM Plex Sans"/>
              <a:ea typeface="IBM Plex Sans"/>
              <a:cs typeface="IBM Plex Sans"/>
              <a:sym typeface="IBM Plex Sans"/>
            </a:endParaRPr>
          </a:p>
          <a:p>
            <a:pPr indent="-311150" lvl="0" marL="457200" rtl="0" algn="l">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the network predicts the solution at all Runge–Kutta stages simultaneously, with shared parameters, and then penalizes any solution that does not satisfy the RK equations</a:t>
            </a:r>
            <a:endParaRPr sz="1300">
              <a:solidFill>
                <a:srgbClr val="1F1F1F"/>
              </a:solidFill>
              <a:latin typeface="IBM Plex Sans"/>
              <a:ea typeface="IBM Plex Sans"/>
              <a:cs typeface="IBM Plex Sans"/>
              <a:sym typeface="IBM Plex Sans"/>
            </a:endParaRPr>
          </a:p>
          <a:p>
            <a:pPr indent="-304800" lvl="0" marL="457200" rtl="0" algn="l">
              <a:spcBef>
                <a:spcPts val="0"/>
              </a:spcBef>
              <a:spcAft>
                <a:spcPts val="0"/>
              </a:spcAft>
              <a:buClr>
                <a:srgbClr val="1F1F1F"/>
              </a:buClr>
              <a:buSzPts val="1200"/>
              <a:buFont typeface="Times New Roman"/>
              <a:buChar char="-"/>
            </a:pPr>
            <a:r>
              <a:rPr lang="en" sz="1300">
                <a:solidFill>
                  <a:srgbClr val="1F1F1F"/>
                </a:solidFill>
                <a:latin typeface="IBM Plex Sans"/>
                <a:ea typeface="IBM Plex Sans"/>
                <a:cs typeface="IBM Plex Sans"/>
                <a:sym typeface="IBM Plex Sans"/>
              </a:rPr>
              <a:t>Thus, by having the RK scheme implicit in the network’s structure, it is able to take larger timesteps and still be effective without the overshoot worry</a:t>
            </a:r>
            <a:endParaRPr sz="1300">
              <a:solidFill>
                <a:srgbClr val="1F1F1F"/>
              </a:solidFill>
              <a:latin typeface="IBM Plex Sans"/>
              <a:ea typeface="IBM Plex Sans"/>
              <a:cs typeface="IBM Plex Sans"/>
              <a:sym typeface="IBM Plex Sans"/>
            </a:endParaRPr>
          </a:p>
        </p:txBody>
      </p:sp>
      <p:pic>
        <p:nvPicPr>
          <p:cNvPr id="936" name="Google Shape;936;p56"/>
          <p:cNvPicPr preferRelativeResize="0"/>
          <p:nvPr/>
        </p:nvPicPr>
        <p:blipFill rotWithShape="1">
          <a:blip r:embed="rId3">
            <a:alphaModFix/>
          </a:blip>
          <a:srcRect b="67380" l="0" r="0" t="0"/>
          <a:stretch/>
        </p:blipFill>
        <p:spPr>
          <a:xfrm>
            <a:off x="1818475" y="1752525"/>
            <a:ext cx="3305175" cy="285750"/>
          </a:xfrm>
          <a:prstGeom prst="rect">
            <a:avLst/>
          </a:prstGeom>
          <a:noFill/>
          <a:ln>
            <a:noFill/>
          </a:ln>
        </p:spPr>
      </p:pic>
      <p:pic>
        <p:nvPicPr>
          <p:cNvPr id="937" name="Google Shape;937;p56"/>
          <p:cNvPicPr preferRelativeResize="0"/>
          <p:nvPr/>
        </p:nvPicPr>
        <p:blipFill rotWithShape="1">
          <a:blip r:embed="rId3">
            <a:alphaModFix/>
          </a:blip>
          <a:srcRect b="0" l="0" r="58070" t="28469"/>
          <a:stretch/>
        </p:blipFill>
        <p:spPr>
          <a:xfrm>
            <a:off x="5294025" y="1752525"/>
            <a:ext cx="1390650" cy="638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36"/>
                                        </p:tgtEl>
                                        <p:attrNameLst>
                                          <p:attrName>style.visibility</p:attrName>
                                        </p:attrNameLst>
                                      </p:cBhvr>
                                      <p:to>
                                        <p:strVal val="visible"/>
                                      </p:to>
                                    </p:set>
                                    <p:anim calcmode="lin" valueType="num">
                                      <p:cBhvr additive="base">
                                        <p:cTn dur="1000"/>
                                        <p:tgtEl>
                                          <p:spTgt spid="93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937"/>
                                        </p:tgtEl>
                                        <p:attrNameLst>
                                          <p:attrName>style.visibility</p:attrName>
                                        </p:attrNameLst>
                                      </p:cBhvr>
                                      <p:to>
                                        <p:strVal val="visible"/>
                                      </p:to>
                                    </p:set>
                                    <p:anim calcmode="lin" valueType="num">
                                      <p:cBhvr additive="base">
                                        <p:cTn dur="1000"/>
                                        <p:tgtEl>
                                          <p:spTgt spid="93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57"/>
          <p:cNvSpPr txBox="1"/>
          <p:nvPr>
            <p:ph idx="4294967295" type="title"/>
          </p:nvPr>
        </p:nvSpPr>
        <p:spPr>
          <a:xfrm>
            <a:off x="115025" y="184675"/>
            <a:ext cx="7895100" cy="756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4500">
                <a:solidFill>
                  <a:srgbClr val="000000"/>
                </a:solidFill>
              </a:rPr>
              <a:t>The Allen-Cahn Equation (2)</a:t>
            </a:r>
            <a:endParaRPr b="1" sz="4500">
              <a:solidFill>
                <a:srgbClr val="000000"/>
              </a:solidFill>
            </a:endParaRPr>
          </a:p>
        </p:txBody>
      </p:sp>
      <p:sp>
        <p:nvSpPr>
          <p:cNvPr id="943" name="Google Shape;943;p57"/>
          <p:cNvSpPr txBox="1"/>
          <p:nvPr/>
        </p:nvSpPr>
        <p:spPr>
          <a:xfrm>
            <a:off x="143525" y="940675"/>
            <a:ext cx="78381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1F1F1F"/>
                </a:solidFill>
                <a:latin typeface="IBM Plex Sans"/>
                <a:ea typeface="IBM Plex Sans"/>
                <a:cs typeface="IBM Plex Sans"/>
                <a:sym typeface="IBM Plex Sans"/>
              </a:rPr>
              <a:t>In the referenced paper, they test the PiNN on training data generated by running a conventional spectral method simulation:</a:t>
            </a:r>
            <a:endParaRPr b="1" sz="1300">
              <a:solidFill>
                <a:srgbClr val="1F1F1F"/>
              </a:solidFill>
              <a:latin typeface="IBM Plex Sans"/>
              <a:ea typeface="IBM Plex Sans"/>
              <a:cs typeface="IBM Plex Sans"/>
              <a:sym typeface="IBM Plex Sans"/>
            </a:endParaRPr>
          </a:p>
          <a:p>
            <a:pPr indent="0" lvl="0" marL="0" rtl="0" algn="l">
              <a:spcBef>
                <a:spcPts val="0"/>
              </a:spcBef>
              <a:spcAft>
                <a:spcPts val="0"/>
              </a:spcAft>
              <a:buNone/>
            </a:pPr>
            <a:r>
              <a:t/>
            </a:r>
            <a:endParaRPr b="1" sz="1300">
              <a:solidFill>
                <a:srgbClr val="1F1F1F"/>
              </a:solidFill>
              <a:latin typeface="IBM Plex Sans"/>
              <a:ea typeface="IBM Plex Sans"/>
              <a:cs typeface="IBM Plex Sans"/>
              <a:sym typeface="IBM Plex Sans"/>
            </a:endParaRPr>
          </a:p>
          <a:p>
            <a:pPr indent="0" lvl="0" marL="0" rtl="0" algn="l">
              <a:spcBef>
                <a:spcPts val="0"/>
              </a:spcBef>
              <a:spcAft>
                <a:spcPts val="0"/>
              </a:spcAft>
              <a:buNone/>
            </a:pPr>
            <a:r>
              <a:t/>
            </a:r>
            <a:endParaRPr b="1" sz="1300">
              <a:solidFill>
                <a:srgbClr val="1F1F1F"/>
              </a:solidFill>
              <a:latin typeface="IBM Plex Sans"/>
              <a:ea typeface="IBM Plex Sans"/>
              <a:cs typeface="IBM Plex Sans"/>
              <a:sym typeface="IBM Plex Sans"/>
            </a:endParaRPr>
          </a:p>
          <a:p>
            <a:pPr indent="0" lvl="0" marL="0" rtl="0" algn="l">
              <a:spcBef>
                <a:spcPts val="0"/>
              </a:spcBef>
              <a:spcAft>
                <a:spcPts val="0"/>
              </a:spcAft>
              <a:buNone/>
            </a:pPr>
            <a:r>
              <a:t/>
            </a:r>
            <a:endParaRPr b="1" sz="1300">
              <a:solidFill>
                <a:srgbClr val="1F1F1F"/>
              </a:solidFill>
              <a:latin typeface="IBM Plex Sans"/>
              <a:ea typeface="IBM Plex Sans"/>
              <a:cs typeface="IBM Plex Sans"/>
              <a:sym typeface="IBM Plex Sans"/>
            </a:endParaRPr>
          </a:p>
          <a:p>
            <a:pPr indent="0" lvl="0" marL="0" rtl="0" algn="l">
              <a:spcBef>
                <a:spcPts val="0"/>
              </a:spcBef>
              <a:spcAft>
                <a:spcPts val="0"/>
              </a:spcAft>
              <a:buNone/>
            </a:pPr>
            <a:r>
              <a:t/>
            </a:r>
            <a:endParaRPr b="1" sz="1300">
              <a:solidFill>
                <a:srgbClr val="1F1F1F"/>
              </a:solidFill>
              <a:latin typeface="IBM Plex Sans"/>
              <a:ea typeface="IBM Plex Sans"/>
              <a:cs typeface="IBM Plex Sans"/>
              <a:sym typeface="IBM Plex Sans"/>
            </a:endParaRPr>
          </a:p>
          <a:p>
            <a:pPr indent="0" lvl="0" marL="0" rtl="0" algn="l">
              <a:spcBef>
                <a:spcPts val="0"/>
              </a:spcBef>
              <a:spcAft>
                <a:spcPts val="0"/>
              </a:spcAft>
              <a:buNone/>
            </a:pPr>
            <a:r>
              <a:t/>
            </a:r>
            <a:endParaRPr b="1" sz="1300">
              <a:solidFill>
                <a:srgbClr val="1F1F1F"/>
              </a:solidFill>
              <a:latin typeface="IBM Plex Sans"/>
              <a:ea typeface="IBM Plex Sans"/>
              <a:cs typeface="IBM Plex Sans"/>
              <a:sym typeface="IBM Plex Sans"/>
            </a:endParaRPr>
          </a:p>
          <a:p>
            <a:pPr indent="0" lvl="0" marL="0" rtl="0" algn="l">
              <a:spcBef>
                <a:spcPts val="0"/>
              </a:spcBef>
              <a:spcAft>
                <a:spcPts val="0"/>
              </a:spcAft>
              <a:buNone/>
            </a:pPr>
            <a:r>
              <a:t/>
            </a:r>
            <a:endParaRPr sz="1300">
              <a:solidFill>
                <a:schemeClr val="lt1"/>
              </a:solidFill>
              <a:latin typeface="IBM Plex Sans"/>
              <a:ea typeface="IBM Plex Sans"/>
              <a:cs typeface="IBM Plex Sans"/>
              <a:sym typeface="IBM Plex Sans"/>
            </a:endParaRPr>
          </a:p>
        </p:txBody>
      </p:sp>
      <p:pic>
        <p:nvPicPr>
          <p:cNvPr id="944" name="Google Shape;944;p57"/>
          <p:cNvPicPr preferRelativeResize="0"/>
          <p:nvPr/>
        </p:nvPicPr>
        <p:blipFill rotWithShape="1">
          <a:blip r:embed="rId3">
            <a:alphaModFix/>
          </a:blip>
          <a:srcRect b="67335" l="4566" r="21791" t="0"/>
          <a:stretch/>
        </p:blipFill>
        <p:spPr>
          <a:xfrm>
            <a:off x="235225" y="1503400"/>
            <a:ext cx="4164088" cy="1702025"/>
          </a:xfrm>
          <a:prstGeom prst="rect">
            <a:avLst/>
          </a:prstGeom>
          <a:noFill/>
          <a:ln>
            <a:noFill/>
          </a:ln>
        </p:spPr>
      </p:pic>
      <p:pic>
        <p:nvPicPr>
          <p:cNvPr id="945" name="Google Shape;945;p57"/>
          <p:cNvPicPr preferRelativeResize="0"/>
          <p:nvPr/>
        </p:nvPicPr>
        <p:blipFill rotWithShape="1">
          <a:blip r:embed="rId3">
            <a:alphaModFix/>
          </a:blip>
          <a:srcRect b="33216" l="1922" r="24435" t="32341"/>
          <a:stretch/>
        </p:blipFill>
        <p:spPr>
          <a:xfrm>
            <a:off x="4399325" y="3133933"/>
            <a:ext cx="4744675" cy="2044842"/>
          </a:xfrm>
          <a:prstGeom prst="rect">
            <a:avLst/>
          </a:prstGeom>
          <a:noFill/>
          <a:ln>
            <a:noFill/>
          </a:ln>
        </p:spPr>
      </p:pic>
      <p:sp>
        <p:nvSpPr>
          <p:cNvPr id="946" name="Google Shape;946;p57"/>
          <p:cNvSpPr txBox="1"/>
          <p:nvPr/>
        </p:nvSpPr>
        <p:spPr>
          <a:xfrm>
            <a:off x="4399325" y="1496975"/>
            <a:ext cx="3737700" cy="14421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300">
                <a:solidFill>
                  <a:srgbClr val="1F1F1F"/>
                </a:solidFill>
                <a:latin typeface="IBM Plex Sans"/>
                <a:ea typeface="IBM Plex Sans"/>
                <a:cs typeface="IBM Plex Sans"/>
                <a:sym typeface="IBM Plex Sans"/>
              </a:rPr>
              <a:t>Heatmap of the true solution u(t,x) of the Allen-Cahn PDE</a:t>
            </a:r>
            <a:endParaRPr sz="1300">
              <a:solidFill>
                <a:srgbClr val="1F1F1F"/>
              </a:solidFill>
              <a:latin typeface="IBM Plex Sans"/>
              <a:ea typeface="IBM Plex Sans"/>
              <a:cs typeface="IBM Plex Sans"/>
              <a:sym typeface="IBM Plex Sans"/>
            </a:endParaRPr>
          </a:p>
          <a:p>
            <a:pPr indent="-311150" lvl="0" marL="4572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the interface narrows as the competing effects of diffusion and nonlinear reaction drive phase separation</a:t>
            </a:r>
            <a:endParaRPr sz="1300">
              <a:solidFill>
                <a:srgbClr val="1F1F1F"/>
              </a:solidFill>
              <a:latin typeface="IBM Plex Sans"/>
              <a:ea typeface="IBM Plex Sans"/>
              <a:cs typeface="IBM Plex Sans"/>
              <a:sym typeface="IBM Plex Sans"/>
            </a:endParaRPr>
          </a:p>
          <a:p>
            <a:pPr indent="0" lvl="0" marL="457200" rtl="0" algn="just">
              <a:spcBef>
                <a:spcPts val="0"/>
              </a:spcBef>
              <a:spcAft>
                <a:spcPts val="0"/>
              </a:spcAft>
              <a:buNone/>
            </a:pPr>
            <a:r>
              <a:t/>
            </a:r>
            <a:endParaRPr sz="1300">
              <a:solidFill>
                <a:srgbClr val="1F1F1F"/>
              </a:solidFill>
              <a:latin typeface="IBM Plex Sans"/>
              <a:ea typeface="IBM Plex Sans"/>
              <a:cs typeface="IBM Plex Sans"/>
              <a:sym typeface="IBM Plex Sans"/>
            </a:endParaRPr>
          </a:p>
        </p:txBody>
      </p:sp>
      <p:sp>
        <p:nvSpPr>
          <p:cNvPr id="947" name="Google Shape;947;p57"/>
          <p:cNvSpPr txBox="1"/>
          <p:nvPr/>
        </p:nvSpPr>
        <p:spPr>
          <a:xfrm>
            <a:off x="1460500" y="3556000"/>
            <a:ext cx="2938800" cy="13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lt1"/>
              </a:solidFill>
              <a:latin typeface="IBM Plex Sans"/>
              <a:ea typeface="IBM Plex Sans"/>
              <a:cs typeface="IBM Plex Sans"/>
              <a:sym typeface="IBM Plex Sans"/>
            </a:endParaRPr>
          </a:p>
          <a:p>
            <a:pPr indent="0" lvl="0" marL="0" rtl="0" algn="r">
              <a:spcBef>
                <a:spcPts val="0"/>
              </a:spcBef>
              <a:spcAft>
                <a:spcPts val="0"/>
              </a:spcAft>
              <a:buNone/>
            </a:pPr>
            <a:r>
              <a:rPr lang="en" sz="1300">
                <a:solidFill>
                  <a:schemeClr val="lt1"/>
                </a:solidFill>
                <a:latin typeface="IBM Plex Sans"/>
                <a:ea typeface="IBM Plex Sans"/>
                <a:cs typeface="IBM Plex Sans"/>
                <a:sym typeface="IBM Plex Sans"/>
              </a:rPr>
              <a:t>Left: training snapshot at t=0.1</a:t>
            </a:r>
            <a:endParaRPr sz="1300">
              <a:solidFill>
                <a:schemeClr val="lt1"/>
              </a:solidFill>
              <a:latin typeface="IBM Plex Sans"/>
              <a:ea typeface="IBM Plex Sans"/>
              <a:cs typeface="IBM Plex Sans"/>
              <a:sym typeface="IBM Plex Sans"/>
            </a:endParaRPr>
          </a:p>
          <a:p>
            <a:pPr indent="0" lvl="0" marL="0" rtl="0" algn="r">
              <a:spcBef>
                <a:spcPts val="0"/>
              </a:spcBef>
              <a:spcAft>
                <a:spcPts val="0"/>
              </a:spcAft>
              <a:buNone/>
            </a:pPr>
            <a:r>
              <a:rPr lang="en" sz="1300">
                <a:solidFill>
                  <a:schemeClr val="lt1"/>
                </a:solidFill>
                <a:latin typeface="IBM Plex Sans"/>
                <a:ea typeface="IBM Plex Sans"/>
                <a:cs typeface="IBM Plex Sans"/>
                <a:sym typeface="IBM Plex Sans"/>
              </a:rPr>
              <a:t>(what the PiNN was fed)</a:t>
            </a:r>
            <a:endParaRPr sz="1300">
              <a:solidFill>
                <a:schemeClr val="lt1"/>
              </a:solidFill>
              <a:latin typeface="IBM Plex Sans"/>
              <a:ea typeface="IBM Plex Sans"/>
              <a:cs typeface="IBM Plex Sans"/>
              <a:sym typeface="IBM Plex Sans"/>
            </a:endParaRPr>
          </a:p>
          <a:p>
            <a:pPr indent="0" lvl="0" marL="0" rtl="0" algn="r">
              <a:spcBef>
                <a:spcPts val="0"/>
              </a:spcBef>
              <a:spcAft>
                <a:spcPts val="0"/>
              </a:spcAft>
              <a:buNone/>
            </a:pPr>
            <a:r>
              <a:rPr lang="en" sz="1300">
                <a:solidFill>
                  <a:schemeClr val="lt1"/>
                </a:solidFill>
                <a:latin typeface="IBM Plex Sans"/>
                <a:ea typeface="IBM Plex Sans"/>
                <a:cs typeface="IBM Plex Sans"/>
                <a:sym typeface="IBM Plex Sans"/>
              </a:rPr>
              <a:t>Right: prediction snapshot at t=0.9</a:t>
            </a:r>
            <a:endParaRPr sz="1300">
              <a:solidFill>
                <a:schemeClr val="lt1"/>
              </a:solidFill>
              <a:latin typeface="IBM Plex Sans"/>
              <a:ea typeface="IBM Plex Sans"/>
              <a:cs typeface="IBM Plex Sans"/>
              <a:sym typeface="IBM Plex Sans"/>
            </a:endParaRPr>
          </a:p>
          <a:p>
            <a:pPr indent="0" lvl="0" marL="0" rtl="0" algn="r">
              <a:spcBef>
                <a:spcPts val="0"/>
              </a:spcBef>
              <a:spcAft>
                <a:spcPts val="0"/>
              </a:spcAft>
              <a:buNone/>
            </a:pPr>
            <a:r>
              <a:rPr lang="en" sz="1300">
                <a:solidFill>
                  <a:schemeClr val="lt1"/>
                </a:solidFill>
                <a:latin typeface="IBM Plex Sans"/>
                <a:ea typeface="IBM Plex Sans"/>
                <a:cs typeface="IBM Plex Sans"/>
                <a:sym typeface="IBM Plex Sans"/>
              </a:rPr>
              <a:t>(the solution the PiNN output)</a:t>
            </a:r>
            <a:endParaRPr sz="1300">
              <a:solidFill>
                <a:schemeClr val="lt1"/>
              </a:solidFill>
              <a:latin typeface="IBM Plex Sans"/>
              <a:ea typeface="IBM Plex Sans"/>
              <a:cs typeface="IBM Plex Sans"/>
              <a:sym typeface="IBM Plex Sans"/>
            </a:endParaRPr>
          </a:p>
          <a:p>
            <a:pPr indent="0" lvl="0" marL="0" rtl="0" algn="r">
              <a:spcBef>
                <a:spcPts val="0"/>
              </a:spcBef>
              <a:spcAft>
                <a:spcPts val="0"/>
              </a:spcAft>
              <a:buNone/>
            </a:pPr>
            <a:r>
              <a:rPr lang="en" sz="1300">
                <a:solidFill>
                  <a:schemeClr val="lt1"/>
                </a:solidFill>
                <a:latin typeface="IBM Plex Sans"/>
                <a:ea typeface="IBM Plex Sans"/>
                <a:cs typeface="IBM Plex Sans"/>
                <a:sym typeface="IBM Plex Sans"/>
              </a:rPr>
              <a:t>Relative error: 0.00699</a:t>
            </a:r>
            <a:endParaRPr sz="1300">
              <a:solidFill>
                <a:schemeClr val="lt1"/>
              </a:solidFill>
              <a:latin typeface="IBM Plex Sans"/>
              <a:ea typeface="IBM Plex Sans"/>
              <a:cs typeface="IBM Plex Sans"/>
              <a:sym typeface="IBM Plex Sans"/>
            </a:endParaRPr>
          </a:p>
        </p:txBody>
      </p:sp>
      <p:pic>
        <p:nvPicPr>
          <p:cNvPr descr="a cartoon smiley face with a surprised look on his face and big blue eyes . (Provided by Tenor)" id="948" name="Google Shape;948;p57"/>
          <p:cNvPicPr preferRelativeResize="0"/>
          <p:nvPr/>
        </p:nvPicPr>
        <p:blipFill>
          <a:blip r:embed="rId4">
            <a:alphaModFix/>
          </a:blip>
          <a:stretch>
            <a:fillRect/>
          </a:stretch>
        </p:blipFill>
        <p:spPr>
          <a:xfrm>
            <a:off x="0" y="3612350"/>
            <a:ext cx="1416300" cy="15311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48"/>
                                        </p:tgtEl>
                                        <p:attrNameLst>
                                          <p:attrName>style.visibility</p:attrName>
                                        </p:attrNameLst>
                                      </p:cBhvr>
                                      <p:to>
                                        <p:strVal val="visible"/>
                                      </p:to>
                                    </p:set>
                                    <p:anim calcmode="lin" valueType="num">
                                      <p:cBhvr additive="base">
                                        <p:cTn dur="1500"/>
                                        <p:tgtEl>
                                          <p:spTgt spid="948"/>
                                        </p:tgtEl>
                                        <p:attrNameLst>
                                          <p:attrName>ppt_w</p:attrName>
                                        </p:attrNameLst>
                                      </p:cBhvr>
                                      <p:tavLst>
                                        <p:tav fmla="" tm="0">
                                          <p:val>
                                            <p:strVal val="0"/>
                                          </p:val>
                                        </p:tav>
                                        <p:tav fmla="" tm="100000">
                                          <p:val>
                                            <p:strVal val="#ppt_w"/>
                                          </p:val>
                                        </p:tav>
                                      </p:tavLst>
                                    </p:anim>
                                    <p:anim calcmode="lin" valueType="num">
                                      <p:cBhvr additive="base">
                                        <p:cTn dur="1500"/>
                                        <p:tgtEl>
                                          <p:spTgt spid="94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1000" fill="hold"/>
                                        <p:tgtEl>
                                          <p:spTgt spid="948"/>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pic>
        <p:nvPicPr>
          <p:cNvPr descr="Helicopter flying over forest fire (Provided by Getty Images)" id="953" name="Google Shape;953;p58"/>
          <p:cNvPicPr preferRelativeResize="0"/>
          <p:nvPr>
            <p:ph idx="2" type="pic"/>
          </p:nvPr>
        </p:nvPicPr>
        <p:blipFill rotWithShape="1">
          <a:blip r:embed="rId3">
            <a:alphaModFix/>
          </a:blip>
          <a:srcRect b="0" l="26096" r="26101" t="0"/>
          <a:stretch/>
        </p:blipFill>
        <p:spPr>
          <a:xfrm>
            <a:off x="5941775" y="0"/>
            <a:ext cx="3202125" cy="5143499"/>
          </a:xfrm>
          <a:prstGeom prst="rect">
            <a:avLst/>
          </a:prstGeom>
        </p:spPr>
      </p:pic>
      <p:sp>
        <p:nvSpPr>
          <p:cNvPr id="954" name="Google Shape;954;p58"/>
          <p:cNvSpPr txBox="1"/>
          <p:nvPr>
            <p:ph idx="4294967295" type="title"/>
          </p:nvPr>
        </p:nvSpPr>
        <p:spPr>
          <a:xfrm>
            <a:off x="115050" y="111800"/>
            <a:ext cx="5645400" cy="87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500">
                <a:solidFill>
                  <a:srgbClr val="000000"/>
                </a:solidFill>
              </a:rPr>
              <a:t>Wildfire </a:t>
            </a:r>
            <a:r>
              <a:rPr b="1" lang="en" sz="4500">
                <a:solidFill>
                  <a:srgbClr val="000000"/>
                </a:solidFill>
              </a:rPr>
              <a:t>Application</a:t>
            </a:r>
            <a:endParaRPr b="1" sz="4500">
              <a:solidFill>
                <a:srgbClr val="000000"/>
              </a:solidFill>
            </a:endParaRPr>
          </a:p>
        </p:txBody>
      </p:sp>
      <p:sp>
        <p:nvSpPr>
          <p:cNvPr id="955" name="Google Shape;955;p58"/>
          <p:cNvSpPr txBox="1"/>
          <p:nvPr/>
        </p:nvSpPr>
        <p:spPr>
          <a:xfrm>
            <a:off x="115050" y="988700"/>
            <a:ext cx="5645400" cy="40641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 sz="1300">
                <a:solidFill>
                  <a:srgbClr val="1F1F1F"/>
                </a:solidFill>
                <a:latin typeface="IBM Plex Sans"/>
                <a:ea typeface="IBM Plex Sans"/>
                <a:cs typeface="IBM Plex Sans"/>
                <a:sym typeface="IBM Plex Sans"/>
              </a:rPr>
              <a:t>My Wildfire Modeling Capstone</a:t>
            </a:r>
            <a:endParaRPr sz="1300">
              <a:solidFill>
                <a:srgbClr val="1F1F1F"/>
              </a:solidFill>
              <a:latin typeface="IBM Plex Sans"/>
              <a:ea typeface="IBM Plex Sans"/>
              <a:cs typeface="IBM Plex Sans"/>
              <a:sym typeface="IBM Plex Sans"/>
            </a:endParaRPr>
          </a:p>
          <a:p>
            <a:pPr indent="-311150" lvl="0" marL="4572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aims to predict whether a given pixel will be on fire in the next hour using a NN </a:t>
            </a:r>
            <a:endParaRPr sz="1300">
              <a:solidFill>
                <a:srgbClr val="1F1F1F"/>
              </a:solidFill>
              <a:latin typeface="IBM Plex Sans"/>
              <a:ea typeface="IBM Plex Sans"/>
              <a:cs typeface="IBM Plex Sans"/>
              <a:sym typeface="IBM Plex Sans"/>
            </a:endParaRPr>
          </a:p>
          <a:p>
            <a:pPr indent="-311150" lvl="0" marL="4572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Wildfire satellite data is sparse (limited labeled measurements, significant gaps between passes)</a:t>
            </a:r>
            <a:endParaRPr sz="1300">
              <a:solidFill>
                <a:srgbClr val="1F1F1F"/>
              </a:solidFill>
              <a:latin typeface="IBM Plex Sans"/>
              <a:ea typeface="IBM Plex Sans"/>
              <a:cs typeface="IBM Plex Sans"/>
              <a:sym typeface="IBM Plex Sans"/>
            </a:endParaRPr>
          </a:p>
          <a:p>
            <a:pPr indent="-311150" lvl="0" marL="4572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Could result in problems like fire teleportation, instantaneous large jumps, etc.</a:t>
            </a:r>
            <a:endParaRPr sz="1300">
              <a:solidFill>
                <a:srgbClr val="1F1F1F"/>
              </a:solidFill>
              <a:latin typeface="IBM Plex Sans"/>
              <a:ea typeface="IBM Plex Sans"/>
              <a:cs typeface="IBM Plex Sans"/>
              <a:sym typeface="IBM Plex Sans"/>
            </a:endParaRPr>
          </a:p>
          <a:p>
            <a:pPr indent="0" lvl="0" marL="0" rtl="0" algn="just">
              <a:spcBef>
                <a:spcPts val="0"/>
              </a:spcBef>
              <a:spcAft>
                <a:spcPts val="0"/>
              </a:spcAft>
              <a:buNone/>
            </a:pPr>
            <a:r>
              <a:t/>
            </a:r>
            <a:endParaRPr sz="1300">
              <a:solidFill>
                <a:srgbClr val="1F1F1F"/>
              </a:solidFill>
              <a:latin typeface="IBM Plex Sans"/>
              <a:ea typeface="IBM Plex Sans"/>
              <a:cs typeface="IBM Plex Sans"/>
              <a:sym typeface="IBM Plex Sans"/>
            </a:endParaRPr>
          </a:p>
          <a:p>
            <a:pPr indent="0" lvl="0" marL="0" rtl="0" algn="just">
              <a:spcBef>
                <a:spcPts val="0"/>
              </a:spcBef>
              <a:spcAft>
                <a:spcPts val="0"/>
              </a:spcAft>
              <a:buNone/>
            </a:pPr>
            <a:r>
              <a:rPr b="1" lang="en" sz="1300">
                <a:solidFill>
                  <a:srgbClr val="1F1F1F"/>
                </a:solidFill>
                <a:latin typeface="IBM Plex Sans"/>
                <a:ea typeface="IBM Plex Sans"/>
                <a:cs typeface="IBM Plex Sans"/>
                <a:sym typeface="IBM Plex Sans"/>
              </a:rPr>
              <a:t>How could a PiNN help?</a:t>
            </a:r>
            <a:endParaRPr b="1" sz="1300">
              <a:solidFill>
                <a:srgbClr val="1F1F1F"/>
              </a:solidFill>
              <a:latin typeface="IBM Plex Sans"/>
              <a:ea typeface="IBM Plex Sans"/>
              <a:cs typeface="IBM Plex Sans"/>
              <a:sym typeface="IBM Plex Sans"/>
            </a:endParaRPr>
          </a:p>
          <a:p>
            <a:pPr indent="-311150" lvl="0" marL="4572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Fill in data gaps by sampling collocation points and constraining its solution to a governing PDE</a:t>
            </a:r>
            <a:endParaRPr sz="1300">
              <a:solidFill>
                <a:srgbClr val="1F1F1F"/>
              </a:solidFill>
              <a:latin typeface="IBM Plex Sans"/>
              <a:ea typeface="IBM Plex Sans"/>
              <a:cs typeface="IBM Plex Sans"/>
              <a:sym typeface="IBM Plex Sans"/>
            </a:endParaRPr>
          </a:p>
          <a:p>
            <a:pPr indent="-311150" lvl="0" marL="4572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Potential for the Allen-Cahn equation as an approximation for fire front propagation</a:t>
            </a:r>
            <a:endParaRPr sz="1300">
              <a:solidFill>
                <a:srgbClr val="1F1F1F"/>
              </a:solidFill>
              <a:latin typeface="IBM Plex Sans"/>
              <a:ea typeface="IBM Plex Sans"/>
              <a:cs typeface="IBM Plex Sans"/>
              <a:sym typeface="IBM Plex Sans"/>
            </a:endParaRPr>
          </a:p>
          <a:p>
            <a:pPr indent="-311150" lvl="0" marL="4572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The diffusion term could encode how heat spreads outward through unburned fuel (so solution has to be spatially smooth)</a:t>
            </a:r>
            <a:endParaRPr sz="1300">
              <a:solidFill>
                <a:srgbClr val="1F1F1F"/>
              </a:solidFill>
              <a:latin typeface="IBM Plex Sans"/>
              <a:ea typeface="IBM Plex Sans"/>
              <a:cs typeface="IBM Plex Sans"/>
              <a:sym typeface="IBM Plex Sans"/>
            </a:endParaRPr>
          </a:p>
          <a:p>
            <a:pPr indent="-311150" lvl="0" marL="4572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The nonlinear reaction term could drive pixels toward two stable states of either burned (+1) or unburned (-1) (if a pixel reaches burned state it stays there)</a:t>
            </a:r>
            <a:endParaRPr sz="1300">
              <a:solidFill>
                <a:srgbClr val="1F1F1F"/>
              </a:solidFill>
              <a:latin typeface="IBM Plex Sans"/>
              <a:ea typeface="IBM Plex Sans"/>
              <a:cs typeface="IBM Plex Sans"/>
              <a:sym typeface="IBM Plex Sans"/>
            </a:endParaRPr>
          </a:p>
          <a:p>
            <a:pPr indent="-311150" lvl="0" marL="457200" rtl="0" algn="just">
              <a:spcBef>
                <a:spcPts val="0"/>
              </a:spcBef>
              <a:spcAft>
                <a:spcPts val="0"/>
              </a:spcAft>
              <a:buClr>
                <a:srgbClr val="1F1F1F"/>
              </a:buClr>
              <a:buSzPts val="1300"/>
              <a:buFont typeface="IBM Plex Sans"/>
              <a:buChar char="-"/>
            </a:pPr>
            <a:r>
              <a:rPr lang="en" sz="1300">
                <a:solidFill>
                  <a:srgbClr val="1F1F1F"/>
                </a:solidFill>
                <a:latin typeface="IBM Plex Sans"/>
                <a:ea typeface="IBM Plex Sans"/>
                <a:cs typeface="IBM Plex Sans"/>
                <a:sym typeface="IBM Plex Sans"/>
              </a:rPr>
              <a:t>Prevent the NN from producing predictions that violate basic fire behavior</a:t>
            </a:r>
            <a:endParaRPr sz="1300">
              <a:solidFill>
                <a:schemeClr val="lt1"/>
              </a:solidFill>
              <a:latin typeface="IBM Plex Sans"/>
              <a:ea typeface="IBM Plex Sans"/>
              <a:cs typeface="IBM Plex Sans"/>
              <a:sym typeface="IBM Plex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59"/>
          <p:cNvSpPr txBox="1"/>
          <p:nvPr>
            <p:ph type="title"/>
          </p:nvPr>
        </p:nvSpPr>
        <p:spPr>
          <a:xfrm>
            <a:off x="2662050" y="1569925"/>
            <a:ext cx="3819900" cy="10314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a:t>Thank you</a:t>
            </a:r>
            <a:endParaRPr/>
          </a:p>
        </p:txBody>
      </p:sp>
      <p:sp>
        <p:nvSpPr>
          <p:cNvPr id="961" name="Google Shape;961;p59"/>
          <p:cNvSpPr txBox="1"/>
          <p:nvPr/>
        </p:nvSpPr>
        <p:spPr>
          <a:xfrm>
            <a:off x="341700" y="3702150"/>
            <a:ext cx="8554500" cy="12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lt1"/>
                </a:solidFill>
                <a:latin typeface="Sora"/>
                <a:ea typeface="Sora"/>
                <a:cs typeface="Sora"/>
                <a:sym typeface="Sora"/>
              </a:rPr>
              <a:t>Reference </a:t>
            </a:r>
            <a:endParaRPr b="1" sz="1200">
              <a:solidFill>
                <a:schemeClr val="lt1"/>
              </a:solidFill>
              <a:latin typeface="Sora"/>
              <a:ea typeface="Sora"/>
              <a:cs typeface="Sora"/>
              <a:sym typeface="Sora"/>
            </a:endParaRPr>
          </a:p>
          <a:p>
            <a:pPr indent="-12700" lvl="0" marL="355600" rtl="0" algn="l">
              <a:lnSpc>
                <a:spcPct val="115000"/>
              </a:lnSpc>
              <a:spcBef>
                <a:spcPts val="1200"/>
              </a:spcBef>
              <a:spcAft>
                <a:spcPts val="0"/>
              </a:spcAft>
              <a:buNone/>
            </a:pPr>
            <a:r>
              <a:rPr lang="en" sz="1100"/>
              <a:t>Raissi, M., Perdikaris, P., &amp; Karniadakis, G. E. (2019). Physics-informed Neural Networks: A deep learning framework for solving forward and inverse problems involving nonlinear partial differential equations. </a:t>
            </a:r>
            <a:r>
              <a:rPr i="1" lang="en" sz="1100"/>
              <a:t>Journal of Computational Physics</a:t>
            </a:r>
            <a:r>
              <a:rPr lang="en" sz="1100"/>
              <a:t>, </a:t>
            </a:r>
            <a:r>
              <a:rPr i="1" lang="en" sz="1100"/>
              <a:t>378</a:t>
            </a:r>
            <a:r>
              <a:rPr lang="en" sz="1100"/>
              <a:t>, 686–707. https://doi.org/10.1016/j.jcp.2018.10.045 </a:t>
            </a:r>
            <a:endParaRPr sz="1100"/>
          </a:p>
          <a:p>
            <a:pPr indent="0" lvl="0" marL="0" rtl="0" algn="l">
              <a:spcBef>
                <a:spcPts val="1200"/>
              </a:spcBef>
              <a:spcAft>
                <a:spcPts val="0"/>
              </a:spcAft>
              <a:buNone/>
            </a:pPr>
            <a:r>
              <a:t/>
            </a:r>
            <a:endParaRPr sz="1200">
              <a:solidFill>
                <a:schemeClr val="lt1"/>
              </a:solidFill>
              <a:latin typeface="Sora"/>
              <a:ea typeface="Sora"/>
              <a:cs typeface="Sora"/>
              <a:sym typeface="Sora"/>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