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3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2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3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7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4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4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4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32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37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28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7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40DEEF-42CF-43DB-B7C6-E36283F28B8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B2A458-99CA-466B-A7EC-1FA03EBA6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BA36-819D-BCCD-0FDA-A18AF430C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Essential Class Info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50BDC-F7BD-1F47-696E-F5953D8358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2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440A-5E95-0DB2-D2DE-A512C63A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class?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56FA5-2F72-A073-881C-40ACB92C58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class is a template for creating objects that connect data (</a:t>
            </a:r>
            <a:r>
              <a:rPr lang="en-US" i="1" dirty="0">
                <a:solidFill>
                  <a:schemeClr val="accent1"/>
                </a:solidFill>
              </a:rPr>
              <a:t>attributes</a:t>
            </a:r>
            <a:r>
              <a:rPr lang="en-US" dirty="0"/>
              <a:t>) and behavior (</a:t>
            </a:r>
            <a:r>
              <a:rPr lang="en-US" i="1" dirty="0">
                <a:solidFill>
                  <a:schemeClr val="accent1"/>
                </a:solidFill>
              </a:rPr>
              <a:t>methods</a:t>
            </a:r>
            <a:r>
              <a:rPr lang="en-US" dirty="0"/>
              <a:t>)</a:t>
            </a:r>
          </a:p>
          <a:p>
            <a:r>
              <a:rPr lang="en-US" dirty="0"/>
              <a:t>Why use them?</a:t>
            </a:r>
          </a:p>
          <a:p>
            <a:pPr lvl="1"/>
            <a:r>
              <a:rPr lang="en-US" dirty="0"/>
              <a:t>Natural Representation: objects in physics have physical properties</a:t>
            </a:r>
          </a:p>
          <a:p>
            <a:pPr lvl="1"/>
            <a:r>
              <a:rPr lang="en-US" dirty="0"/>
              <a:t>Encapsulation: Keeps related data and operations together</a:t>
            </a:r>
          </a:p>
          <a:p>
            <a:pPr lvl="1"/>
            <a:r>
              <a:rPr lang="en-US" dirty="0"/>
              <a:t>Reusability: can create many objects (</a:t>
            </a:r>
            <a:r>
              <a:rPr lang="en-US" i="1" dirty="0">
                <a:solidFill>
                  <a:schemeClr val="accent1"/>
                </a:solidFill>
              </a:rPr>
              <a:t>instances</a:t>
            </a:r>
            <a:r>
              <a:rPr lang="en-US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986CF6-0B0E-A39A-1EF6-571587F3D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3667" y="2666999"/>
            <a:ext cx="4937760" cy="3031065"/>
          </a:xfrm>
          <a:ln w="38100">
            <a:solidFill>
              <a:schemeClr val="tx1"/>
            </a:solidFill>
          </a:ln>
        </p:spPr>
        <p:txBody>
          <a:bodyPr anchor="ctr"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particle(object): </a:t>
            </a:r>
          </a:p>
          <a:p>
            <a:pPr marL="201168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 __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__(self, mass=1., y=0., v=0.): </a:t>
            </a:r>
          </a:p>
          <a:p>
            <a:pPr marL="201168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self.mass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mass # attribute </a:t>
            </a:r>
          </a:p>
          <a:p>
            <a:pPr marL="201168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self.y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y # attribute </a:t>
            </a:r>
          </a:p>
          <a:p>
            <a:pPr marL="201168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self.v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v # attribute</a:t>
            </a:r>
          </a:p>
        </p:txBody>
      </p:sp>
    </p:spTree>
    <p:extLst>
      <p:ext uri="{BB962C8B-B14F-4D97-AF65-F5344CB8AC3E}">
        <p14:creationId xmlns:p14="http://schemas.microsoft.com/office/powerpoint/2010/main" val="124893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66D9-4065-EE65-661F-787847A4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__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__</a:t>
            </a:r>
            <a:r>
              <a:rPr lang="en-US" dirty="0"/>
              <a:t>: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4284-8C86-18C4-2B1F-9B24C854E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2438399"/>
            <a:ext cx="4895055" cy="33528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i="1" dirty="0"/>
              <a:t>__</a:t>
            </a:r>
            <a:r>
              <a:rPr lang="en-US" i="1" dirty="0" err="1"/>
              <a:t>init</a:t>
            </a:r>
            <a:r>
              <a:rPr lang="en-US" i="1" dirty="0"/>
              <a:t>__ </a:t>
            </a:r>
            <a:r>
              <a:rPr lang="en-US" dirty="0"/>
              <a:t>Constructor</a:t>
            </a:r>
          </a:p>
          <a:p>
            <a:r>
              <a:rPr lang="en-US" dirty="0"/>
              <a:t>Automatically called when creating a new instance</a:t>
            </a:r>
          </a:p>
          <a:p>
            <a:r>
              <a:rPr lang="en-US" dirty="0"/>
              <a:t>First parameter is always self (referring to instance being created)</a:t>
            </a:r>
          </a:p>
          <a:p>
            <a:r>
              <a:rPr lang="en-US" dirty="0"/>
              <a:t>Remaining parameters become object’s initial state</a:t>
            </a:r>
          </a:p>
          <a:p>
            <a:pPr marL="0" indent="0">
              <a:buNone/>
            </a:pPr>
            <a:r>
              <a:rPr lang="en-US" dirty="0"/>
              <a:t>Physics Connection:</a:t>
            </a:r>
          </a:p>
          <a:p>
            <a:r>
              <a:rPr lang="en-US" dirty="0"/>
              <a:t>Initial conditions are fundamental in physics: </a:t>
            </a:r>
            <a:r>
              <a:rPr lang="en-US" i="1" dirty="0"/>
              <a:t>(y</a:t>
            </a:r>
            <a:r>
              <a:rPr lang="en-US" i="1" baseline="-25000" dirty="0"/>
              <a:t>0</a:t>
            </a:r>
            <a:r>
              <a:rPr lang="en-US" i="1" dirty="0"/>
              <a:t>,v</a:t>
            </a:r>
            <a:r>
              <a:rPr lang="en-US" i="1" baseline="-25000" dirty="0"/>
              <a:t>0</a:t>
            </a:r>
            <a:r>
              <a:rPr lang="en-US" i="1" dirty="0"/>
              <a:t>) </a:t>
            </a:r>
            <a:r>
              <a:rPr lang="en-US" dirty="0"/>
              <a:t>at </a:t>
            </a:r>
            <a:r>
              <a:rPr lang="en-US" i="1" dirty="0"/>
              <a:t>t=0</a:t>
            </a:r>
          </a:p>
          <a:p>
            <a:r>
              <a:rPr lang="en-US" dirty="0"/>
              <a:t>Default values often represent "typical" or "convenient" cases (unit mass, rest, origin)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D4F7E-68A0-717C-907C-AD2ABB11A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264" y="2438400"/>
            <a:ext cx="4937760" cy="3124202"/>
          </a:xfrm>
          <a:ln w="38100">
            <a:solidFill>
              <a:schemeClr val="tx1"/>
            </a:solidFill>
          </a:ln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def __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__(self, mass=1., y=0., v=0.): # defaults provided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p1 = particle()                # Uses all defaults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p2 = particle(mass=2.)       # Override only mass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p3 = particle(mass=2., y=5., v=3.)     # Specifies everything</a:t>
            </a:r>
          </a:p>
        </p:txBody>
      </p:sp>
    </p:spTree>
    <p:extLst>
      <p:ext uri="{BB962C8B-B14F-4D97-AF65-F5344CB8AC3E}">
        <p14:creationId xmlns:p14="http://schemas.microsoft.com/office/powerpoint/2010/main" val="349083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0816-23E0-7E1C-7532-0771B0EA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Instance: each particle knows its own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4890-74D2-4406-145C-22FFE0E09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self?</a:t>
            </a:r>
            <a:r>
              <a:rPr lang="en-US" dirty="0"/>
              <a:t> A reference to the </a:t>
            </a:r>
            <a:r>
              <a:rPr lang="en-US" i="1" dirty="0"/>
              <a:t>specific instance</a:t>
            </a:r>
            <a:r>
              <a:rPr lang="en-US" dirty="0"/>
              <a:t> of the class</a:t>
            </a:r>
          </a:p>
          <a:p>
            <a:r>
              <a:rPr lang="en-US" dirty="0"/>
              <a:t>Allows each object to maintain its own independent state</a:t>
            </a:r>
          </a:p>
          <a:p>
            <a:r>
              <a:rPr lang="en-US" dirty="0"/>
              <a:t>Python automatically passes self when you call methods</a:t>
            </a:r>
          </a:p>
          <a:p>
            <a:pPr marL="0" indent="0">
              <a:buNone/>
            </a:pPr>
            <a:r>
              <a:rPr lang="en-US" b="1" dirty="0"/>
              <a:t>When simulating multiple particles, each tracks its own position/velocity independently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710E2-7B11-1BC6-1DF1-C1CA9040B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 w="381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 =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particle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(mass=2., y=5., v=3.)</a:t>
            </a:r>
          </a:p>
          <a:p>
            <a:pPr marL="0" indent="0">
              <a:buNone/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p.mass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 #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Accesses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instance variable: 2.0</a:t>
            </a:r>
          </a:p>
          <a:p>
            <a:pPr marL="0" indent="0">
              <a:buNone/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p.y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    # 5.0</a:t>
            </a:r>
          </a:p>
          <a:p>
            <a:pPr marL="0" indent="0">
              <a:buNone/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p.v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     # 3.0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6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A18E-46A1-473A-BAB7-246CC1EB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How Objects Interact and Evolve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9ABE-554C-EEDB-39CF-05AE7C456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1" y="2666999"/>
            <a:ext cx="4895055" cy="31242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Methods = Functions inside a Class</a:t>
            </a:r>
          </a:p>
          <a:p>
            <a:r>
              <a:rPr lang="en-US" dirty="0"/>
              <a:t>Define </a:t>
            </a:r>
            <a:r>
              <a:rPr lang="en-US" i="1" dirty="0"/>
              <a:t>what the object can do</a:t>
            </a:r>
            <a:endParaRPr lang="en-US" dirty="0"/>
          </a:p>
          <a:p>
            <a:r>
              <a:rPr lang="en-US" dirty="0"/>
              <a:t>Always have self as first parameter (to access/modify instance variables)</a:t>
            </a:r>
          </a:p>
          <a:p>
            <a:r>
              <a:rPr lang="en-US" dirty="0"/>
              <a:t>Can have additional parameters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81677-8089-CE55-9080-57EEF9047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028950"/>
          </a:xfrm>
          <a:ln w="38100"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euler</a:t>
            </a:r>
            <a:r>
              <a:rPr lang="en-US" dirty="0"/>
              <a:t>(self, f, dt):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self.y</a:t>
            </a:r>
            <a:r>
              <a:rPr lang="en-US" dirty="0"/>
              <a:t> = </a:t>
            </a:r>
            <a:r>
              <a:rPr lang="en-US" dirty="0" err="1"/>
              <a:t>self.y</a:t>
            </a:r>
            <a:r>
              <a:rPr lang="en-US" dirty="0"/>
              <a:t> + </a:t>
            </a:r>
            <a:r>
              <a:rPr lang="en-US" dirty="0" err="1"/>
              <a:t>self.v</a:t>
            </a:r>
            <a:r>
              <a:rPr lang="en-US" dirty="0"/>
              <a:t> * dt        # Position update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self.v</a:t>
            </a:r>
            <a:r>
              <a:rPr lang="en-US" dirty="0"/>
              <a:t> = </a:t>
            </a:r>
            <a:r>
              <a:rPr lang="en-US" dirty="0" err="1"/>
              <a:t>self.v</a:t>
            </a:r>
            <a:r>
              <a:rPr lang="en-US" dirty="0"/>
              <a:t> + f/</a:t>
            </a:r>
            <a:r>
              <a:rPr lang="en-US" dirty="0" err="1"/>
              <a:t>self.mass</a:t>
            </a:r>
            <a:r>
              <a:rPr lang="en-US" dirty="0"/>
              <a:t> * dt   # Velocity update</a:t>
            </a:r>
          </a:p>
        </p:txBody>
      </p:sp>
    </p:spTree>
    <p:extLst>
      <p:ext uri="{BB962C8B-B14F-4D97-AF65-F5344CB8AC3E}">
        <p14:creationId xmlns:p14="http://schemas.microsoft.com/office/powerpoint/2010/main" val="895658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</TotalTime>
  <Words>415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Essential Class Info</vt:lpstr>
      <vt:lpstr>What is a class?</vt:lpstr>
      <vt:lpstr>__init__: The Beginning</vt:lpstr>
      <vt:lpstr>Instance: each particle knows its own state</vt:lpstr>
      <vt:lpstr>Methods: How Objects Interact and Evolve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2</cp:revision>
  <dcterms:created xsi:type="dcterms:W3CDTF">2026-02-11T20:53:34Z</dcterms:created>
  <dcterms:modified xsi:type="dcterms:W3CDTF">2026-02-12T00:49:55Z</dcterms:modified>
</cp:coreProperties>
</file>